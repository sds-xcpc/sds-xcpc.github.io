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98.xml" ContentType="application/vnd.openxmlformats-officedocument.presentationml.slide+xml"/>
  <Override PartName="/ppt/slides/slide91.xml" ContentType="application/vnd.openxmlformats-officedocument.presentationml.slide+xml"/>
  <Override PartName="/ppt/slides/slide101.xml" ContentType="application/vnd.openxmlformats-officedocument.presentationml.slide+xml"/>
  <Default Extension="jp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3" r:id="rId1"/>
  </p:sldMasterIdLst>
  <p:notesMasterIdLst>
    <p:notesMasterId r:id="rId30"/>
  </p:notesMasterIdLst>
  <p:sldIdLst>
    <p:sldId id="256" r:id="rId2"/>
    <p:sldId id="257" r:id="rId3"/>
    <p:sldId id="258" r:id="rId4"/>
    <p:sldId id="292" r:id="rId5"/>
    <p:sldId id="261" r:id="rId6"/>
    <p:sldId id="287" r:id="rId7"/>
    <p:sldId id="265" r:id="rId8"/>
    <p:sldId id="288" r:id="rId9"/>
    <p:sldId id="297" r:id="rId35"/>
    <p:sldId id="286" r:id="rId10"/>
    <p:sldId id="264" r:id="rId11"/>
    <p:sldId id="298" r:id="rId36"/>
    <p:sldId id="289" r:id="rId12"/>
    <p:sldId id="271" r:id="rId13"/>
    <p:sldId id="299" r:id="rId37"/>
    <p:sldId id="293" r:id="rId14"/>
    <p:sldId id="274" r:id="rId15"/>
    <p:sldId id="275" r:id="rId16"/>
    <p:sldId id="280" r:id="rId17"/>
    <p:sldId id="296" r:id="rId18"/>
    <p:sldId id="277" r:id="rId19"/>
    <p:sldId id="290" r:id="rId20"/>
    <p:sldId id="295" r:id="rId21"/>
    <p:sldId id="279" r:id="rId22"/>
    <p:sldId id="281" r:id="rId23"/>
    <p:sldId id="268" r:id="rId24"/>
    <p:sldId id="269" r:id="rId25"/>
    <p:sldId id="270" r:id="rId26"/>
    <p:sldId id="291" r:id="rId27"/>
    <p:sldId id="273" r:id="rId28"/>
    <p:sldId id="283" r:id="rId29"/>
  </p:sldIdLst>
  <p:sldSz cx="7559675" cy="10260013"/>
  <p:notesSz cx="4572000" cy="7315200"/>
  <p:defaultTextStyle>
    <a:defPPr marL="0" marR="0" indent="0" algn="l" defTabSz="437883" rtl="0" fontAlgn="auto" latinLnBrk="1" hangingPunct="0">
      <a:lnSpc>
        <a:spcPct val="100000"/>
      </a:lnSpc>
      <a:spcBef>
        <a:spcPts val="0"/>
      </a:spcBef>
      <a:spcAft>
        <a:spcPts val="0"/>
      </a:spcAft>
      <a:buClrTx/>
      <a:buSzTx/>
      <a:buFontTx/>
      <a:buNone/>
      <a:defRPr kumimoji="0" sz="861" b="0" i="0" u="none" strike="noStrike" cap="none" spc="0" normalizeH="0" baseline="0">
        <a:ln>
          <a:noFill/>
        </a:ln>
        <a:solidFill>
          <a:srgbClr val="000000"/>
        </a:solidFill>
        <a:effectLst/>
        <a:uFillTx/>
      </a:defRPr>
    </a:defPPr>
    <a:lvl1pPr marL="0" marR="0" indent="0" algn="ctr" defTabSz="1167686" rtl="0" fontAlgn="auto" latinLnBrk="0" hangingPunct="0">
      <a:lnSpc>
        <a:spcPct val="100000"/>
      </a:lnSpc>
      <a:spcBef>
        <a:spcPts val="0"/>
      </a:spcBef>
      <a:spcAft>
        <a:spcPts val="0"/>
      </a:spcAft>
      <a:buClrTx/>
      <a:buSzTx/>
      <a:buFontTx/>
      <a:buNone/>
      <a:defRPr kumimoji="0" sz="1149" b="0" i="0" u="none" strike="noStrike" cap="none" spc="0" normalizeH="0" baseline="0">
        <a:ln>
          <a:noFill/>
        </a:ln>
        <a:solidFill>
          <a:srgbClr val="5E5E5E"/>
        </a:solidFill>
        <a:effectLst/>
        <a:uFillTx/>
        <a:latin typeface="+mn-lt"/>
        <a:ea typeface="+mn-ea"/>
        <a:cs typeface="+mn-cs"/>
        <a:sym typeface="Helvetica Neue"/>
      </a:defRPr>
    </a:lvl1pPr>
    <a:lvl2pPr marL="0" marR="0" indent="218941" algn="ctr" defTabSz="1167686" rtl="0" fontAlgn="auto" latinLnBrk="0" hangingPunct="0">
      <a:lnSpc>
        <a:spcPct val="100000"/>
      </a:lnSpc>
      <a:spcBef>
        <a:spcPts val="0"/>
      </a:spcBef>
      <a:spcAft>
        <a:spcPts val="0"/>
      </a:spcAft>
      <a:buClrTx/>
      <a:buSzTx/>
      <a:buFontTx/>
      <a:buNone/>
      <a:defRPr kumimoji="0" sz="1149" b="0" i="0" u="none" strike="noStrike" cap="none" spc="0" normalizeH="0" baseline="0">
        <a:ln>
          <a:noFill/>
        </a:ln>
        <a:solidFill>
          <a:srgbClr val="5E5E5E"/>
        </a:solidFill>
        <a:effectLst/>
        <a:uFillTx/>
        <a:latin typeface="+mn-lt"/>
        <a:ea typeface="+mn-ea"/>
        <a:cs typeface="+mn-cs"/>
        <a:sym typeface="Helvetica Neue"/>
      </a:defRPr>
    </a:lvl2pPr>
    <a:lvl3pPr marL="0" marR="0" indent="437883" algn="ctr" defTabSz="1167686" rtl="0" fontAlgn="auto" latinLnBrk="0" hangingPunct="0">
      <a:lnSpc>
        <a:spcPct val="100000"/>
      </a:lnSpc>
      <a:spcBef>
        <a:spcPts val="0"/>
      </a:spcBef>
      <a:spcAft>
        <a:spcPts val="0"/>
      </a:spcAft>
      <a:buClrTx/>
      <a:buSzTx/>
      <a:buFontTx/>
      <a:buNone/>
      <a:defRPr kumimoji="0" sz="1149" b="0" i="0" u="none" strike="noStrike" cap="none" spc="0" normalizeH="0" baseline="0">
        <a:ln>
          <a:noFill/>
        </a:ln>
        <a:solidFill>
          <a:srgbClr val="5E5E5E"/>
        </a:solidFill>
        <a:effectLst/>
        <a:uFillTx/>
        <a:latin typeface="+mn-lt"/>
        <a:ea typeface="+mn-ea"/>
        <a:cs typeface="+mn-cs"/>
        <a:sym typeface="Helvetica Neue"/>
      </a:defRPr>
    </a:lvl3pPr>
    <a:lvl4pPr marL="0" marR="0" indent="656823" algn="ctr" defTabSz="1167686" rtl="0" fontAlgn="auto" latinLnBrk="0" hangingPunct="0">
      <a:lnSpc>
        <a:spcPct val="100000"/>
      </a:lnSpc>
      <a:spcBef>
        <a:spcPts val="0"/>
      </a:spcBef>
      <a:spcAft>
        <a:spcPts val="0"/>
      </a:spcAft>
      <a:buClrTx/>
      <a:buSzTx/>
      <a:buFontTx/>
      <a:buNone/>
      <a:defRPr kumimoji="0" sz="1149" b="0" i="0" u="none" strike="noStrike" cap="none" spc="0" normalizeH="0" baseline="0">
        <a:ln>
          <a:noFill/>
        </a:ln>
        <a:solidFill>
          <a:srgbClr val="5E5E5E"/>
        </a:solidFill>
        <a:effectLst/>
        <a:uFillTx/>
        <a:latin typeface="+mn-lt"/>
        <a:ea typeface="+mn-ea"/>
        <a:cs typeface="+mn-cs"/>
        <a:sym typeface="Helvetica Neue"/>
      </a:defRPr>
    </a:lvl4pPr>
    <a:lvl5pPr marL="0" marR="0" indent="875764" algn="ctr" defTabSz="1167686" rtl="0" fontAlgn="auto" latinLnBrk="0" hangingPunct="0">
      <a:lnSpc>
        <a:spcPct val="100000"/>
      </a:lnSpc>
      <a:spcBef>
        <a:spcPts val="0"/>
      </a:spcBef>
      <a:spcAft>
        <a:spcPts val="0"/>
      </a:spcAft>
      <a:buClrTx/>
      <a:buSzTx/>
      <a:buFontTx/>
      <a:buNone/>
      <a:defRPr kumimoji="0" sz="1149" b="0" i="0" u="none" strike="noStrike" cap="none" spc="0" normalizeH="0" baseline="0">
        <a:ln>
          <a:noFill/>
        </a:ln>
        <a:solidFill>
          <a:srgbClr val="5E5E5E"/>
        </a:solidFill>
        <a:effectLst/>
        <a:uFillTx/>
        <a:latin typeface="+mn-lt"/>
        <a:ea typeface="+mn-ea"/>
        <a:cs typeface="+mn-cs"/>
        <a:sym typeface="Helvetica Neue"/>
      </a:defRPr>
    </a:lvl5pPr>
    <a:lvl6pPr marL="0" marR="0" indent="1094706" algn="ctr" defTabSz="1167686" rtl="0" fontAlgn="auto" latinLnBrk="0" hangingPunct="0">
      <a:lnSpc>
        <a:spcPct val="100000"/>
      </a:lnSpc>
      <a:spcBef>
        <a:spcPts val="0"/>
      </a:spcBef>
      <a:spcAft>
        <a:spcPts val="0"/>
      </a:spcAft>
      <a:buClrTx/>
      <a:buSzTx/>
      <a:buFontTx/>
      <a:buNone/>
      <a:defRPr kumimoji="0" sz="1149" b="0" i="0" u="none" strike="noStrike" cap="none" spc="0" normalizeH="0" baseline="0">
        <a:ln>
          <a:noFill/>
        </a:ln>
        <a:solidFill>
          <a:srgbClr val="5E5E5E"/>
        </a:solidFill>
        <a:effectLst/>
        <a:uFillTx/>
        <a:latin typeface="+mn-lt"/>
        <a:ea typeface="+mn-ea"/>
        <a:cs typeface="+mn-cs"/>
        <a:sym typeface="Helvetica Neue"/>
      </a:defRPr>
    </a:lvl6pPr>
    <a:lvl7pPr marL="0" marR="0" indent="1313647" algn="ctr" defTabSz="1167686" rtl="0" fontAlgn="auto" latinLnBrk="0" hangingPunct="0">
      <a:lnSpc>
        <a:spcPct val="100000"/>
      </a:lnSpc>
      <a:spcBef>
        <a:spcPts val="0"/>
      </a:spcBef>
      <a:spcAft>
        <a:spcPts val="0"/>
      </a:spcAft>
      <a:buClrTx/>
      <a:buSzTx/>
      <a:buFontTx/>
      <a:buNone/>
      <a:defRPr kumimoji="0" sz="1149" b="0" i="0" u="none" strike="noStrike" cap="none" spc="0" normalizeH="0" baseline="0">
        <a:ln>
          <a:noFill/>
        </a:ln>
        <a:solidFill>
          <a:srgbClr val="5E5E5E"/>
        </a:solidFill>
        <a:effectLst/>
        <a:uFillTx/>
        <a:latin typeface="+mn-lt"/>
        <a:ea typeface="+mn-ea"/>
        <a:cs typeface="+mn-cs"/>
        <a:sym typeface="Helvetica Neue"/>
      </a:defRPr>
    </a:lvl7pPr>
    <a:lvl8pPr marL="0" marR="0" indent="1532587" algn="ctr" defTabSz="1167686" rtl="0" fontAlgn="auto" latinLnBrk="0" hangingPunct="0">
      <a:lnSpc>
        <a:spcPct val="100000"/>
      </a:lnSpc>
      <a:spcBef>
        <a:spcPts val="0"/>
      </a:spcBef>
      <a:spcAft>
        <a:spcPts val="0"/>
      </a:spcAft>
      <a:buClrTx/>
      <a:buSzTx/>
      <a:buFontTx/>
      <a:buNone/>
      <a:defRPr kumimoji="0" sz="1149" b="0" i="0" u="none" strike="noStrike" cap="none" spc="0" normalizeH="0" baseline="0">
        <a:ln>
          <a:noFill/>
        </a:ln>
        <a:solidFill>
          <a:srgbClr val="5E5E5E"/>
        </a:solidFill>
        <a:effectLst/>
        <a:uFillTx/>
        <a:latin typeface="+mn-lt"/>
        <a:ea typeface="+mn-ea"/>
        <a:cs typeface="+mn-cs"/>
        <a:sym typeface="Helvetica Neue"/>
      </a:defRPr>
    </a:lvl8pPr>
    <a:lvl9pPr marL="0" marR="0" indent="1751530" algn="ctr" defTabSz="1167686" rtl="0" fontAlgn="auto" latinLnBrk="0" hangingPunct="0">
      <a:lnSpc>
        <a:spcPct val="100000"/>
      </a:lnSpc>
      <a:spcBef>
        <a:spcPts val="0"/>
      </a:spcBef>
      <a:spcAft>
        <a:spcPts val="0"/>
      </a:spcAft>
      <a:buClrTx/>
      <a:buSzTx/>
      <a:buFontTx/>
      <a:buNone/>
      <a:defRPr kumimoji="0" sz="1149"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D2F6"/>
    <a:srgbClr val="482386"/>
    <a:srgbClr val="F29624"/>
    <a:srgbClr val="441D85"/>
    <a:srgbClr val="FFA701"/>
    <a:srgbClr val="6347B3"/>
    <a:srgbClr val="6556A3"/>
    <a:srgbClr val="9C8AD0"/>
    <a:srgbClr val="9A93BD"/>
    <a:srgbClr val="7E6E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731" autoAdjust="0"/>
    <p:restoredTop sz="94694"/>
  </p:normalViewPr>
  <p:slideViewPr>
    <p:cSldViewPr snapToGrid="0">
      <p:cViewPr varScale="1">
        <p:scale>
          <a:sx n="99" d="100"/>
          <a:sy n="99" d="100"/>
        </p:scale>
        <p:origin x="414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 Id="rId35" Type="http://schemas.openxmlformats.org/officeDocument/2006/relationships/slide" Target="slides/slide98.xml"/><Relationship Id="rId36" Type="http://schemas.openxmlformats.org/officeDocument/2006/relationships/slide" Target="slides/slide91.xml"/><Relationship Id="rId37" Type="http://schemas.openxmlformats.org/officeDocument/2006/relationships/slide" Target="slides/slide10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hape 148"/>
          <p:cNvSpPr>
            <a:spLocks noGrp="1" noRot="1" noChangeAspect="1"/>
          </p:cNvSpPr>
          <p:nvPr>
            <p:ph type="sldImg"/>
          </p:nvPr>
        </p:nvSpPr>
        <p:spPr>
          <a:xfrm>
            <a:off x="1276350" y="549275"/>
            <a:ext cx="2020888" cy="2743200"/>
          </a:xfrm>
          <a:prstGeom prst="rect">
            <a:avLst/>
          </a:prstGeom>
        </p:spPr>
        <p:txBody>
          <a:bodyPr lIns="70967" tIns="35483" rIns="70967" bIns="35483"/>
          <a:lstStyle/>
          <a:p>
            <a:endParaRPr/>
          </a:p>
        </p:txBody>
      </p:sp>
      <p:sp>
        <p:nvSpPr>
          <p:cNvPr id="3" name="Shape 149"/>
          <p:cNvSpPr>
            <a:spLocks noGrp="1"/>
          </p:cNvSpPr>
          <p:nvPr>
            <p:ph type="body" sz="quarter" idx="1"/>
          </p:nvPr>
        </p:nvSpPr>
        <p:spPr>
          <a:xfrm>
            <a:off x="609600" y="3474720"/>
            <a:ext cx="3352800" cy="3291840"/>
          </a:xfrm>
          <a:prstGeom prst="rect">
            <a:avLst/>
          </a:prstGeom>
        </p:spPr>
        <p:txBody>
          <a:bodyPr lIns="70967" tIns="35483" rIns="70967" bIns="35483"/>
          <a:lstStyle/>
          <a:p>
            <a:endParaRPr/>
          </a:p>
        </p:txBody>
      </p:sp>
    </p:spTree>
  </p:cSld>
  <p:clrMap bg1="lt1" tx1="dk1" bg2="lt2" tx2="dk2" accent1="accent1" accent2="accent2" accent3="accent3" accent4="accent4" accent5="accent5" accent6="accent6" hlink="hlink" folHlink="folHlink"/>
  <p:notesStyle>
    <a:lvl1pPr defTabSz="218941" latinLnBrk="0">
      <a:lnSpc>
        <a:spcPct val="118000"/>
      </a:lnSpc>
      <a:defRPr sz="1054" b="0" i="0">
        <a:latin typeface="Microsoft YaHei" panose="020B0503020204020204" pitchFamily="34" charset="-122"/>
        <a:ea typeface="Microsoft YaHei" panose="020B0503020204020204" pitchFamily="34" charset="-122"/>
        <a:cs typeface="+mn-cs"/>
        <a:sym typeface="Helvetica Neue"/>
      </a:defRPr>
    </a:lvl1pPr>
    <a:lvl2pPr indent="109471" defTabSz="218941" latinLnBrk="0">
      <a:lnSpc>
        <a:spcPct val="118000"/>
      </a:lnSpc>
      <a:defRPr sz="1054">
        <a:latin typeface="+mn-lt"/>
        <a:ea typeface="+mn-ea"/>
        <a:cs typeface="+mn-cs"/>
        <a:sym typeface="Helvetica Neue"/>
      </a:defRPr>
    </a:lvl2pPr>
    <a:lvl3pPr indent="218941" defTabSz="218941" latinLnBrk="0">
      <a:lnSpc>
        <a:spcPct val="118000"/>
      </a:lnSpc>
      <a:defRPr sz="1054">
        <a:latin typeface="+mn-lt"/>
        <a:ea typeface="+mn-ea"/>
        <a:cs typeface="+mn-cs"/>
        <a:sym typeface="Helvetica Neue"/>
      </a:defRPr>
    </a:lvl3pPr>
    <a:lvl4pPr indent="328413" defTabSz="218941" latinLnBrk="0">
      <a:lnSpc>
        <a:spcPct val="118000"/>
      </a:lnSpc>
      <a:defRPr sz="1054">
        <a:latin typeface="+mn-lt"/>
        <a:ea typeface="+mn-ea"/>
        <a:cs typeface="+mn-cs"/>
        <a:sym typeface="Helvetica Neue"/>
      </a:defRPr>
    </a:lvl4pPr>
    <a:lvl5pPr indent="437883" defTabSz="218941" latinLnBrk="0">
      <a:lnSpc>
        <a:spcPct val="118000"/>
      </a:lnSpc>
      <a:defRPr sz="1054">
        <a:latin typeface="+mn-lt"/>
        <a:ea typeface="+mn-ea"/>
        <a:cs typeface="+mn-cs"/>
        <a:sym typeface="Helvetica Neue"/>
      </a:defRPr>
    </a:lvl5pPr>
    <a:lvl6pPr indent="547353" defTabSz="218941" latinLnBrk="0">
      <a:lnSpc>
        <a:spcPct val="118000"/>
      </a:lnSpc>
      <a:defRPr sz="1054">
        <a:latin typeface="+mn-lt"/>
        <a:ea typeface="+mn-ea"/>
        <a:cs typeface="+mn-cs"/>
        <a:sym typeface="Helvetica Neue"/>
      </a:defRPr>
    </a:lvl6pPr>
    <a:lvl7pPr indent="656823" defTabSz="218941" latinLnBrk="0">
      <a:lnSpc>
        <a:spcPct val="118000"/>
      </a:lnSpc>
      <a:defRPr sz="1054">
        <a:latin typeface="+mn-lt"/>
        <a:ea typeface="+mn-ea"/>
        <a:cs typeface="+mn-cs"/>
        <a:sym typeface="Helvetica Neue"/>
      </a:defRPr>
    </a:lvl7pPr>
    <a:lvl8pPr indent="766293" defTabSz="218941" latinLnBrk="0">
      <a:lnSpc>
        <a:spcPct val="118000"/>
      </a:lnSpc>
      <a:defRPr sz="1054">
        <a:latin typeface="+mn-lt"/>
        <a:ea typeface="+mn-ea"/>
        <a:cs typeface="+mn-cs"/>
        <a:sym typeface="Helvetica Neue"/>
      </a:defRPr>
    </a:lvl8pPr>
    <a:lvl9pPr indent="875764" defTabSz="218941" latinLnBrk="0">
      <a:lnSpc>
        <a:spcPct val="118000"/>
      </a:lnSpc>
      <a:defRPr sz="1054">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幻灯片图像占位符 1"/>
          <p:cNvSpPr>
            <a:spLocks noGrp="1" noRot="1" noChangeAspect="1"/>
          </p:cNvSpPr>
          <p:nvPr>
            <p:ph type="sldImg"/>
          </p:nvPr>
        </p:nvSpPr>
        <p:spPr>
          <a:xfrm>
            <a:off x="1276350" y="549275"/>
            <a:ext cx="2020888" cy="2743200"/>
          </a:xfrm>
        </p:spPr>
        <p:txBody>
          <a:bodyPr/>
          <a:lstStyle/>
          <a:p>
            <a:endParaRPr/>
          </a:p>
        </p:txBody>
      </p:sp>
      <p:sp>
        <p:nvSpPr>
          <p:cNvPr id="63" name="备注占位符 2"/>
          <p:cNvSpPr>
            <a:spLocks noGrp="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幻灯片图像占位符 1"/>
          <p:cNvSpPr>
            <a:spLocks noGrp="1" noRot="1" noChangeAspect="1"/>
          </p:cNvSpPr>
          <p:nvPr>
            <p:ph type="sldImg"/>
          </p:nvPr>
        </p:nvSpPr>
        <p:spPr>
          <a:xfrm>
            <a:off x="1276350" y="549275"/>
            <a:ext cx="2020888" cy="2743200"/>
          </a:xfrm>
        </p:spPr>
        <p:txBody>
          <a:bodyPr/>
          <a:lstStyle/>
          <a:p>
            <a:endParaRPr/>
          </a:p>
        </p:txBody>
      </p:sp>
      <p:sp>
        <p:nvSpPr>
          <p:cNvPr id="6" name="备注占位符 2"/>
          <p:cNvSpPr>
            <a:spLocks noGrp="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6F578-EFF7-5ECA-3B77-46A1890915D1}"/>
            </a:ext>
          </a:extLst>
        </p:cNvPr>
        <p:cNvGrpSpPr/>
        <p:nvPr/>
      </p:nvGrpSpPr>
      <p:grpSpPr>
        <a:xfrm>
          <a:off x="0" y="0"/>
          <a:ext cx="0" cy="0"/>
          <a:chOff x="0" y="0"/>
          <a:chExt cx="0" cy="0"/>
        </a:xfrm>
      </p:grpSpPr>
      <p:sp>
        <p:nvSpPr>
          <p:cNvPr id="5" name="幻灯片图像占位符 1">
            <a:extLst>
              <a:ext uri="{FF2B5EF4-FFF2-40B4-BE49-F238E27FC236}">
                <a16:creationId xmlns:a16="http://schemas.microsoft.com/office/drawing/2014/main" id="{64357BEA-814E-C540-7E2D-30EE62716767}"/>
              </a:ext>
            </a:extLst>
          </p:cNvPr>
          <p:cNvSpPr>
            <a:spLocks noGrp="1" noRot="1" noChangeAspect="1"/>
          </p:cNvSpPr>
          <p:nvPr>
            <p:ph type="sldImg"/>
          </p:nvPr>
        </p:nvSpPr>
        <p:spPr>
          <a:xfrm>
            <a:off x="1276350" y="549275"/>
            <a:ext cx="2020888" cy="2743200"/>
          </a:xfrm>
        </p:spPr>
        <p:txBody>
          <a:bodyPr/>
          <a:lstStyle/>
          <a:p>
            <a:endParaRPr/>
          </a:p>
        </p:txBody>
      </p:sp>
      <p:sp>
        <p:nvSpPr>
          <p:cNvPr id="6" name="备注占位符 2">
            <a:extLst>
              <a:ext uri="{FF2B5EF4-FFF2-40B4-BE49-F238E27FC236}">
                <a16:creationId xmlns:a16="http://schemas.microsoft.com/office/drawing/2014/main" id="{92FAAD7D-C639-443A-352A-2539AC13AB21}"/>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976829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76350" y="549275"/>
            <a:ext cx="2020888" cy="2743200"/>
          </a:xfrm>
        </p:spPr>
        <p:txBody>
          <a:bodyPr/>
          <a:lstStyle/>
          <a:p>
            <a:endParaRPr/>
          </a:p>
        </p:txBody>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54F64-FD5C-BA03-128E-68FF3D250E8A}"/>
            </a:ext>
          </a:extLst>
        </p:cNvPr>
        <p:cNvGrpSpPr/>
        <p:nvPr/>
      </p:nvGrpSpPr>
      <p:grpSpPr>
        <a:xfrm>
          <a:off x="0" y="0"/>
          <a:ext cx="0" cy="0"/>
          <a:chOff x="0" y="0"/>
          <a:chExt cx="0" cy="0"/>
        </a:xfrm>
      </p:grpSpPr>
      <p:sp>
        <p:nvSpPr>
          <p:cNvPr id="5" name="幻灯片图像占位符 1">
            <a:extLst>
              <a:ext uri="{FF2B5EF4-FFF2-40B4-BE49-F238E27FC236}">
                <a16:creationId xmlns:a16="http://schemas.microsoft.com/office/drawing/2014/main" id="{5A3E7C30-51D7-D395-34E5-5ABA85AC5625}"/>
              </a:ext>
            </a:extLst>
          </p:cNvPr>
          <p:cNvSpPr>
            <a:spLocks noGrp="1" noRot="1" noChangeAspect="1"/>
          </p:cNvSpPr>
          <p:nvPr>
            <p:ph type="sldImg"/>
          </p:nvPr>
        </p:nvSpPr>
        <p:spPr>
          <a:xfrm>
            <a:off x="1276350" y="549275"/>
            <a:ext cx="2020888" cy="2743200"/>
          </a:xfrm>
        </p:spPr>
        <p:txBody>
          <a:bodyPr/>
          <a:lstStyle/>
          <a:p>
            <a:endParaRPr/>
          </a:p>
        </p:txBody>
      </p:sp>
      <p:sp>
        <p:nvSpPr>
          <p:cNvPr id="6" name="备注占位符 2">
            <a:extLst>
              <a:ext uri="{FF2B5EF4-FFF2-40B4-BE49-F238E27FC236}">
                <a16:creationId xmlns:a16="http://schemas.microsoft.com/office/drawing/2014/main" id="{BB5E8F79-C5C0-7DA5-E81E-77ABFF168862}"/>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972564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幻灯片图像占位符 1"/>
          <p:cNvSpPr>
            <a:spLocks noGrp="1" noRot="1" noChangeAspect="1"/>
          </p:cNvSpPr>
          <p:nvPr>
            <p:ph type="sldImg"/>
          </p:nvPr>
        </p:nvSpPr>
        <p:spPr>
          <a:xfrm>
            <a:off x="1276350" y="549275"/>
            <a:ext cx="2020888" cy="2743200"/>
          </a:xfrm>
        </p:spPr>
        <p:txBody>
          <a:bodyPr/>
          <a:lstStyle/>
          <a:p>
            <a:endParaRPr/>
          </a:p>
        </p:txBody>
      </p:sp>
      <p:sp>
        <p:nvSpPr>
          <p:cNvPr id="24" name="备注占位符 2"/>
          <p:cNvSpPr>
            <a:spLocks noGrp="1"/>
          </p:cNvSpPr>
          <p:nvPr>
            <p:ph type="body" idx="1"/>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65148-ED72-A234-B959-F8F07B072B3F}"/>
            </a:ext>
          </a:extLst>
        </p:cNvPr>
        <p:cNvGrpSpPr/>
        <p:nvPr/>
      </p:nvGrpSpPr>
      <p:grpSpPr>
        <a:xfrm>
          <a:off x="0" y="0"/>
          <a:ext cx="0" cy="0"/>
          <a:chOff x="0" y="0"/>
          <a:chExt cx="0" cy="0"/>
        </a:xfrm>
      </p:grpSpPr>
      <p:sp>
        <p:nvSpPr>
          <p:cNvPr id="5" name="幻灯片图像占位符 1">
            <a:extLst>
              <a:ext uri="{FF2B5EF4-FFF2-40B4-BE49-F238E27FC236}">
                <a16:creationId xmlns:a16="http://schemas.microsoft.com/office/drawing/2014/main" id="{433CE81F-BE4D-64C3-8CA6-AC35DB455811}"/>
              </a:ext>
            </a:extLst>
          </p:cNvPr>
          <p:cNvSpPr>
            <a:spLocks noGrp="1" noRot="1" noChangeAspect="1"/>
          </p:cNvSpPr>
          <p:nvPr>
            <p:ph type="sldImg"/>
          </p:nvPr>
        </p:nvSpPr>
        <p:spPr>
          <a:xfrm>
            <a:off x="1276350" y="549275"/>
            <a:ext cx="2020888" cy="2743200"/>
          </a:xfrm>
        </p:spPr>
        <p:txBody>
          <a:bodyPr/>
          <a:lstStyle/>
          <a:p>
            <a:endParaRPr/>
          </a:p>
        </p:txBody>
      </p:sp>
      <p:sp>
        <p:nvSpPr>
          <p:cNvPr id="6" name="备注占位符 2">
            <a:extLst>
              <a:ext uri="{FF2B5EF4-FFF2-40B4-BE49-F238E27FC236}">
                <a16:creationId xmlns:a16="http://schemas.microsoft.com/office/drawing/2014/main" id="{074CA211-DFA9-4869-72F7-7B603352F514}"/>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411552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幻灯片图像占位符 1"/>
          <p:cNvSpPr>
            <a:spLocks noGrp="1" noRot="1" noChangeAspect="1"/>
          </p:cNvSpPr>
          <p:nvPr>
            <p:ph type="sldImg"/>
          </p:nvPr>
        </p:nvSpPr>
        <p:spPr>
          <a:xfrm>
            <a:off x="1276350" y="549275"/>
            <a:ext cx="2020888" cy="2743200"/>
          </a:xfrm>
        </p:spPr>
        <p:txBody>
          <a:bodyPr/>
          <a:lstStyle/>
          <a:p>
            <a:endParaRPr/>
          </a:p>
        </p:txBody>
      </p:sp>
      <p:sp>
        <p:nvSpPr>
          <p:cNvPr id="33" name="备注占位符 2"/>
          <p:cNvSpPr>
            <a:spLocks noGrp="1"/>
          </p:cNvSpPr>
          <p:nvPr>
            <p:ph type="body" idx="1"/>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幻灯片图像占位符 1"/>
          <p:cNvSpPr>
            <a:spLocks noGrp="1" noRot="1" noChangeAspect="1"/>
          </p:cNvSpPr>
          <p:nvPr>
            <p:ph type="sldImg"/>
          </p:nvPr>
        </p:nvSpPr>
        <p:spPr>
          <a:xfrm>
            <a:off x="1276350" y="549275"/>
            <a:ext cx="2020888" cy="2743200"/>
          </a:xfrm>
        </p:spPr>
        <p:txBody>
          <a:bodyPr/>
          <a:lstStyle/>
          <a:p>
            <a:endParaRPr/>
          </a:p>
        </p:txBody>
      </p:sp>
      <p:sp>
        <p:nvSpPr>
          <p:cNvPr id="36" name="备注占位符 2"/>
          <p:cNvSpPr>
            <a:spLocks noGrp="1"/>
          </p:cNvSpPr>
          <p:nvPr>
            <p:ph type="body" idx="1"/>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幻灯片图像占位符 1"/>
          <p:cNvSpPr>
            <a:spLocks noGrp="1" noRot="1" noChangeAspect="1"/>
          </p:cNvSpPr>
          <p:nvPr>
            <p:ph type="sldImg"/>
          </p:nvPr>
        </p:nvSpPr>
        <p:spPr>
          <a:xfrm>
            <a:off x="1276350" y="549275"/>
            <a:ext cx="2020888" cy="2743200"/>
          </a:xfrm>
        </p:spPr>
        <p:txBody>
          <a:bodyPr/>
          <a:lstStyle/>
          <a:p>
            <a:endParaRPr/>
          </a:p>
        </p:txBody>
      </p:sp>
      <p:sp>
        <p:nvSpPr>
          <p:cNvPr id="48" name="备注占位符 2"/>
          <p:cNvSpPr>
            <a:spLocks noGrp="1"/>
          </p:cNvSpPr>
          <p:nvPr>
            <p:ph type="body" idx="1"/>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5FC3B-C480-E241-630C-367320A8990A}"/>
            </a:ext>
          </a:extLst>
        </p:cNvPr>
        <p:cNvGrpSpPr/>
        <p:nvPr/>
      </p:nvGrpSpPr>
      <p:grpSpPr>
        <a:xfrm>
          <a:off x="0" y="0"/>
          <a:ext cx="0" cy="0"/>
          <a:chOff x="0" y="0"/>
          <a:chExt cx="0" cy="0"/>
        </a:xfrm>
      </p:grpSpPr>
      <p:sp>
        <p:nvSpPr>
          <p:cNvPr id="38" name="幻灯片图像占位符 1">
            <a:extLst>
              <a:ext uri="{FF2B5EF4-FFF2-40B4-BE49-F238E27FC236}">
                <a16:creationId xmlns:a16="http://schemas.microsoft.com/office/drawing/2014/main" id="{86B5B346-D6E2-76CF-8023-127133D2C3BA}"/>
              </a:ext>
            </a:extLst>
          </p:cNvPr>
          <p:cNvSpPr>
            <a:spLocks noGrp="1" noRot="1" noChangeAspect="1"/>
          </p:cNvSpPr>
          <p:nvPr>
            <p:ph type="sldImg"/>
          </p:nvPr>
        </p:nvSpPr>
        <p:spPr>
          <a:xfrm>
            <a:off x="1276350" y="549275"/>
            <a:ext cx="2020888" cy="2743200"/>
          </a:xfrm>
        </p:spPr>
        <p:txBody>
          <a:bodyPr/>
          <a:lstStyle/>
          <a:p>
            <a:endParaRPr/>
          </a:p>
        </p:txBody>
      </p:sp>
      <p:sp>
        <p:nvSpPr>
          <p:cNvPr id="39" name="备注占位符 2">
            <a:extLst>
              <a:ext uri="{FF2B5EF4-FFF2-40B4-BE49-F238E27FC236}">
                <a16:creationId xmlns:a16="http://schemas.microsoft.com/office/drawing/2014/main" id="{1220DCFD-D96D-7E31-3E11-78A49C0905B2}"/>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7343209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幻灯片图像占位符 1"/>
          <p:cNvSpPr>
            <a:spLocks noGrp="1" noRot="1" noChangeAspect="1"/>
          </p:cNvSpPr>
          <p:nvPr>
            <p:ph type="sldImg"/>
          </p:nvPr>
        </p:nvSpPr>
        <p:spPr>
          <a:xfrm>
            <a:off x="1276350" y="549275"/>
            <a:ext cx="2020888" cy="2743200"/>
          </a:xfrm>
        </p:spPr>
        <p:txBody>
          <a:bodyPr/>
          <a:lstStyle/>
          <a:p>
            <a:endParaRPr/>
          </a:p>
        </p:txBody>
      </p:sp>
      <p:sp>
        <p:nvSpPr>
          <p:cNvPr id="39" name="备注占位符 2"/>
          <p:cNvSpPr>
            <a:spLocks noGrp="1"/>
          </p:cNvSpPr>
          <p:nvPr>
            <p:ph type="body" idx="1"/>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AD870-D4E5-B6FA-10F8-4F59ADE9FD5D}"/>
            </a:ext>
          </a:extLst>
        </p:cNvPr>
        <p:cNvGrpSpPr/>
        <p:nvPr/>
      </p:nvGrpSpPr>
      <p:grpSpPr>
        <a:xfrm>
          <a:off x="0" y="0"/>
          <a:ext cx="0" cy="0"/>
          <a:chOff x="0" y="0"/>
          <a:chExt cx="0" cy="0"/>
        </a:xfrm>
      </p:grpSpPr>
      <p:sp>
        <p:nvSpPr>
          <p:cNvPr id="47" name="幻灯片图像占位符 1">
            <a:extLst>
              <a:ext uri="{FF2B5EF4-FFF2-40B4-BE49-F238E27FC236}">
                <a16:creationId xmlns:a16="http://schemas.microsoft.com/office/drawing/2014/main" id="{8658154A-DFCA-4C4F-56DD-1E0C506F6872}"/>
              </a:ext>
            </a:extLst>
          </p:cNvPr>
          <p:cNvSpPr>
            <a:spLocks noGrp="1" noRot="1" noChangeAspect="1"/>
          </p:cNvSpPr>
          <p:nvPr>
            <p:ph type="sldImg"/>
          </p:nvPr>
        </p:nvSpPr>
        <p:spPr>
          <a:xfrm>
            <a:off x="1276350" y="549275"/>
            <a:ext cx="2020888" cy="2743200"/>
          </a:xfrm>
        </p:spPr>
        <p:txBody>
          <a:bodyPr/>
          <a:lstStyle/>
          <a:p>
            <a:endParaRPr/>
          </a:p>
        </p:txBody>
      </p:sp>
      <p:sp>
        <p:nvSpPr>
          <p:cNvPr id="48" name="备注占位符 2">
            <a:extLst>
              <a:ext uri="{FF2B5EF4-FFF2-40B4-BE49-F238E27FC236}">
                <a16:creationId xmlns:a16="http://schemas.microsoft.com/office/drawing/2014/main" id="{CDCDFB3E-50E3-00C4-23B0-EE3051EF64DA}"/>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5629389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9BAC0-5105-CADD-D088-A4E7E3D826B7}"/>
            </a:ext>
          </a:extLst>
        </p:cNvPr>
        <p:cNvGrpSpPr/>
        <p:nvPr/>
      </p:nvGrpSpPr>
      <p:grpSpPr>
        <a:xfrm>
          <a:off x="0" y="0"/>
          <a:ext cx="0" cy="0"/>
          <a:chOff x="0" y="0"/>
          <a:chExt cx="0" cy="0"/>
        </a:xfrm>
      </p:grpSpPr>
      <p:sp>
        <p:nvSpPr>
          <p:cNvPr id="44" name="幻灯片图像占位符 1">
            <a:extLst>
              <a:ext uri="{FF2B5EF4-FFF2-40B4-BE49-F238E27FC236}">
                <a16:creationId xmlns:a16="http://schemas.microsoft.com/office/drawing/2014/main" id="{23D7A1AE-D9B1-B478-57AA-0E97B6EB278E}"/>
              </a:ext>
            </a:extLst>
          </p:cNvPr>
          <p:cNvSpPr>
            <a:spLocks noGrp="1" noRot="1" noChangeAspect="1"/>
          </p:cNvSpPr>
          <p:nvPr>
            <p:ph type="sldImg"/>
          </p:nvPr>
        </p:nvSpPr>
        <p:spPr>
          <a:xfrm>
            <a:off x="1276350" y="549275"/>
            <a:ext cx="2020888" cy="2743200"/>
          </a:xfrm>
        </p:spPr>
        <p:txBody>
          <a:bodyPr/>
          <a:lstStyle/>
          <a:p>
            <a:endParaRPr/>
          </a:p>
        </p:txBody>
      </p:sp>
      <p:sp>
        <p:nvSpPr>
          <p:cNvPr id="45" name="备注占位符 2">
            <a:extLst>
              <a:ext uri="{FF2B5EF4-FFF2-40B4-BE49-F238E27FC236}">
                <a16:creationId xmlns:a16="http://schemas.microsoft.com/office/drawing/2014/main" id="{8E556A15-57F4-D9D9-6E89-F001DE3E158C}"/>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084081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幻灯片图像占位符 1"/>
          <p:cNvSpPr>
            <a:spLocks noGrp="1" noRot="1" noChangeAspect="1"/>
          </p:cNvSpPr>
          <p:nvPr>
            <p:ph type="sldImg"/>
          </p:nvPr>
        </p:nvSpPr>
        <p:spPr>
          <a:xfrm>
            <a:off x="1276350" y="549275"/>
            <a:ext cx="2020888" cy="2743200"/>
          </a:xfrm>
        </p:spPr>
        <p:txBody>
          <a:bodyPr/>
          <a:lstStyle/>
          <a:p>
            <a:endParaRPr/>
          </a:p>
        </p:txBody>
      </p:sp>
      <p:sp>
        <p:nvSpPr>
          <p:cNvPr id="45" name="备注占位符 2"/>
          <p:cNvSpPr>
            <a:spLocks noGrp="1"/>
          </p:cNvSpPr>
          <p:nvPr>
            <p:ph type="body" idx="1"/>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幻灯片图像占位符 1"/>
          <p:cNvSpPr>
            <a:spLocks noGrp="1" noRot="1" noChangeAspect="1"/>
          </p:cNvSpPr>
          <p:nvPr>
            <p:ph type="sldImg"/>
          </p:nvPr>
        </p:nvSpPr>
        <p:spPr>
          <a:xfrm>
            <a:off x="1276350" y="549275"/>
            <a:ext cx="2020888" cy="2743200"/>
          </a:xfrm>
        </p:spPr>
        <p:txBody>
          <a:bodyPr/>
          <a:lstStyle/>
          <a:p>
            <a:endParaRPr/>
          </a:p>
        </p:txBody>
      </p:sp>
      <p:sp>
        <p:nvSpPr>
          <p:cNvPr id="51" name="备注占位符 2"/>
          <p:cNvSpPr>
            <a:spLocks noGrp="1"/>
          </p:cNvSpPr>
          <p:nvPr>
            <p:ph type="body" idx="1"/>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幻灯片图像占位符 1"/>
          <p:cNvSpPr>
            <a:spLocks noGrp="1" noRot="1" noChangeAspect="1"/>
          </p:cNvSpPr>
          <p:nvPr>
            <p:ph type="sldImg"/>
          </p:nvPr>
        </p:nvSpPr>
        <p:spPr>
          <a:xfrm>
            <a:off x="1276350" y="549275"/>
            <a:ext cx="2020888" cy="2743200"/>
          </a:xfrm>
        </p:spPr>
        <p:txBody>
          <a:bodyPr/>
          <a:lstStyle/>
          <a:p>
            <a:endParaRPr/>
          </a:p>
        </p:txBody>
      </p:sp>
      <p:sp>
        <p:nvSpPr>
          <p:cNvPr id="15" name="备注占位符 2"/>
          <p:cNvSpPr>
            <a:spLocks noGrp="1"/>
          </p:cNvSpPr>
          <p:nvPr>
            <p:ph type="body" idx="1"/>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幻灯片图像占位符 1"/>
          <p:cNvSpPr>
            <a:spLocks noGrp="1" noRot="1" noChangeAspect="1"/>
          </p:cNvSpPr>
          <p:nvPr>
            <p:ph type="sldImg"/>
          </p:nvPr>
        </p:nvSpPr>
        <p:spPr>
          <a:xfrm>
            <a:off x="1276350" y="549275"/>
            <a:ext cx="2020888" cy="2743200"/>
          </a:xfrm>
        </p:spPr>
        <p:txBody>
          <a:bodyPr/>
          <a:lstStyle/>
          <a:p>
            <a:endParaRPr/>
          </a:p>
        </p:txBody>
      </p:sp>
      <p:sp>
        <p:nvSpPr>
          <p:cNvPr id="18" name="备注占位符 2"/>
          <p:cNvSpPr>
            <a:spLocks noGrp="1"/>
          </p:cNvSpPr>
          <p:nvPr>
            <p:ph type="body" idx="1"/>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幻灯片图像占位符 1"/>
          <p:cNvSpPr>
            <a:spLocks noGrp="1" noRot="1" noChangeAspect="1"/>
          </p:cNvSpPr>
          <p:nvPr>
            <p:ph type="sldImg"/>
          </p:nvPr>
        </p:nvSpPr>
        <p:spPr>
          <a:xfrm>
            <a:off x="1276350" y="549275"/>
            <a:ext cx="2020888" cy="2743200"/>
          </a:xfrm>
        </p:spPr>
        <p:txBody>
          <a:bodyPr/>
          <a:lstStyle/>
          <a:p>
            <a:endParaRPr/>
          </a:p>
        </p:txBody>
      </p:sp>
      <p:sp>
        <p:nvSpPr>
          <p:cNvPr id="21" name="备注占位符 2"/>
          <p:cNvSpPr>
            <a:spLocks noGrp="1"/>
          </p:cNvSpPr>
          <p:nvPr>
            <p:ph type="body" idx="1"/>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F6390-5A20-0823-A8ED-68B5FD520AFF}"/>
            </a:ext>
          </a:extLst>
        </p:cNvPr>
        <p:cNvGrpSpPr/>
        <p:nvPr/>
      </p:nvGrpSpPr>
      <p:grpSpPr>
        <a:xfrm>
          <a:off x="0" y="0"/>
          <a:ext cx="0" cy="0"/>
          <a:chOff x="0" y="0"/>
          <a:chExt cx="0" cy="0"/>
        </a:xfrm>
      </p:grpSpPr>
      <p:sp>
        <p:nvSpPr>
          <p:cNvPr id="17" name="幻灯片图像占位符 1">
            <a:extLst>
              <a:ext uri="{FF2B5EF4-FFF2-40B4-BE49-F238E27FC236}">
                <a16:creationId xmlns:a16="http://schemas.microsoft.com/office/drawing/2014/main" id="{DDC54D9D-389A-A8F8-F5DA-2E495AB67B8D}"/>
              </a:ext>
            </a:extLst>
          </p:cNvPr>
          <p:cNvSpPr>
            <a:spLocks noGrp="1" noRot="1" noChangeAspect="1"/>
          </p:cNvSpPr>
          <p:nvPr>
            <p:ph type="sldImg"/>
          </p:nvPr>
        </p:nvSpPr>
        <p:spPr>
          <a:xfrm>
            <a:off x="1276350" y="549275"/>
            <a:ext cx="2020888" cy="2743200"/>
          </a:xfrm>
        </p:spPr>
        <p:txBody>
          <a:bodyPr/>
          <a:lstStyle/>
          <a:p>
            <a:endParaRPr/>
          </a:p>
        </p:txBody>
      </p:sp>
      <p:sp>
        <p:nvSpPr>
          <p:cNvPr id="18" name="备注占位符 2">
            <a:extLst>
              <a:ext uri="{FF2B5EF4-FFF2-40B4-BE49-F238E27FC236}">
                <a16:creationId xmlns:a16="http://schemas.microsoft.com/office/drawing/2014/main" id="{78F2082D-0A97-CDD0-1C36-80EAC0B18EC6}"/>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129691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幻灯片图像占位符 1"/>
          <p:cNvSpPr>
            <a:spLocks noGrp="1" noRot="1" noChangeAspect="1"/>
          </p:cNvSpPr>
          <p:nvPr>
            <p:ph type="sldImg"/>
          </p:nvPr>
        </p:nvSpPr>
        <p:spPr>
          <a:xfrm>
            <a:off x="1276350" y="549275"/>
            <a:ext cx="2020888" cy="2743200"/>
          </a:xfrm>
        </p:spPr>
        <p:txBody>
          <a:bodyPr/>
          <a:lstStyle/>
          <a:p>
            <a:endParaRPr/>
          </a:p>
        </p:txBody>
      </p:sp>
      <p:sp>
        <p:nvSpPr>
          <p:cNvPr id="30"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278117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幻灯片图像占位符 1"/>
          <p:cNvSpPr>
            <a:spLocks noGrp="1" noRot="1" noChangeAspect="1"/>
          </p:cNvSpPr>
          <p:nvPr>
            <p:ph type="sldImg"/>
          </p:nvPr>
        </p:nvSpPr>
        <p:spPr>
          <a:xfrm>
            <a:off x="1276350" y="549275"/>
            <a:ext cx="2020888" cy="2743200"/>
          </a:xfrm>
        </p:spPr>
        <p:txBody>
          <a:bodyPr/>
          <a:lstStyle/>
          <a:p>
            <a:endParaRPr/>
          </a:p>
        </p:txBody>
      </p:sp>
      <p:sp>
        <p:nvSpPr>
          <p:cNvPr id="57" name="备注占位符 2"/>
          <p:cNvSpPr>
            <a:spLocks noGrp="1"/>
          </p:cNvSpPr>
          <p:nvPr>
            <p:ph type="body" idx="1"/>
          </p:nvPr>
        </p:nvSpPr>
        <p:spPr/>
        <p:txBody>
          <a:bodyPr/>
          <a:lstStyle/>
          <a:p>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13" name="Title 1"/>
          <p:cNvSpPr>
            <a:spLocks noGrp="1"/>
          </p:cNvSpPr>
          <p:nvPr>
            <p:ph type="ctrTitle"/>
          </p:nvPr>
        </p:nvSpPr>
        <p:spPr>
          <a:xfrm>
            <a:off x="566976" y="1679128"/>
            <a:ext cx="6425724" cy="3572005"/>
          </a:xfrm>
        </p:spPr>
        <p:txBody>
          <a:bodyPr anchor="b"/>
          <a:lstStyle>
            <a:lvl1pPr algn="ctr">
              <a:defRPr sz="4960"/>
            </a:lvl1pPr>
          </a:lstStyle>
          <a:p>
            <a:r>
              <a:rPr lang="zh-CN" altLang="en-US"/>
              <a:t>单击此处编辑母版标题样式</a:t>
            </a:r>
            <a:endParaRPr lang="en-US"/>
          </a:p>
        </p:txBody>
      </p:sp>
      <p:sp>
        <p:nvSpPr>
          <p:cNvPr id="14" name="Subtitle 2"/>
          <p:cNvSpPr>
            <a:spLocks noGrp="1"/>
          </p:cNvSpPr>
          <p:nvPr>
            <p:ph type="subTitle" idx="1"/>
          </p:nvPr>
        </p:nvSpPr>
        <p:spPr>
          <a:xfrm>
            <a:off x="944960" y="5388883"/>
            <a:ext cx="5669756" cy="2477127"/>
          </a:xfrm>
        </p:spPr>
        <p:txBody>
          <a:bodyPr/>
          <a:lstStyle>
            <a:lvl1pPr marL="0" indent="0" algn="ctr">
              <a:buNone/>
              <a:defRPr sz="1984"/>
            </a:lvl1pPr>
            <a:lvl2pPr marL="377967" indent="0" algn="ctr">
              <a:buNone/>
              <a:defRPr sz="1653"/>
            </a:lvl2pPr>
            <a:lvl3pPr marL="755934" indent="0" algn="ctr">
              <a:buNone/>
              <a:defRPr sz="1488"/>
            </a:lvl3pPr>
            <a:lvl4pPr marL="1133902" indent="0" algn="ctr">
              <a:buNone/>
              <a:defRPr sz="1323"/>
            </a:lvl4pPr>
            <a:lvl5pPr marL="1511869" indent="0" algn="ctr">
              <a:buNone/>
              <a:defRPr sz="1323"/>
            </a:lvl5pPr>
            <a:lvl6pPr marL="1889836" indent="0" algn="ctr">
              <a:buNone/>
              <a:defRPr sz="1323"/>
            </a:lvl6pPr>
            <a:lvl7pPr marL="2267803" indent="0" algn="ctr">
              <a:buNone/>
              <a:defRPr sz="1323"/>
            </a:lvl7pPr>
            <a:lvl8pPr marL="2645771" indent="0" algn="ctr">
              <a:buNone/>
              <a:defRPr sz="1323"/>
            </a:lvl8pPr>
            <a:lvl9pPr marL="3023738" indent="0" algn="ctr">
              <a:buNone/>
              <a:defRPr sz="1323"/>
            </a:lvl9pPr>
          </a:lstStyle>
          <a:p>
            <a:r>
              <a:rPr lang="zh-CN" altLang="en-US"/>
              <a:t>单击此处编辑母版副标题样式</a:t>
            </a:r>
            <a:endParaRPr lang="en-US"/>
          </a:p>
        </p:txBody>
      </p:sp>
      <p:sp>
        <p:nvSpPr>
          <p:cNvPr id="15" name="Date Placeholder 3"/>
          <p:cNvSpPr>
            <a:spLocks noGrp="1"/>
          </p:cNvSpPr>
          <p:nvPr>
            <p:ph type="dt" sz="half" idx="10"/>
          </p:nvPr>
        </p:nvSpPr>
        <p:spPr/>
        <p:txBody>
          <a:bodyPr/>
          <a:lstStyle/>
          <a:p>
            <a:fld id="{C764DE79-268F-4C1A-8933-263129D2AF90}" type="datetimeFigureOut">
              <a:rPr lang="en-US" smtClean="0"/>
              <a:t>4/17/2026</a:t>
            </a:fld>
            <a:endParaRPr lang="en-US"/>
          </a:p>
        </p:txBody>
      </p:sp>
      <p:sp>
        <p:nvSpPr>
          <p:cNvPr id="16" name="Footer Placeholder 4"/>
          <p:cNvSpPr>
            <a:spLocks noGrp="1"/>
          </p:cNvSpPr>
          <p:nvPr>
            <p:ph type="ftr" sz="quarter" idx="11"/>
          </p:nvPr>
        </p:nvSpPr>
        <p:spPr/>
        <p:txBody>
          <a:bodyPr/>
          <a:lstStyle/>
          <a:p>
            <a:endParaRPr lang="en-US"/>
          </a:p>
        </p:txBody>
      </p:sp>
      <p:sp>
        <p:nvSpPr>
          <p:cNvPr id="17" name="Slide Number Placeholder 5"/>
          <p:cNvSpPr>
            <a:spLocks noGrp="1"/>
          </p:cNvSpPr>
          <p:nvPr>
            <p:ph type="sldNum" sz="quarter" idx="12"/>
          </p:nvPr>
        </p:nvSpPr>
        <p:spPr/>
        <p:txBody>
          <a:bodyPr/>
          <a:lstStyle/>
          <a:p>
            <a:fld id="{48F63A3B-78C7-47BE-AE5E-E10140E0464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19" name="Title 1"/>
          <p:cNvSpPr>
            <a:spLocks noGrp="1"/>
          </p:cNvSpPr>
          <p:nvPr>
            <p:ph type="title"/>
          </p:nvPr>
        </p:nvSpPr>
        <p:spPr/>
        <p:txBody>
          <a:bodyPr/>
          <a:lstStyle/>
          <a:p>
            <a:r>
              <a:rPr lang="zh-CN" altLang="en-US"/>
              <a:t>单击此处编辑母版标题样式</a:t>
            </a:r>
            <a:endParaRPr lang="en-US"/>
          </a:p>
        </p:txBody>
      </p:sp>
      <p:sp>
        <p:nvSpPr>
          <p:cNvPr id="20" name="Content Placeholder 2"/>
          <p:cNvSpPr>
            <a:spLocks noGrp="1"/>
          </p:cNvSpPr>
          <p:nvPr>
            <p:ph idx="1"/>
          </p:nvPr>
        </p:nvSpPr>
        <p:spPr/>
        <p:txBody>
          <a:bodyPr/>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lang="en-US"/>
          </a:p>
        </p:txBody>
      </p:sp>
      <p:sp>
        <p:nvSpPr>
          <p:cNvPr id="21" name="Date Placeholder 3"/>
          <p:cNvSpPr>
            <a:spLocks noGrp="1"/>
          </p:cNvSpPr>
          <p:nvPr>
            <p:ph type="dt" sz="half" idx="10"/>
          </p:nvPr>
        </p:nvSpPr>
        <p:spPr/>
        <p:txBody>
          <a:bodyPr/>
          <a:lstStyle/>
          <a:p>
            <a:fld id="{C764DE79-268F-4C1A-8933-263129D2AF90}" type="datetimeFigureOut">
              <a:rPr lang="en-US" smtClean="0"/>
              <a:t>4/17/2026</a:t>
            </a:fld>
            <a:endParaRPr lang="en-US"/>
          </a:p>
        </p:txBody>
      </p:sp>
      <p:sp>
        <p:nvSpPr>
          <p:cNvPr id="22" name="Footer Placeholder 4"/>
          <p:cNvSpPr>
            <a:spLocks noGrp="1"/>
          </p:cNvSpPr>
          <p:nvPr>
            <p:ph type="ftr" sz="quarter" idx="11"/>
          </p:nvPr>
        </p:nvSpPr>
        <p:spPr/>
        <p:txBody>
          <a:bodyPr/>
          <a:lstStyle/>
          <a:p>
            <a:endParaRPr lang="en-US"/>
          </a:p>
        </p:txBody>
      </p:sp>
      <p:sp>
        <p:nvSpPr>
          <p:cNvPr id="23" name="Slide Number Placeholder 5"/>
          <p:cNvSpPr>
            <a:spLocks noGrp="1"/>
          </p:cNvSpPr>
          <p:nvPr>
            <p:ph type="sldNum" sz="quarter" idx="12"/>
          </p:nvPr>
        </p:nvSpPr>
        <p:spPr/>
        <p:txBody>
          <a:bodyPr/>
          <a:lstStyle/>
          <a:p>
            <a:fld id="{48F63A3B-78C7-47BE-AE5E-E10140E0464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节标题">
    <p:spTree>
      <p:nvGrpSpPr>
        <p:cNvPr id="1" name=""/>
        <p:cNvGrpSpPr/>
        <p:nvPr/>
      </p:nvGrpSpPr>
      <p:grpSpPr>
        <a:xfrm>
          <a:off x="0" y="0"/>
          <a:ext cx="0" cy="0"/>
          <a:chOff x="0" y="0"/>
          <a:chExt cx="0" cy="0"/>
        </a:xfrm>
      </p:grpSpPr>
      <p:sp>
        <p:nvSpPr>
          <p:cNvPr id="41" name="Title 1"/>
          <p:cNvSpPr>
            <a:spLocks noGrp="1"/>
          </p:cNvSpPr>
          <p:nvPr>
            <p:ph type="title"/>
          </p:nvPr>
        </p:nvSpPr>
        <p:spPr>
          <a:xfrm>
            <a:off x="515791" y="2557881"/>
            <a:ext cx="6520220" cy="4267880"/>
          </a:xfrm>
        </p:spPr>
        <p:txBody>
          <a:bodyPr anchor="b"/>
          <a:lstStyle>
            <a:lvl1pPr>
              <a:defRPr sz="4960"/>
            </a:lvl1pPr>
          </a:lstStyle>
          <a:p>
            <a:r>
              <a:rPr lang="zh-CN" altLang="en-US"/>
              <a:t>单击此处编辑母版标题样式</a:t>
            </a:r>
            <a:endParaRPr lang="en-US"/>
          </a:p>
        </p:txBody>
      </p:sp>
      <p:sp>
        <p:nvSpPr>
          <p:cNvPr id="42" name="Text Placeholder 2"/>
          <p:cNvSpPr>
            <a:spLocks noGrp="1"/>
          </p:cNvSpPr>
          <p:nvPr>
            <p:ph type="body" idx="1"/>
          </p:nvPr>
        </p:nvSpPr>
        <p:spPr>
          <a:xfrm>
            <a:off x="515791" y="6866137"/>
            <a:ext cx="6520220" cy="2244377"/>
          </a:xfrm>
        </p:spPr>
        <p:txBody>
          <a:bodyPr/>
          <a:lstStyle>
            <a:lvl1pPr marL="0" indent="0">
              <a:buNone/>
              <a:defRPr sz="1984">
                <a:solidFill>
                  <a:schemeClr val="tx1"/>
                </a:solidFill>
              </a:defRPr>
            </a:lvl1pPr>
            <a:lvl2pPr marL="377967" indent="0">
              <a:buNone/>
              <a:defRPr sz="1653">
                <a:solidFill>
                  <a:schemeClr val="tx1">
                    <a:tint val="75000"/>
                  </a:schemeClr>
                </a:solidFill>
              </a:defRPr>
            </a:lvl2pPr>
            <a:lvl3pPr marL="755934" indent="0">
              <a:buNone/>
              <a:defRPr sz="1488">
                <a:solidFill>
                  <a:schemeClr val="tx1">
                    <a:tint val="75000"/>
                  </a:schemeClr>
                </a:solidFill>
              </a:defRPr>
            </a:lvl3pPr>
            <a:lvl4pPr marL="1133902" indent="0">
              <a:buNone/>
              <a:defRPr sz="1323">
                <a:solidFill>
                  <a:schemeClr val="tx1">
                    <a:tint val="75000"/>
                  </a:schemeClr>
                </a:solidFill>
              </a:defRPr>
            </a:lvl4pPr>
            <a:lvl5pPr marL="1511869" indent="0">
              <a:buNone/>
              <a:defRPr sz="1323">
                <a:solidFill>
                  <a:schemeClr val="tx1">
                    <a:tint val="75000"/>
                  </a:schemeClr>
                </a:solidFill>
              </a:defRPr>
            </a:lvl5pPr>
            <a:lvl6pPr marL="1889836" indent="0">
              <a:buNone/>
              <a:defRPr sz="1323">
                <a:solidFill>
                  <a:schemeClr val="tx1">
                    <a:tint val="75000"/>
                  </a:schemeClr>
                </a:solidFill>
              </a:defRPr>
            </a:lvl6pPr>
            <a:lvl7pPr marL="2267803" indent="0">
              <a:buNone/>
              <a:defRPr sz="1323">
                <a:solidFill>
                  <a:schemeClr val="tx1">
                    <a:tint val="75000"/>
                  </a:schemeClr>
                </a:solidFill>
              </a:defRPr>
            </a:lvl7pPr>
            <a:lvl8pPr marL="2645771" indent="0">
              <a:buNone/>
              <a:defRPr sz="1323">
                <a:solidFill>
                  <a:schemeClr val="tx1">
                    <a:tint val="75000"/>
                  </a:schemeClr>
                </a:solidFill>
              </a:defRPr>
            </a:lvl8pPr>
            <a:lvl9pPr marL="3023738" indent="0">
              <a:buNone/>
              <a:defRPr sz="1323">
                <a:solidFill>
                  <a:schemeClr val="tx1">
                    <a:tint val="75000"/>
                  </a:schemeClr>
                </a:solidFill>
              </a:defRPr>
            </a:lvl9pPr>
          </a:lstStyle>
          <a:p>
            <a:pPr lvl="0"/>
            <a:r>
              <a:rPr lang="zh-CN" altLang="en-US"/>
              <a:t>单击此处编辑母版文本样式</a:t>
            </a:r>
            <a:endParaRPr/>
          </a:p>
        </p:txBody>
      </p:sp>
      <p:sp>
        <p:nvSpPr>
          <p:cNvPr id="43" name="Date Placeholder 3"/>
          <p:cNvSpPr>
            <a:spLocks noGrp="1"/>
          </p:cNvSpPr>
          <p:nvPr>
            <p:ph type="dt" sz="half" idx="10"/>
          </p:nvPr>
        </p:nvSpPr>
        <p:spPr/>
        <p:txBody>
          <a:bodyPr/>
          <a:lstStyle/>
          <a:p>
            <a:fld id="{C764DE79-268F-4C1A-8933-263129D2AF90}" type="datetimeFigureOut">
              <a:rPr lang="en-US" smtClean="0"/>
              <a:t>4/17/2026</a:t>
            </a:fld>
            <a:endParaRPr lang="en-US"/>
          </a:p>
        </p:txBody>
      </p:sp>
      <p:sp>
        <p:nvSpPr>
          <p:cNvPr id="44" name="Footer Placeholder 4"/>
          <p:cNvSpPr>
            <a:spLocks noGrp="1"/>
          </p:cNvSpPr>
          <p:nvPr>
            <p:ph type="ftr" sz="quarter" idx="11"/>
          </p:nvPr>
        </p:nvSpPr>
        <p:spPr/>
        <p:txBody>
          <a:bodyPr/>
          <a:lstStyle/>
          <a:p>
            <a:endParaRPr lang="en-US"/>
          </a:p>
        </p:txBody>
      </p:sp>
      <p:sp>
        <p:nvSpPr>
          <p:cNvPr id="45" name="Slide Number Placeholder 5"/>
          <p:cNvSpPr>
            <a:spLocks noGrp="1"/>
          </p:cNvSpPr>
          <p:nvPr>
            <p:ph type="sldNum" sz="quarter" idx="12"/>
          </p:nvPr>
        </p:nvSpPr>
        <p:spPr/>
        <p:txBody>
          <a:bodyPr/>
          <a:lstStyle/>
          <a:p>
            <a:fld id="{48F63A3B-78C7-47BE-AE5E-E10140E0464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47" name="Title 1"/>
          <p:cNvSpPr>
            <a:spLocks noGrp="1"/>
          </p:cNvSpPr>
          <p:nvPr>
            <p:ph type="title"/>
          </p:nvPr>
        </p:nvSpPr>
        <p:spPr/>
        <p:txBody>
          <a:bodyPr/>
          <a:lstStyle/>
          <a:p>
            <a:r>
              <a:rPr lang="zh-CN" altLang="en-US"/>
              <a:t>单击此处编辑母版标题样式</a:t>
            </a:r>
            <a:endParaRPr lang="en-US"/>
          </a:p>
        </p:txBody>
      </p:sp>
      <p:sp>
        <p:nvSpPr>
          <p:cNvPr id="48" name="Content Placeholder 2"/>
          <p:cNvSpPr>
            <a:spLocks noGrp="1"/>
          </p:cNvSpPr>
          <p:nvPr>
            <p:ph sz="half" idx="1"/>
          </p:nvPr>
        </p:nvSpPr>
        <p:spPr>
          <a:xfrm>
            <a:off x="519728" y="2731253"/>
            <a:ext cx="3212862" cy="6509884"/>
          </a:xfrm>
        </p:spPr>
        <p:txBody>
          <a:bodyPr/>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lang="en-US"/>
          </a:p>
        </p:txBody>
      </p:sp>
      <p:sp>
        <p:nvSpPr>
          <p:cNvPr id="49" name="Content Placeholder 3"/>
          <p:cNvSpPr>
            <a:spLocks noGrp="1"/>
          </p:cNvSpPr>
          <p:nvPr>
            <p:ph sz="half" idx="2"/>
          </p:nvPr>
        </p:nvSpPr>
        <p:spPr>
          <a:xfrm>
            <a:off x="3827085" y="2731253"/>
            <a:ext cx="3212862" cy="6509884"/>
          </a:xfrm>
        </p:spPr>
        <p:txBody>
          <a:bodyPr/>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lang="en-US"/>
          </a:p>
        </p:txBody>
      </p:sp>
      <p:sp>
        <p:nvSpPr>
          <p:cNvPr id="50" name="Date Placeholder 4"/>
          <p:cNvSpPr>
            <a:spLocks noGrp="1"/>
          </p:cNvSpPr>
          <p:nvPr>
            <p:ph type="dt" sz="half" idx="10"/>
          </p:nvPr>
        </p:nvSpPr>
        <p:spPr/>
        <p:txBody>
          <a:bodyPr/>
          <a:lstStyle/>
          <a:p>
            <a:fld id="{C764DE79-268F-4C1A-8933-263129D2AF90}" type="datetimeFigureOut">
              <a:rPr lang="en-US" smtClean="0"/>
              <a:t>4/17/2026</a:t>
            </a:fld>
            <a:endParaRPr lang="en-US"/>
          </a:p>
        </p:txBody>
      </p:sp>
      <p:sp>
        <p:nvSpPr>
          <p:cNvPr id="51" name="Footer Placeholder 5"/>
          <p:cNvSpPr>
            <a:spLocks noGrp="1"/>
          </p:cNvSpPr>
          <p:nvPr>
            <p:ph type="ftr" sz="quarter" idx="11"/>
          </p:nvPr>
        </p:nvSpPr>
        <p:spPr/>
        <p:txBody>
          <a:bodyPr/>
          <a:lstStyle/>
          <a:p>
            <a:endParaRPr lang="en-US"/>
          </a:p>
        </p:txBody>
      </p:sp>
      <p:sp>
        <p:nvSpPr>
          <p:cNvPr id="52" name="Slide Number Placeholder 6"/>
          <p:cNvSpPr>
            <a:spLocks noGrp="1"/>
          </p:cNvSpPr>
          <p:nvPr>
            <p:ph type="sldNum" sz="quarter" idx="12"/>
          </p:nvPr>
        </p:nvSpPr>
        <p:spPr/>
        <p:txBody>
          <a:bodyPr/>
          <a:lstStyle/>
          <a:p>
            <a:fld id="{48F63A3B-78C7-47BE-AE5E-E10140E0464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比较">
    <p:spTree>
      <p:nvGrpSpPr>
        <p:cNvPr id="1" name=""/>
        <p:cNvGrpSpPr/>
        <p:nvPr/>
      </p:nvGrpSpPr>
      <p:grpSpPr>
        <a:xfrm>
          <a:off x="0" y="0"/>
          <a:ext cx="0" cy="0"/>
          <a:chOff x="0" y="0"/>
          <a:chExt cx="0" cy="0"/>
        </a:xfrm>
      </p:grpSpPr>
      <p:sp>
        <p:nvSpPr>
          <p:cNvPr id="54" name="Title 1"/>
          <p:cNvSpPr>
            <a:spLocks noGrp="1"/>
          </p:cNvSpPr>
          <p:nvPr>
            <p:ph type="title"/>
          </p:nvPr>
        </p:nvSpPr>
        <p:spPr>
          <a:xfrm>
            <a:off x="520712" y="546253"/>
            <a:ext cx="6520220" cy="1983128"/>
          </a:xfrm>
        </p:spPr>
        <p:txBody>
          <a:bodyPr/>
          <a:lstStyle/>
          <a:p>
            <a:r>
              <a:rPr lang="zh-CN" altLang="en-US"/>
              <a:t>单击此处编辑母版标题样式</a:t>
            </a:r>
            <a:endParaRPr lang="en-US"/>
          </a:p>
        </p:txBody>
      </p:sp>
      <p:sp>
        <p:nvSpPr>
          <p:cNvPr id="55" name="Text Placeholder 2"/>
          <p:cNvSpPr>
            <a:spLocks noGrp="1"/>
          </p:cNvSpPr>
          <p:nvPr>
            <p:ph type="body" idx="1"/>
          </p:nvPr>
        </p:nvSpPr>
        <p:spPr>
          <a:xfrm>
            <a:off x="520713" y="2515129"/>
            <a:ext cx="3198096" cy="1232626"/>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zh-CN" altLang="en-US"/>
              <a:t>单击此处编辑母版文本样式</a:t>
            </a:r>
            <a:endParaRPr/>
          </a:p>
        </p:txBody>
      </p:sp>
      <p:sp>
        <p:nvSpPr>
          <p:cNvPr id="56" name="Content Placeholder 3"/>
          <p:cNvSpPr>
            <a:spLocks noGrp="1"/>
          </p:cNvSpPr>
          <p:nvPr>
            <p:ph sz="half" idx="2"/>
          </p:nvPr>
        </p:nvSpPr>
        <p:spPr>
          <a:xfrm>
            <a:off x="520713" y="3747755"/>
            <a:ext cx="3198096" cy="5512383"/>
          </a:xfrm>
        </p:spPr>
        <p:txBody>
          <a:bodyPr/>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lang="en-US"/>
          </a:p>
        </p:txBody>
      </p:sp>
      <p:sp>
        <p:nvSpPr>
          <p:cNvPr id="57" name="Text Placeholder 4"/>
          <p:cNvSpPr>
            <a:spLocks noGrp="1"/>
          </p:cNvSpPr>
          <p:nvPr>
            <p:ph type="body" sz="quarter" idx="3"/>
          </p:nvPr>
        </p:nvSpPr>
        <p:spPr>
          <a:xfrm>
            <a:off x="3827086" y="2515129"/>
            <a:ext cx="3213847" cy="1232626"/>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zh-CN" altLang="en-US"/>
              <a:t>单击此处编辑母版文本样式</a:t>
            </a:r>
            <a:endParaRPr/>
          </a:p>
        </p:txBody>
      </p:sp>
      <p:sp>
        <p:nvSpPr>
          <p:cNvPr id="58" name="Content Placeholder 5"/>
          <p:cNvSpPr>
            <a:spLocks noGrp="1"/>
          </p:cNvSpPr>
          <p:nvPr>
            <p:ph sz="quarter" idx="4"/>
          </p:nvPr>
        </p:nvSpPr>
        <p:spPr>
          <a:xfrm>
            <a:off x="3827086" y="3747755"/>
            <a:ext cx="3213847" cy="5512383"/>
          </a:xfrm>
        </p:spPr>
        <p:txBody>
          <a:bodyPr/>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lang="en-US"/>
          </a:p>
        </p:txBody>
      </p:sp>
      <p:sp>
        <p:nvSpPr>
          <p:cNvPr id="59" name="Date Placeholder 6"/>
          <p:cNvSpPr>
            <a:spLocks noGrp="1"/>
          </p:cNvSpPr>
          <p:nvPr>
            <p:ph type="dt" sz="half" idx="10"/>
          </p:nvPr>
        </p:nvSpPr>
        <p:spPr/>
        <p:txBody>
          <a:bodyPr/>
          <a:lstStyle/>
          <a:p>
            <a:fld id="{C764DE79-268F-4C1A-8933-263129D2AF90}" type="datetimeFigureOut">
              <a:rPr lang="en-US" smtClean="0"/>
              <a:t>4/17/2026</a:t>
            </a:fld>
            <a:endParaRPr lang="en-US"/>
          </a:p>
        </p:txBody>
      </p:sp>
      <p:sp>
        <p:nvSpPr>
          <p:cNvPr id="60" name="Footer Placeholder 7"/>
          <p:cNvSpPr>
            <a:spLocks noGrp="1"/>
          </p:cNvSpPr>
          <p:nvPr>
            <p:ph type="ftr" sz="quarter" idx="11"/>
          </p:nvPr>
        </p:nvSpPr>
        <p:spPr/>
        <p:txBody>
          <a:bodyPr/>
          <a:lstStyle/>
          <a:p>
            <a:endParaRPr lang="en-US"/>
          </a:p>
        </p:txBody>
      </p:sp>
      <p:sp>
        <p:nvSpPr>
          <p:cNvPr id="61" name="Slide Number Placeholder 8"/>
          <p:cNvSpPr>
            <a:spLocks noGrp="1"/>
          </p:cNvSpPr>
          <p:nvPr>
            <p:ph type="sldNum" sz="quarter" idx="12"/>
          </p:nvPr>
        </p:nvSpPr>
        <p:spPr/>
        <p:txBody>
          <a:bodyPr/>
          <a:lstStyle/>
          <a:p>
            <a:fld id="{48F63A3B-78C7-47BE-AE5E-E10140E0464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63" name="Title 1"/>
          <p:cNvSpPr>
            <a:spLocks noGrp="1"/>
          </p:cNvSpPr>
          <p:nvPr>
            <p:ph type="title"/>
          </p:nvPr>
        </p:nvSpPr>
        <p:spPr/>
        <p:txBody>
          <a:bodyPr/>
          <a:lstStyle/>
          <a:p>
            <a:r>
              <a:rPr lang="zh-CN" altLang="en-US"/>
              <a:t>单击此处编辑母版标题样式</a:t>
            </a:r>
            <a:endParaRPr lang="en-US"/>
          </a:p>
        </p:txBody>
      </p:sp>
      <p:sp>
        <p:nvSpPr>
          <p:cNvPr id="64" name="Date Placeholder 2"/>
          <p:cNvSpPr>
            <a:spLocks noGrp="1"/>
          </p:cNvSpPr>
          <p:nvPr>
            <p:ph type="dt" sz="half" idx="10"/>
          </p:nvPr>
        </p:nvSpPr>
        <p:spPr/>
        <p:txBody>
          <a:bodyPr/>
          <a:lstStyle/>
          <a:p>
            <a:fld id="{C764DE79-268F-4C1A-8933-263129D2AF90}" type="datetimeFigureOut">
              <a:rPr lang="en-US" smtClean="0"/>
              <a:t>4/17/2026</a:t>
            </a:fld>
            <a:endParaRPr lang="en-US"/>
          </a:p>
        </p:txBody>
      </p:sp>
      <p:sp>
        <p:nvSpPr>
          <p:cNvPr id="65" name="Footer Placeholder 3"/>
          <p:cNvSpPr>
            <a:spLocks noGrp="1"/>
          </p:cNvSpPr>
          <p:nvPr>
            <p:ph type="ftr" sz="quarter" idx="11"/>
          </p:nvPr>
        </p:nvSpPr>
        <p:spPr/>
        <p:txBody>
          <a:bodyPr/>
          <a:lstStyle/>
          <a:p>
            <a:endParaRPr lang="en-US"/>
          </a:p>
        </p:txBody>
      </p:sp>
      <p:sp>
        <p:nvSpPr>
          <p:cNvPr id="66" name="Slide Number Placeholder 4"/>
          <p:cNvSpPr>
            <a:spLocks noGrp="1"/>
          </p:cNvSpPr>
          <p:nvPr>
            <p:ph type="sldNum" sz="quarter" idx="12"/>
          </p:nvPr>
        </p:nvSpPr>
        <p:spPr/>
        <p:txBody>
          <a:bodyPr/>
          <a:lstStyle/>
          <a:p>
            <a:fld id="{48F63A3B-78C7-47BE-AE5E-E10140E0464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68" name="Date Placeholder 1"/>
          <p:cNvSpPr>
            <a:spLocks noGrp="1"/>
          </p:cNvSpPr>
          <p:nvPr>
            <p:ph type="dt" sz="half" idx="10"/>
          </p:nvPr>
        </p:nvSpPr>
        <p:spPr/>
        <p:txBody>
          <a:bodyPr/>
          <a:lstStyle/>
          <a:p>
            <a:fld id="{C764DE79-268F-4C1A-8933-263129D2AF90}" type="datetimeFigureOut">
              <a:rPr lang="en-US" smtClean="0"/>
              <a:t>4/17/2026</a:t>
            </a:fld>
            <a:endParaRPr lang="en-US"/>
          </a:p>
        </p:txBody>
      </p:sp>
      <p:sp>
        <p:nvSpPr>
          <p:cNvPr id="69" name="Footer Placeholder 2"/>
          <p:cNvSpPr>
            <a:spLocks noGrp="1"/>
          </p:cNvSpPr>
          <p:nvPr>
            <p:ph type="ftr" sz="quarter" idx="11"/>
          </p:nvPr>
        </p:nvSpPr>
        <p:spPr/>
        <p:txBody>
          <a:bodyPr/>
          <a:lstStyle/>
          <a:p>
            <a:endParaRPr lang="en-US"/>
          </a:p>
        </p:txBody>
      </p:sp>
      <p:sp>
        <p:nvSpPr>
          <p:cNvPr id="70" name="Slide Number Placeholder 3"/>
          <p:cNvSpPr>
            <a:spLocks noGrp="1"/>
          </p:cNvSpPr>
          <p:nvPr>
            <p:ph type="sldNum" sz="quarter" idx="12"/>
          </p:nvPr>
        </p:nvSpPr>
        <p:spPr/>
        <p:txBody>
          <a:bodyPr/>
          <a:lstStyle/>
          <a:p>
            <a:fld id="{48F63A3B-78C7-47BE-AE5E-E10140E0464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内容与标题">
    <p:spTree>
      <p:nvGrpSpPr>
        <p:cNvPr id="1" name=""/>
        <p:cNvGrpSpPr/>
        <p:nvPr/>
      </p:nvGrpSpPr>
      <p:grpSpPr>
        <a:xfrm>
          <a:off x="0" y="0"/>
          <a:ext cx="0" cy="0"/>
          <a:chOff x="0" y="0"/>
          <a:chExt cx="0" cy="0"/>
        </a:xfrm>
      </p:grpSpPr>
      <p:sp>
        <p:nvSpPr>
          <p:cNvPr id="72" name="Title 1"/>
          <p:cNvSpPr>
            <a:spLocks noGrp="1"/>
          </p:cNvSpPr>
          <p:nvPr>
            <p:ph type="title"/>
          </p:nvPr>
        </p:nvSpPr>
        <p:spPr>
          <a:xfrm>
            <a:off x="520712" y="684001"/>
            <a:ext cx="2438192" cy="2394003"/>
          </a:xfrm>
        </p:spPr>
        <p:txBody>
          <a:bodyPr anchor="b"/>
          <a:lstStyle>
            <a:lvl1pPr>
              <a:defRPr sz="2645"/>
            </a:lvl1pPr>
          </a:lstStyle>
          <a:p>
            <a:r>
              <a:rPr lang="zh-CN" altLang="en-US"/>
              <a:t>单击此处编辑母版标题样式</a:t>
            </a:r>
            <a:endParaRPr lang="en-US"/>
          </a:p>
        </p:txBody>
      </p:sp>
      <p:sp>
        <p:nvSpPr>
          <p:cNvPr id="73" name="Content Placeholder 2"/>
          <p:cNvSpPr>
            <a:spLocks noGrp="1"/>
          </p:cNvSpPr>
          <p:nvPr>
            <p:ph idx="1"/>
          </p:nvPr>
        </p:nvSpPr>
        <p:spPr>
          <a:xfrm>
            <a:off x="3213847" y="1477254"/>
            <a:ext cx="3827085" cy="7291259"/>
          </a:xfrm>
        </p:spPr>
        <p:txBody>
          <a:bodyPr/>
          <a:lstStyle>
            <a:lvl1pPr>
              <a:defRPr sz="2645"/>
            </a:lvl1pPr>
            <a:lvl2pPr>
              <a:defRPr sz="2315"/>
            </a:lvl2pPr>
            <a:lvl3pPr>
              <a:defRPr sz="1984"/>
            </a:lvl3pPr>
            <a:lvl4pPr>
              <a:defRPr sz="1653"/>
            </a:lvl4pPr>
            <a:lvl5pPr>
              <a:defRPr sz="1653"/>
            </a:lvl5pPr>
            <a:lvl6pPr>
              <a:defRPr sz="1653"/>
            </a:lvl6pPr>
            <a:lvl7pPr>
              <a:defRPr sz="1653"/>
            </a:lvl7pPr>
            <a:lvl8pPr>
              <a:defRPr sz="1653"/>
            </a:lvl8pPr>
            <a:lvl9pPr>
              <a:defRPr sz="1653"/>
            </a:lvl9pPr>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lang="en-US"/>
          </a:p>
        </p:txBody>
      </p:sp>
      <p:sp>
        <p:nvSpPr>
          <p:cNvPr id="74" name="Text Placeholder 3"/>
          <p:cNvSpPr>
            <a:spLocks noGrp="1"/>
          </p:cNvSpPr>
          <p:nvPr>
            <p:ph type="body" sz="half" idx="2"/>
          </p:nvPr>
        </p:nvSpPr>
        <p:spPr>
          <a:xfrm>
            <a:off x="520712" y="3078004"/>
            <a:ext cx="2438192" cy="5702383"/>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zh-CN" altLang="en-US"/>
              <a:t>单击此处编辑母版文本样式</a:t>
            </a:r>
            <a:endParaRPr/>
          </a:p>
        </p:txBody>
      </p:sp>
      <p:sp>
        <p:nvSpPr>
          <p:cNvPr id="75" name="Date Placeholder 4"/>
          <p:cNvSpPr>
            <a:spLocks noGrp="1"/>
          </p:cNvSpPr>
          <p:nvPr>
            <p:ph type="dt" sz="half" idx="10"/>
          </p:nvPr>
        </p:nvSpPr>
        <p:spPr/>
        <p:txBody>
          <a:bodyPr/>
          <a:lstStyle/>
          <a:p>
            <a:fld id="{C764DE79-268F-4C1A-8933-263129D2AF90}" type="datetimeFigureOut">
              <a:rPr lang="en-US" smtClean="0"/>
              <a:t>4/17/2026</a:t>
            </a:fld>
            <a:endParaRPr lang="en-US"/>
          </a:p>
        </p:txBody>
      </p:sp>
      <p:sp>
        <p:nvSpPr>
          <p:cNvPr id="76" name="Footer Placeholder 5"/>
          <p:cNvSpPr>
            <a:spLocks noGrp="1"/>
          </p:cNvSpPr>
          <p:nvPr>
            <p:ph type="ftr" sz="quarter" idx="11"/>
          </p:nvPr>
        </p:nvSpPr>
        <p:spPr/>
        <p:txBody>
          <a:bodyPr/>
          <a:lstStyle/>
          <a:p>
            <a:endParaRPr lang="en-US"/>
          </a:p>
        </p:txBody>
      </p:sp>
      <p:sp>
        <p:nvSpPr>
          <p:cNvPr id="77" name="Slide Number Placeholder 6"/>
          <p:cNvSpPr>
            <a:spLocks noGrp="1"/>
          </p:cNvSpPr>
          <p:nvPr>
            <p:ph type="sldNum" sz="quarter" idx="12"/>
          </p:nvPr>
        </p:nvSpPr>
        <p:spPr/>
        <p:txBody>
          <a:bodyPr/>
          <a:lstStyle/>
          <a:p>
            <a:fld id="{48F63A3B-78C7-47BE-AE5E-E10140E0464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图片与标题">
    <p:spTree>
      <p:nvGrpSpPr>
        <p:cNvPr id="1" name=""/>
        <p:cNvGrpSpPr/>
        <p:nvPr/>
      </p:nvGrpSpPr>
      <p:grpSpPr>
        <a:xfrm>
          <a:off x="0" y="0"/>
          <a:ext cx="0" cy="0"/>
          <a:chOff x="0" y="0"/>
          <a:chExt cx="0" cy="0"/>
        </a:xfrm>
      </p:grpSpPr>
      <p:sp>
        <p:nvSpPr>
          <p:cNvPr id="79" name="Title 1"/>
          <p:cNvSpPr>
            <a:spLocks noGrp="1"/>
          </p:cNvSpPr>
          <p:nvPr>
            <p:ph type="title"/>
          </p:nvPr>
        </p:nvSpPr>
        <p:spPr>
          <a:xfrm>
            <a:off x="520712" y="684001"/>
            <a:ext cx="2438192" cy="2394003"/>
          </a:xfrm>
        </p:spPr>
        <p:txBody>
          <a:bodyPr anchor="b"/>
          <a:lstStyle>
            <a:lvl1pPr>
              <a:defRPr sz="2645"/>
            </a:lvl1pPr>
          </a:lstStyle>
          <a:p>
            <a:r>
              <a:rPr lang="zh-CN" altLang="en-US"/>
              <a:t>单击此处编辑母版标题样式</a:t>
            </a:r>
            <a:endParaRPr lang="en-US"/>
          </a:p>
        </p:txBody>
      </p:sp>
      <p:sp>
        <p:nvSpPr>
          <p:cNvPr id="80" name="Picture Placeholder 2"/>
          <p:cNvSpPr>
            <a:spLocks noGrp="1" noChangeAspect="1"/>
          </p:cNvSpPr>
          <p:nvPr>
            <p:ph type="pic" idx="1"/>
          </p:nvPr>
        </p:nvSpPr>
        <p:spPr>
          <a:xfrm>
            <a:off x="3213847" y="1477254"/>
            <a:ext cx="3827085" cy="7291259"/>
          </a:xfrm>
        </p:spPr>
        <p:txBody>
          <a:bodyPr anchor="t"/>
          <a:lstStyle>
            <a:lvl1pPr marL="0" indent="0">
              <a:buNone/>
              <a:defRPr sz="2645"/>
            </a:lvl1pPr>
            <a:lvl2pPr marL="377967" indent="0">
              <a:buNone/>
              <a:defRPr sz="2315"/>
            </a:lvl2pPr>
            <a:lvl3pPr marL="755934" indent="0">
              <a:buNone/>
              <a:defRPr sz="1984"/>
            </a:lvl3pPr>
            <a:lvl4pPr marL="1133902" indent="0">
              <a:buNone/>
              <a:defRPr sz="1653"/>
            </a:lvl4pPr>
            <a:lvl5pPr marL="1511869" indent="0">
              <a:buNone/>
              <a:defRPr sz="1653"/>
            </a:lvl5pPr>
            <a:lvl6pPr marL="1889836" indent="0">
              <a:buNone/>
              <a:defRPr sz="1653"/>
            </a:lvl6pPr>
            <a:lvl7pPr marL="2267803" indent="0">
              <a:buNone/>
              <a:defRPr sz="1653"/>
            </a:lvl7pPr>
            <a:lvl8pPr marL="2645771" indent="0">
              <a:buNone/>
              <a:defRPr sz="1653"/>
            </a:lvl8pPr>
            <a:lvl9pPr marL="3023738" indent="0">
              <a:buNone/>
              <a:defRPr sz="1653"/>
            </a:lvl9pPr>
          </a:lstStyle>
          <a:p>
            <a:r>
              <a:rPr lang="zh-CN" altLang="en-US"/>
              <a:t>单击图标添加图片</a:t>
            </a:r>
            <a:endParaRPr lang="en-US"/>
          </a:p>
        </p:txBody>
      </p:sp>
      <p:sp>
        <p:nvSpPr>
          <p:cNvPr id="81" name="Text Placeholder 3"/>
          <p:cNvSpPr>
            <a:spLocks noGrp="1"/>
          </p:cNvSpPr>
          <p:nvPr>
            <p:ph type="body" sz="half" idx="2"/>
          </p:nvPr>
        </p:nvSpPr>
        <p:spPr>
          <a:xfrm>
            <a:off x="520712" y="3078004"/>
            <a:ext cx="2438192" cy="5702383"/>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zh-CN" altLang="en-US"/>
              <a:t>单击此处编辑母版文本样式</a:t>
            </a:r>
            <a:endParaRPr/>
          </a:p>
        </p:txBody>
      </p:sp>
      <p:sp>
        <p:nvSpPr>
          <p:cNvPr id="82" name="Date Placeholder 4"/>
          <p:cNvSpPr>
            <a:spLocks noGrp="1"/>
          </p:cNvSpPr>
          <p:nvPr>
            <p:ph type="dt" sz="half" idx="10"/>
          </p:nvPr>
        </p:nvSpPr>
        <p:spPr/>
        <p:txBody>
          <a:bodyPr/>
          <a:lstStyle/>
          <a:p>
            <a:fld id="{C764DE79-268F-4C1A-8933-263129D2AF90}" type="datetimeFigureOut">
              <a:rPr lang="en-US" smtClean="0"/>
              <a:t>4/17/2026</a:t>
            </a:fld>
            <a:endParaRPr lang="en-US"/>
          </a:p>
        </p:txBody>
      </p:sp>
      <p:sp>
        <p:nvSpPr>
          <p:cNvPr id="83" name="Footer Placeholder 5"/>
          <p:cNvSpPr>
            <a:spLocks noGrp="1"/>
          </p:cNvSpPr>
          <p:nvPr>
            <p:ph type="ftr" sz="quarter" idx="11"/>
          </p:nvPr>
        </p:nvSpPr>
        <p:spPr/>
        <p:txBody>
          <a:bodyPr/>
          <a:lstStyle/>
          <a:p>
            <a:endParaRPr lang="en-US"/>
          </a:p>
        </p:txBody>
      </p:sp>
      <p:sp>
        <p:nvSpPr>
          <p:cNvPr id="84" name="Slide Number Placeholder 6"/>
          <p:cNvSpPr>
            <a:spLocks noGrp="1"/>
          </p:cNvSpPr>
          <p:nvPr>
            <p:ph type="sldNum" sz="quarter" idx="12"/>
          </p:nvPr>
        </p:nvSpPr>
        <p:spPr/>
        <p:txBody>
          <a:bodyPr/>
          <a:lstStyle/>
          <a:p>
            <a:fld id="{48F63A3B-78C7-47BE-AE5E-E10140E0464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标题和竖排文字">
    <p:spTree>
      <p:nvGrpSpPr>
        <p:cNvPr id="1" name=""/>
        <p:cNvGrpSpPr/>
        <p:nvPr/>
      </p:nvGrpSpPr>
      <p:grpSpPr>
        <a:xfrm>
          <a:off x="0" y="0"/>
          <a:ext cx="0" cy="0"/>
          <a:chOff x="0" y="0"/>
          <a:chExt cx="0" cy="0"/>
        </a:xfrm>
      </p:grpSpPr>
      <p:sp>
        <p:nvSpPr>
          <p:cNvPr id="86" name="Title 1"/>
          <p:cNvSpPr>
            <a:spLocks noGrp="1"/>
          </p:cNvSpPr>
          <p:nvPr>
            <p:ph type="title"/>
          </p:nvPr>
        </p:nvSpPr>
        <p:spPr/>
        <p:txBody>
          <a:bodyPr/>
          <a:lstStyle/>
          <a:p>
            <a:r>
              <a:rPr lang="zh-CN" altLang="en-US"/>
              <a:t>单击此处编辑母版标题样式</a:t>
            </a:r>
            <a:endParaRPr lang="en-US"/>
          </a:p>
        </p:txBody>
      </p:sp>
      <p:sp>
        <p:nvSpPr>
          <p:cNvPr id="87" name="Vertical Text Placeholder 2"/>
          <p:cNvSpPr>
            <a:spLocks noGrp="1"/>
          </p:cNvSpPr>
          <p:nvPr>
            <p:ph type="body" orient="vert" idx="1"/>
          </p:nvPr>
        </p:nvSpPr>
        <p:spPr/>
        <p:txBody>
          <a:bodyPr vert="eaVert"/>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lang="en-US"/>
          </a:p>
        </p:txBody>
      </p:sp>
      <p:sp>
        <p:nvSpPr>
          <p:cNvPr id="88" name="Date Placeholder 3"/>
          <p:cNvSpPr>
            <a:spLocks noGrp="1"/>
          </p:cNvSpPr>
          <p:nvPr>
            <p:ph type="dt" sz="half" idx="10"/>
          </p:nvPr>
        </p:nvSpPr>
        <p:spPr/>
        <p:txBody>
          <a:bodyPr/>
          <a:lstStyle/>
          <a:p>
            <a:fld id="{C764DE79-268F-4C1A-8933-263129D2AF90}" type="datetimeFigureOut">
              <a:rPr lang="en-US" smtClean="0"/>
              <a:t>4/17/2026</a:t>
            </a:fld>
            <a:endParaRPr lang="en-US"/>
          </a:p>
        </p:txBody>
      </p:sp>
      <p:sp>
        <p:nvSpPr>
          <p:cNvPr id="89" name="Footer Placeholder 4"/>
          <p:cNvSpPr>
            <a:spLocks noGrp="1"/>
          </p:cNvSpPr>
          <p:nvPr>
            <p:ph type="ftr" sz="quarter" idx="11"/>
          </p:nvPr>
        </p:nvSpPr>
        <p:spPr/>
        <p:txBody>
          <a:bodyPr/>
          <a:lstStyle/>
          <a:p>
            <a:endParaRPr lang="en-US"/>
          </a:p>
        </p:txBody>
      </p:sp>
      <p:sp>
        <p:nvSpPr>
          <p:cNvPr id="90" name="Slide Number Placeholder 5"/>
          <p:cNvSpPr>
            <a:spLocks noGrp="1"/>
          </p:cNvSpPr>
          <p:nvPr>
            <p:ph type="sldNum" sz="quarter" idx="12"/>
          </p:nvPr>
        </p:nvSpPr>
        <p:spPr/>
        <p:txBody>
          <a:bodyPr/>
          <a:lstStyle/>
          <a:p>
            <a:fld id="{48F63A3B-78C7-47BE-AE5E-E10140E0464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竖排标题与文本">
    <p:spTree>
      <p:nvGrpSpPr>
        <p:cNvPr id="1" name=""/>
        <p:cNvGrpSpPr/>
        <p:nvPr/>
      </p:nvGrpSpPr>
      <p:grpSpPr>
        <a:xfrm>
          <a:off x="0" y="0"/>
          <a:ext cx="0" cy="0"/>
          <a:chOff x="0" y="0"/>
          <a:chExt cx="0" cy="0"/>
        </a:xfrm>
      </p:grpSpPr>
      <p:sp>
        <p:nvSpPr>
          <p:cNvPr id="25" name="Vertical Title 1"/>
          <p:cNvSpPr>
            <a:spLocks noGrp="1"/>
          </p:cNvSpPr>
          <p:nvPr>
            <p:ph type="title" orient="vert"/>
          </p:nvPr>
        </p:nvSpPr>
        <p:spPr>
          <a:xfrm>
            <a:off x="5409893" y="546251"/>
            <a:ext cx="1630055" cy="8694887"/>
          </a:xfrm>
        </p:spPr>
        <p:txBody>
          <a:bodyPr vert="eaVert"/>
          <a:lstStyle/>
          <a:p>
            <a:r>
              <a:rPr lang="zh-CN" altLang="en-US"/>
              <a:t>单击此处编辑母版标题样式</a:t>
            </a:r>
            <a:endParaRPr lang="en-US"/>
          </a:p>
        </p:txBody>
      </p:sp>
      <p:sp>
        <p:nvSpPr>
          <p:cNvPr id="26" name="Vertical Text Placeholder 2"/>
          <p:cNvSpPr>
            <a:spLocks noGrp="1"/>
          </p:cNvSpPr>
          <p:nvPr>
            <p:ph type="body" orient="vert" idx="1"/>
          </p:nvPr>
        </p:nvSpPr>
        <p:spPr>
          <a:xfrm>
            <a:off x="519728" y="546251"/>
            <a:ext cx="4795669" cy="8694887"/>
          </a:xfrm>
        </p:spPr>
        <p:txBody>
          <a:bodyPr vert="eaVert"/>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lang="en-US"/>
          </a:p>
        </p:txBody>
      </p:sp>
      <p:sp>
        <p:nvSpPr>
          <p:cNvPr id="27" name="Date Placeholder 3"/>
          <p:cNvSpPr>
            <a:spLocks noGrp="1"/>
          </p:cNvSpPr>
          <p:nvPr>
            <p:ph type="dt" sz="half" idx="10"/>
          </p:nvPr>
        </p:nvSpPr>
        <p:spPr/>
        <p:txBody>
          <a:bodyPr/>
          <a:lstStyle/>
          <a:p>
            <a:fld id="{C764DE79-268F-4C1A-8933-263129D2AF90}" type="datetimeFigureOut">
              <a:rPr lang="en-US" smtClean="0"/>
              <a:t>4/17/2026</a:t>
            </a:fld>
            <a:endParaRPr lang="en-US"/>
          </a:p>
        </p:txBody>
      </p:sp>
      <p:sp>
        <p:nvSpPr>
          <p:cNvPr id="28" name="Footer Placeholder 4"/>
          <p:cNvSpPr>
            <a:spLocks noGrp="1"/>
          </p:cNvSpPr>
          <p:nvPr>
            <p:ph type="ftr" sz="quarter" idx="11"/>
          </p:nvPr>
        </p:nvSpPr>
        <p:spPr/>
        <p:txBody>
          <a:bodyPr/>
          <a:lstStyle/>
          <a:p>
            <a:endParaRPr lang="en-US"/>
          </a:p>
        </p:txBody>
      </p:sp>
      <p:sp>
        <p:nvSpPr>
          <p:cNvPr id="29" name="Slide Number Placeholder 5"/>
          <p:cNvSpPr>
            <a:spLocks noGrp="1"/>
          </p:cNvSpPr>
          <p:nvPr>
            <p:ph type="sldNum" sz="quarter" idx="12"/>
          </p:nvPr>
        </p:nvSpPr>
        <p:spPr/>
        <p:txBody>
          <a:bodyPr/>
          <a:lstStyle/>
          <a:p>
            <a:fld id="{48F63A3B-78C7-47BE-AE5E-E10140E04643}"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grpSp>
        <p:nvGrpSpPr>
          <p:cNvPr id="31" name="Group 1"/>
          <p:cNvGrpSpPr/>
          <p:nvPr userDrawn="1"/>
        </p:nvGrpSpPr>
        <p:grpSpPr>
          <a:xfrm>
            <a:off x="1" y="-15544"/>
            <a:ext cx="7559675" cy="10260013"/>
            <a:chOff x="0" y="0"/>
            <a:chExt cx="24384000" cy="13716000"/>
          </a:xfrm>
        </p:grpSpPr>
        <p:sp>
          <p:nvSpPr>
            <p:cNvPr id="32" name="Rectangle 2"/>
            <p:cNvSpPr/>
            <p:nvPr userDrawn="1"/>
          </p:nvSpPr>
          <p:spPr>
            <a:xfrm>
              <a:off x="0" y="0"/>
              <a:ext cx="24384000" cy="13716000"/>
            </a:xfrm>
            <a:prstGeom prst="rect">
              <a:avLst/>
            </a:prstGeom>
            <a:solidFill>
              <a:srgbClr val="F4F5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sz="930"/>
            </a:p>
          </p:txBody>
        </p:sp>
        <p:pic>
          <p:nvPicPr>
            <p:cNvPr id="33" name="Picture 3" descr="A white rectangular object with a logo  Description automatically generated"/>
            <p:cNvPicPr>
              <a:picLocks noChangeAspect="1"/>
            </p:cNvPicPr>
            <p:nvPr userDrawn="1"/>
          </p:nvPicPr>
          <p:blipFill>
            <a:blip r:embed="rId2"/>
            <a:stretch>
              <a:fillRect/>
            </a:stretch>
          </p:blipFill>
          <p:spPr>
            <a:xfrm>
              <a:off x="5952564" y="0"/>
              <a:ext cx="12478871" cy="13675822"/>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1_标题与项目符号">
    <p:spTree>
      <p:nvGrpSpPr>
        <p:cNvPr id="1" name=""/>
        <p:cNvGrpSpPr/>
        <p:nvPr/>
      </p:nvGrpSpPr>
      <p:grpSpPr>
        <a:xfrm>
          <a:off x="0" y="0"/>
          <a:ext cx="0" cy="0"/>
          <a:chOff x="0" y="0"/>
          <a:chExt cx="0" cy="0"/>
        </a:xfrm>
      </p:grpSpPr>
      <p:sp>
        <p:nvSpPr>
          <p:cNvPr id="36" name="幻灯片标题"/>
          <p:cNvSpPr txBox="1">
            <a:spLocks noGrp="1"/>
          </p:cNvSpPr>
          <p:nvPr>
            <p:ph type="title" hasCustomPrompt="1"/>
          </p:nvPr>
        </p:nvSpPr>
        <p:spPr>
          <a:prstGeom prst="rect">
            <a:avLst/>
          </a:prstGeom>
        </p:spPr>
        <p:txBody>
          <a:bodyPr/>
          <a:lstStyle/>
          <a:p>
            <a:r>
              <a:t>幻灯片标题</a:t>
            </a:r>
          </a:p>
        </p:txBody>
      </p:sp>
      <p:sp>
        <p:nvSpPr>
          <p:cNvPr id="37" name="幻灯片副标题"/>
          <p:cNvSpPr txBox="1">
            <a:spLocks noGrp="1"/>
          </p:cNvSpPr>
          <p:nvPr>
            <p:ph type="body" sz="quarter" idx="21" hasCustomPrompt="1"/>
          </p:nvPr>
        </p:nvSpPr>
        <p:spPr>
          <a:xfrm>
            <a:off x="374047" y="1775053"/>
            <a:ext cx="6811582" cy="699246"/>
          </a:xfrm>
          <a:prstGeom prst="rect">
            <a:avLst/>
          </a:prstGeom>
        </p:spPr>
        <p:txBody>
          <a:bodyPr lIns="45719" tIns="45719" rIns="45719" bIns="45719"/>
          <a:lstStyle>
            <a:lvl1pPr marL="0" indent="0" defTabSz="225252">
              <a:lnSpc>
                <a:spcPct val="100000"/>
              </a:lnSpc>
              <a:spcBef>
                <a:spcPts val="0"/>
              </a:spcBef>
              <a:buSzTx/>
              <a:buNone/>
              <a:defRPr sz="1500" b="1"/>
            </a:lvl1pPr>
          </a:lstStyle>
          <a:p>
            <a:r>
              <a:t>幻灯片副标题</a:t>
            </a:r>
          </a:p>
        </p:txBody>
      </p:sp>
      <p:sp>
        <p:nvSpPr>
          <p:cNvPr id="38" name="正文级别 1…"/>
          <p:cNvSpPr txBox="1">
            <a:spLocks noGrp="1"/>
          </p:cNvSpPr>
          <p:nvPr>
            <p:ph type="body" idx="1" hasCustomPrompt="1"/>
          </p:nvPr>
        </p:nvSpPr>
        <p:spPr>
          <a:prstGeom prst="rect">
            <a:avLst/>
          </a:prstGeom>
        </p:spPr>
        <p:txBody>
          <a:bodyPr/>
          <a:lstStyle/>
          <a:p>
            <a:r>
              <a:t>幻灯片项目符号文本</a:t>
            </a:r>
          </a:p>
          <a:p>
            <a:pPr lvl="1"/>
            <a:endParaRPr/>
          </a:p>
          <a:p>
            <a:pPr lvl="2"/>
            <a:endParaRPr/>
          </a:p>
          <a:p>
            <a:pPr lvl="3"/>
            <a:endParaRPr/>
          </a:p>
          <a:p>
            <a:pPr lvl="4"/>
            <a:endParaRPr/>
          </a:p>
        </p:txBody>
      </p:sp>
      <p:sp>
        <p:nvSpPr>
          <p:cNvPr id="39"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519728" y="546253"/>
            <a:ext cx="6520220" cy="1983128"/>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6" name="Text Placeholder 2"/>
          <p:cNvSpPr>
            <a:spLocks noGrp="1"/>
          </p:cNvSpPr>
          <p:nvPr>
            <p:ph type="body" idx="1"/>
          </p:nvPr>
        </p:nvSpPr>
        <p:spPr>
          <a:xfrm>
            <a:off x="519728" y="2731253"/>
            <a:ext cx="6520220" cy="6509884"/>
          </a:xfrm>
          <a:prstGeom prst="rect">
            <a:avLst/>
          </a:prstGeom>
        </p:spPr>
        <p:txBody>
          <a:bodyPr vert="horz" lIns="91440" tIns="45720" rIns="91440" bIns="45720" rtlCol="0">
            <a:normAutofit/>
          </a:bodyPr>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lang="en-US"/>
          </a:p>
        </p:txBody>
      </p:sp>
      <p:sp>
        <p:nvSpPr>
          <p:cNvPr id="7" name="Date Placeholder 3"/>
          <p:cNvSpPr>
            <a:spLocks noGrp="1"/>
          </p:cNvSpPr>
          <p:nvPr>
            <p:ph type="dt" sz="half" idx="2"/>
          </p:nvPr>
        </p:nvSpPr>
        <p:spPr>
          <a:xfrm>
            <a:off x="519728" y="9509514"/>
            <a:ext cx="1700927" cy="546251"/>
          </a:xfrm>
          <a:prstGeom prst="rect">
            <a:avLst/>
          </a:prstGeom>
        </p:spPr>
        <p:txBody>
          <a:bodyPr vert="horz" lIns="91440" tIns="45720" rIns="91440" bIns="45720" rtlCol="0" anchor="ctr"/>
          <a:lstStyle>
            <a:lvl1pPr algn="l">
              <a:defRPr sz="992">
                <a:solidFill>
                  <a:schemeClr val="tx1">
                    <a:tint val="75000"/>
                  </a:schemeClr>
                </a:solidFill>
              </a:defRPr>
            </a:lvl1pPr>
          </a:lstStyle>
          <a:p>
            <a:fld id="{C764DE79-268F-4C1A-8933-263129D2AF90}" type="datetimeFigureOut">
              <a:rPr lang="en-US" dirty="0"/>
              <a:t>4/17/2026</a:t>
            </a:fld>
            <a:endParaRPr lang="en-US"/>
          </a:p>
        </p:txBody>
      </p:sp>
      <p:sp>
        <p:nvSpPr>
          <p:cNvPr id="8" name="Footer Placeholder 4"/>
          <p:cNvSpPr>
            <a:spLocks noGrp="1"/>
          </p:cNvSpPr>
          <p:nvPr>
            <p:ph type="ftr" sz="quarter" idx="3"/>
          </p:nvPr>
        </p:nvSpPr>
        <p:spPr>
          <a:xfrm>
            <a:off x="2504143" y="9509514"/>
            <a:ext cx="2551390" cy="546251"/>
          </a:xfrm>
          <a:prstGeom prst="rect">
            <a:avLst/>
          </a:prstGeom>
        </p:spPr>
        <p:txBody>
          <a:bodyPr vert="horz" lIns="91440" tIns="45720" rIns="91440" bIns="45720" rtlCol="0" anchor="ctr"/>
          <a:lstStyle>
            <a:lvl1pPr algn="ctr">
              <a:defRPr sz="992">
                <a:solidFill>
                  <a:schemeClr val="tx1">
                    <a:tint val="75000"/>
                  </a:schemeClr>
                </a:solidFill>
              </a:defRPr>
            </a:lvl1pPr>
          </a:lstStyle>
          <a:p>
            <a:endParaRPr lang="en-US"/>
          </a:p>
        </p:txBody>
      </p:sp>
      <p:sp>
        <p:nvSpPr>
          <p:cNvPr id="9" name="Slide Number Placeholder 5"/>
          <p:cNvSpPr>
            <a:spLocks noGrp="1"/>
          </p:cNvSpPr>
          <p:nvPr>
            <p:ph type="sldNum" sz="quarter" idx="4"/>
          </p:nvPr>
        </p:nvSpPr>
        <p:spPr>
          <a:xfrm>
            <a:off x="5339020" y="9509514"/>
            <a:ext cx="1700927" cy="546251"/>
          </a:xfrm>
          <a:prstGeom prst="rect">
            <a:avLst/>
          </a:prstGeom>
        </p:spPr>
        <p:txBody>
          <a:bodyPr vert="horz" lIns="91440" tIns="45720" rIns="91440" bIns="45720" rtlCol="0" anchor="ctr"/>
          <a:lstStyle>
            <a:lvl1pPr algn="r">
              <a:defRPr sz="992">
                <a:solidFill>
                  <a:schemeClr val="tx1">
                    <a:tint val="75000"/>
                  </a:schemeClr>
                </a:solidFill>
              </a:defRPr>
            </a:lvl1pPr>
          </a:lstStyle>
          <a:p>
            <a:fld id="{48F63A3B-78C7-47BE-AE5E-E10140E04643}" type="slidenum">
              <a:rPr lang="en-US" dirty="0"/>
              <a:t>‹#›</a:t>
            </a:fld>
            <a:endParaRPr lang="en-US"/>
          </a:p>
        </p:txBody>
      </p:sp>
      <p:pic>
        <p:nvPicPr>
          <p:cNvPr id="10" name="图片 6"/>
          <p:cNvPicPr>
            <a:picLocks noChangeAspect="1"/>
          </p:cNvPicPr>
          <p:nvPr userDrawn="1"/>
        </p:nvPicPr>
        <p:blipFill>
          <a:blip r:embed="rId16"/>
          <a:srcRect/>
          <a:stretch/>
        </p:blipFill>
        <p:spPr>
          <a:xfrm>
            <a:off x="1" y="-2768"/>
            <a:ext cx="7559675" cy="10260012"/>
          </a:xfrm>
          <a:prstGeom prst="rect">
            <a:avLst/>
          </a:prstGeom>
        </p:spPr>
      </p:pic>
      <p:pic>
        <p:nvPicPr>
          <p:cNvPr id="11" name="图形 4"/>
          <p:cNvPicPr>
            <a:picLocks noChangeAspect="1"/>
          </p:cNvPicPr>
          <p:nvPr userDrawn="1"/>
        </p:nvPicPr>
        <p:blipFill>
          <a:blip r:embed="rId17"/>
          <a:srcRect/>
          <a:stretch/>
        </p:blipFill>
        <p:spPr>
          <a:xfrm>
            <a:off x="5375928" y="379363"/>
            <a:ext cx="1995113" cy="499433"/>
          </a:xfrm>
          <a:prstGeom prst="rect">
            <a:avLst/>
          </a:prstGeom>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 id="2147483666" r:id="rId13"/>
    <p:sldLayoutId id="2147483667" r:id="rId14"/>
  </p:sldLayoutIdLst>
  <p:txStyles>
    <p:titleStyle>
      <a:lvl1pPr algn="l" defTabSz="755934" rtl="0" eaLnBrk="1" latinLnBrk="0" hangingPunct="1">
        <a:lnSpc>
          <a:spcPct val="90000"/>
        </a:lnSpc>
        <a:spcBef>
          <a:spcPct val="1"/>
        </a:spcBef>
        <a:buNone/>
        <a:defRPr sz="3637" kern="1200">
          <a:solidFill>
            <a:schemeClr val="tx1"/>
          </a:solidFill>
          <a:latin typeface="+mj-lt"/>
          <a:ea typeface="+mj-ea"/>
          <a:cs typeface="+mj-cs"/>
        </a:defRPr>
      </a:lvl1pPr>
    </p:titleStyle>
    <p:bodyStyle>
      <a:lvl1pPr marL="188984" indent="-188984" algn="l" defTabSz="755934"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6951" indent="-188984" algn="l" defTabSz="755934" rtl="0" eaLnBrk="1" latinLnBrk="0" hangingPunct="1">
        <a:lnSpc>
          <a:spcPct val="90000"/>
        </a:lnSpc>
        <a:spcBef>
          <a:spcPts val="413"/>
        </a:spcBef>
        <a:buFont typeface="Arial" panose="020B0604020202020204" pitchFamily="34" charset="0"/>
        <a:buChar char="•"/>
        <a:defRPr sz="1984" kern="1200">
          <a:solidFill>
            <a:schemeClr val="tx1"/>
          </a:solidFill>
          <a:latin typeface="+mn-lt"/>
          <a:ea typeface="+mn-ea"/>
          <a:cs typeface="+mn-cs"/>
        </a:defRPr>
      </a:lvl2pPr>
      <a:lvl3pPr marL="944918" indent="-188984" algn="l" defTabSz="755934" rtl="0" eaLnBrk="1" latinLnBrk="0" hangingPunct="1">
        <a:lnSpc>
          <a:spcPct val="90000"/>
        </a:lnSpc>
        <a:spcBef>
          <a:spcPts val="413"/>
        </a:spcBef>
        <a:buFont typeface="Arial" panose="020B0604020202020204" pitchFamily="34" charset="0"/>
        <a:buChar char="•"/>
        <a:defRPr sz="1653" kern="1200">
          <a:solidFill>
            <a:schemeClr val="tx1"/>
          </a:solidFill>
          <a:latin typeface="+mn-lt"/>
          <a:ea typeface="+mn-ea"/>
          <a:cs typeface="+mn-cs"/>
        </a:defRPr>
      </a:lvl3pPr>
      <a:lvl4pPr marL="1322885"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0853"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8820"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6787"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4754"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722"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934" rtl="0" eaLnBrk="1" latinLnBrk="0" hangingPunct="1">
        <a:defRPr sz="1488" kern="1200">
          <a:solidFill>
            <a:schemeClr val="tx1"/>
          </a:solidFill>
          <a:latin typeface="+mn-lt"/>
          <a:ea typeface="+mn-ea"/>
          <a:cs typeface="+mn-cs"/>
        </a:defRPr>
      </a:lvl1pPr>
      <a:lvl2pPr marL="377967" algn="l" defTabSz="755934" rtl="0" eaLnBrk="1" latinLnBrk="0" hangingPunct="1">
        <a:defRPr sz="1488" kern="1200">
          <a:solidFill>
            <a:schemeClr val="tx1"/>
          </a:solidFill>
          <a:latin typeface="+mn-lt"/>
          <a:ea typeface="+mn-ea"/>
          <a:cs typeface="+mn-cs"/>
        </a:defRPr>
      </a:lvl2pPr>
      <a:lvl3pPr marL="755934" algn="l" defTabSz="755934" rtl="0" eaLnBrk="1" latinLnBrk="0" hangingPunct="1">
        <a:defRPr sz="1488" kern="1200">
          <a:solidFill>
            <a:schemeClr val="tx1"/>
          </a:solidFill>
          <a:latin typeface="+mn-lt"/>
          <a:ea typeface="+mn-ea"/>
          <a:cs typeface="+mn-cs"/>
        </a:defRPr>
      </a:lvl3pPr>
      <a:lvl4pPr marL="1133902" algn="l" defTabSz="755934" rtl="0" eaLnBrk="1" latinLnBrk="0" hangingPunct="1">
        <a:defRPr sz="1488" kern="1200">
          <a:solidFill>
            <a:schemeClr val="tx1"/>
          </a:solidFill>
          <a:latin typeface="+mn-lt"/>
          <a:ea typeface="+mn-ea"/>
          <a:cs typeface="+mn-cs"/>
        </a:defRPr>
      </a:lvl4pPr>
      <a:lvl5pPr marL="1511869" algn="l" defTabSz="755934" rtl="0" eaLnBrk="1" latinLnBrk="0" hangingPunct="1">
        <a:defRPr sz="1488" kern="1200">
          <a:solidFill>
            <a:schemeClr val="tx1"/>
          </a:solidFill>
          <a:latin typeface="+mn-lt"/>
          <a:ea typeface="+mn-ea"/>
          <a:cs typeface="+mn-cs"/>
        </a:defRPr>
      </a:lvl5pPr>
      <a:lvl6pPr marL="1889836" algn="l" defTabSz="755934" rtl="0" eaLnBrk="1" latinLnBrk="0" hangingPunct="1">
        <a:defRPr sz="1488" kern="1200">
          <a:solidFill>
            <a:schemeClr val="tx1"/>
          </a:solidFill>
          <a:latin typeface="+mn-lt"/>
          <a:ea typeface="+mn-ea"/>
          <a:cs typeface="+mn-cs"/>
        </a:defRPr>
      </a:lvl6pPr>
      <a:lvl7pPr marL="2267803" algn="l" defTabSz="755934" rtl="0" eaLnBrk="1" latinLnBrk="0" hangingPunct="1">
        <a:defRPr sz="1488" kern="1200">
          <a:solidFill>
            <a:schemeClr val="tx1"/>
          </a:solidFill>
          <a:latin typeface="+mn-lt"/>
          <a:ea typeface="+mn-ea"/>
          <a:cs typeface="+mn-cs"/>
        </a:defRPr>
      </a:lvl7pPr>
      <a:lvl8pPr marL="2645771" algn="l" defTabSz="755934" rtl="0" eaLnBrk="1" latinLnBrk="0" hangingPunct="1">
        <a:defRPr sz="1488" kern="1200">
          <a:solidFill>
            <a:schemeClr val="tx1"/>
          </a:solidFill>
          <a:latin typeface="+mn-lt"/>
          <a:ea typeface="+mn-ea"/>
          <a:cs typeface="+mn-cs"/>
        </a:defRPr>
      </a:lvl8pPr>
      <a:lvl9pPr marL="3023738" algn="l" defTabSz="755934" rtl="0" eaLnBrk="1" latinLnBrk="0" hangingPunct="1">
        <a:defRPr sz="1488"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3232" userDrawn="1">
          <p15:clr>
            <a:srgbClr val="F26B43"/>
          </p15:clr>
        </p15:guide>
        <p15:guide id="4" pos="238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13.xml"/><Relationship Id="rId6" Type="http://schemas.openxmlformats.org/officeDocument/2006/relationships/image" Target="../media/image15.jpe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1.png"/><Relationship Id="rId7" Type="http://schemas.openxmlformats.org/officeDocument/2006/relationships/image" Target="../media/image19.sv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18.jpeg"/><Relationship Id="rId11"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22.svg"/><Relationship Id="rId4" Type="http://schemas.openxmlformats.org/officeDocument/2006/relationships/image" Target="../media/image12.png"/><Relationship Id="rId9" Type="http://schemas.openxmlformats.org/officeDocument/2006/relationships/image" Target="../media/image21.sv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 Id="rId6" Type="http://schemas.openxmlformats.org/officeDocument/2006/relationships/image" Target="../media/image23.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1.png"/><Relationship Id="rId7" Type="http://schemas.openxmlformats.org/officeDocument/2006/relationships/image" Target="../media/image25.jpe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24.jpe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26.jpeg"/></Relationships>
</file>

<file path=ppt/slides/_rels/slide8.xml.rels><?xml version="1.0" encoding="UTF-8" standalone="yes"?>
<Relationships xmlns="http://schemas.openxmlformats.org/package/2006/relationships"><Relationship Id="rId8" Type="http://schemas.openxmlformats.org/officeDocument/2006/relationships/image" Target="../media/image29.jpeg"/><Relationship Id="rId3" Type="http://schemas.openxmlformats.org/officeDocument/2006/relationships/image" Target="../media/image12.png"/><Relationship Id="rId7" Type="http://schemas.openxmlformats.org/officeDocument/2006/relationships/image" Target="../media/image28.jpeg"/><Relationship Id="rId2" Type="http://schemas.openxmlformats.org/officeDocument/2006/relationships/image" Target="../media/image11.png"/><Relationship Id="rId1" Type="http://schemas.openxmlformats.org/officeDocument/2006/relationships/slideLayout" Target="../slideLayouts/slideLayout13.xml"/><Relationship Id="rId6" Type="http://schemas.openxmlformats.org/officeDocument/2006/relationships/image" Target="../media/image27.jpeg"/><Relationship Id="rId5" Type="http://schemas.openxmlformats.org/officeDocument/2006/relationships/image" Target="../media/image14.png"/><Relationship Id="rId10" Type="http://schemas.openxmlformats.org/officeDocument/2006/relationships/image" Target="../media/image31.jpeg"/><Relationship Id="rId4" Type="http://schemas.openxmlformats.org/officeDocument/2006/relationships/image" Target="../media/image13.png"/><Relationship Id="rId9" Type="http://schemas.openxmlformats.org/officeDocument/2006/relationships/image" Target="../media/image30.jpeg"/><Relationship Id="rId11" Type="http://schemas.openxmlformats.org/officeDocument/2006/relationships/image" Target="../media/synced-captain-50-people-zhou-mofei.jpg"/><Relationship Id="rId12" Type="http://schemas.openxmlformats.org/officeDocument/2006/relationships/image" Target="../media/synced-captain-51-people-he-runyuan.jpg"/><Relationship Id="rId13" Type="http://schemas.openxmlformats.org/officeDocument/2006/relationships/image" Target="../media/synced-captain-52-people-sun-youran.jp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32.jpe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1.png"/><Relationship Id="rId7" Type="http://schemas.openxmlformats.org/officeDocument/2006/relationships/image" Target="../media/image34.jpe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33.jpe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35.jpeg"/><Relationship Id="rId10" Type="http://schemas.openxmlformats.org/officeDocument/2006/relationships/image" Target="../media/synced-team-1-novices-on-the-road.jpg"/><Relationship Id="rId11" Type="http://schemas.openxmlformats.org/officeDocument/2006/relationships/image" Target="../media/synced-team-2-cuhksz-tbd.jpg"/><Relationship Id="rId12" Type="http://schemas.openxmlformats.org/officeDocument/2006/relationships/image" Target="../media/synced-team-3-wtyto.jpg"/></Relationships>
</file>

<file path=ppt/slides/_rels/slide13.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11.png"/><Relationship Id="rId7" Type="http://schemas.openxmlformats.org/officeDocument/2006/relationships/image" Target="../media/image36.jpe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14.png"/><Relationship Id="rId11" Type="http://schemas.openxmlformats.org/officeDocument/2006/relationships/image" Target="../media/image40.png"/><Relationship Id="rId5" Type="http://schemas.openxmlformats.org/officeDocument/2006/relationships/image" Target="../media/image13.png"/><Relationship Id="rId10" Type="http://schemas.openxmlformats.org/officeDocument/2006/relationships/image" Target="../media/image39.png"/><Relationship Id="rId4" Type="http://schemas.openxmlformats.org/officeDocument/2006/relationships/image" Target="../media/image12.png"/><Relationship Id="rId9" Type="http://schemas.openxmlformats.org/officeDocument/2006/relationships/image" Target="../media/image38.png"/></Relationships>
</file>

<file path=ppt/slides/_rels/slide1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1.png"/><Relationship Id="rId7" Type="http://schemas.openxmlformats.org/officeDocument/2006/relationships/image" Target="../media/image42.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41.png"/><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1.png"/><Relationship Id="rId7" Type="http://schemas.openxmlformats.org/officeDocument/2006/relationships/image" Target="../media/image44.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43.png"/><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8" Type="http://schemas.openxmlformats.org/officeDocument/2006/relationships/image" Target="../media/image47.jpeg"/><Relationship Id="rId3" Type="http://schemas.openxmlformats.org/officeDocument/2006/relationships/image" Target="../media/image11.png"/><Relationship Id="rId7" Type="http://schemas.openxmlformats.org/officeDocument/2006/relationships/image" Target="../media/image46.jpeg"/><Relationship Id="rId12"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45.jpeg"/><Relationship Id="rId11" Type="http://schemas.openxmlformats.org/officeDocument/2006/relationships/image" Target="../media/image50.jpeg"/><Relationship Id="rId5" Type="http://schemas.openxmlformats.org/officeDocument/2006/relationships/image" Target="../media/image13.png"/><Relationship Id="rId10" Type="http://schemas.openxmlformats.org/officeDocument/2006/relationships/image" Target="../media/image49.jpeg"/><Relationship Id="rId4" Type="http://schemas.openxmlformats.org/officeDocument/2006/relationships/image" Target="../media/image12.png"/><Relationship Id="rId9" Type="http://schemas.openxmlformats.org/officeDocument/2006/relationships/image" Target="../media/image48.jpeg"/></Relationships>
</file>

<file path=ppt/slides/_rels/slide17.xml.rels><?xml version="1.0" encoding="UTF-8" standalone="yes"?>
<Relationships xmlns="http://schemas.openxmlformats.org/package/2006/relationships"><Relationship Id="rId8" Type="http://schemas.openxmlformats.org/officeDocument/2006/relationships/image" Target="../media/image52.jpeg"/><Relationship Id="rId3" Type="http://schemas.openxmlformats.org/officeDocument/2006/relationships/image" Target="../media/image11.png"/><Relationship Id="rId7" Type="http://schemas.openxmlformats.org/officeDocument/2006/relationships/image" Target="../media/image51.jpe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14.png"/><Relationship Id="rId11" Type="http://schemas.openxmlformats.org/officeDocument/2006/relationships/image" Target="../media/image55.jpeg"/><Relationship Id="rId5" Type="http://schemas.openxmlformats.org/officeDocument/2006/relationships/image" Target="../media/image13.png"/><Relationship Id="rId10" Type="http://schemas.openxmlformats.org/officeDocument/2006/relationships/image" Target="../media/image54.jpeg"/><Relationship Id="rId4" Type="http://schemas.openxmlformats.org/officeDocument/2006/relationships/image" Target="../media/image12.png"/><Relationship Id="rId9" Type="http://schemas.openxmlformats.org/officeDocument/2006/relationships/image" Target="../media/image53.jpeg"/></Relationships>
</file>

<file path=ppt/slides/_rels/slide18.xml.rels><?xml version="1.0" encoding="UTF-8" standalone="yes"?>
<Relationships xmlns="http://schemas.openxmlformats.org/package/2006/relationships"><Relationship Id="rId8" Type="http://schemas.openxmlformats.org/officeDocument/2006/relationships/image" Target="../media/image58.jpeg"/><Relationship Id="rId3" Type="http://schemas.openxmlformats.org/officeDocument/2006/relationships/image" Target="../media/image11.png"/><Relationship Id="rId7" Type="http://schemas.openxmlformats.org/officeDocument/2006/relationships/image" Target="../media/image57.jpeg"/><Relationship Id="rId12"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56.png"/><Relationship Id="rId11" Type="http://schemas.openxmlformats.org/officeDocument/2006/relationships/image" Target="../media/image61.jpeg"/><Relationship Id="rId5" Type="http://schemas.openxmlformats.org/officeDocument/2006/relationships/image" Target="../media/image13.png"/><Relationship Id="rId10" Type="http://schemas.openxmlformats.org/officeDocument/2006/relationships/image" Target="../media/image60.jpeg"/><Relationship Id="rId4" Type="http://schemas.openxmlformats.org/officeDocument/2006/relationships/image" Target="../media/image12.png"/><Relationship Id="rId9" Type="http://schemas.openxmlformats.org/officeDocument/2006/relationships/image" Target="../media/image59.jpeg"/></Relationships>
</file>

<file path=ppt/slides/_rels/slide19.xml.rels><?xml version="1.0" encoding="UTF-8" standalone="yes"?>
<Relationships xmlns="http://schemas.openxmlformats.org/package/2006/relationships"><Relationship Id="rId8" Type="http://schemas.openxmlformats.org/officeDocument/2006/relationships/image" Target="../media/image63.jpeg"/><Relationship Id="rId13" Type="http://schemas.openxmlformats.org/officeDocument/2006/relationships/image" Target="../media/image68.jpeg"/><Relationship Id="rId3" Type="http://schemas.openxmlformats.org/officeDocument/2006/relationships/image" Target="../media/image11.png"/><Relationship Id="rId7" Type="http://schemas.openxmlformats.org/officeDocument/2006/relationships/image" Target="../media/image62.jpeg"/><Relationship Id="rId12" Type="http://schemas.openxmlformats.org/officeDocument/2006/relationships/image" Target="../media/image67.jpeg"/><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14.png"/><Relationship Id="rId11" Type="http://schemas.openxmlformats.org/officeDocument/2006/relationships/image" Target="../media/image66.jpeg"/><Relationship Id="rId5" Type="http://schemas.openxmlformats.org/officeDocument/2006/relationships/image" Target="../media/image13.png"/><Relationship Id="rId10" Type="http://schemas.openxmlformats.org/officeDocument/2006/relationships/image" Target="../media/image65.jpeg"/><Relationship Id="rId4" Type="http://schemas.openxmlformats.org/officeDocument/2006/relationships/image" Target="../media/image12.png"/><Relationship Id="rId9" Type="http://schemas.openxmlformats.org/officeDocument/2006/relationships/image" Target="../media/image64.jpeg"/><Relationship Id="rId14" Type="http://schemas.openxmlformats.org/officeDocument/2006/relationships/image" Target="../media/image69.jpeg"/></Relationships>
</file>

<file path=ppt/slides/_rels/slide20.xml.rels><?xml version="1.0" encoding="UTF-8" standalone="yes"?>
<Relationships xmlns="http://schemas.openxmlformats.org/package/2006/relationships"><Relationship Id="rId8" Type="http://schemas.openxmlformats.org/officeDocument/2006/relationships/image" Target="../media/image72.jpeg"/><Relationship Id="rId3" Type="http://schemas.openxmlformats.org/officeDocument/2006/relationships/image" Target="../media/image11.png"/><Relationship Id="rId7" Type="http://schemas.openxmlformats.org/officeDocument/2006/relationships/image" Target="../media/image71.jpeg"/><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70.jpeg"/><Relationship Id="rId11"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74.jpeg"/><Relationship Id="rId4" Type="http://schemas.openxmlformats.org/officeDocument/2006/relationships/image" Target="../media/image12.png"/><Relationship Id="rId9" Type="http://schemas.openxmlformats.org/officeDocument/2006/relationships/image" Target="../media/image73.jpeg"/></Relationships>
</file>

<file path=ppt/slides/_rels/slide21.xml.rels><?xml version="1.0" encoding="UTF-8" standalone="yes"?>
<Relationships xmlns="http://schemas.openxmlformats.org/package/2006/relationships"><Relationship Id="rId8" Type="http://schemas.openxmlformats.org/officeDocument/2006/relationships/image" Target="../media/image76.jpeg"/><Relationship Id="rId3" Type="http://schemas.openxmlformats.org/officeDocument/2006/relationships/image" Target="../media/image11.png"/><Relationship Id="rId7" Type="http://schemas.openxmlformats.org/officeDocument/2006/relationships/image" Target="../media/image75.jpe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14.png"/><Relationship Id="rId11" Type="http://schemas.openxmlformats.org/officeDocument/2006/relationships/image" Target="../media/image78.jpeg"/><Relationship Id="rId5" Type="http://schemas.openxmlformats.org/officeDocument/2006/relationships/image" Target="../media/image13.png"/><Relationship Id="rId10" Type="http://schemas.openxmlformats.org/officeDocument/2006/relationships/image" Target="../media/image74.jpeg"/><Relationship Id="rId4" Type="http://schemas.openxmlformats.org/officeDocument/2006/relationships/image" Target="../media/image12.png"/><Relationship Id="rId9" Type="http://schemas.openxmlformats.org/officeDocument/2006/relationships/image" Target="../media/image77.jpeg"/></Relationships>
</file>

<file path=ppt/slides/_rels/slide22.xml.rels><?xml version="1.0" encoding="UTF-8" standalone="yes"?>
<Relationships xmlns="http://schemas.openxmlformats.org/package/2006/relationships"><Relationship Id="rId8" Type="http://schemas.openxmlformats.org/officeDocument/2006/relationships/image" Target="../media/image81.jpeg"/><Relationship Id="rId13" Type="http://schemas.openxmlformats.org/officeDocument/2006/relationships/image" Target="../media/image85.jpeg"/><Relationship Id="rId3" Type="http://schemas.openxmlformats.org/officeDocument/2006/relationships/image" Target="../media/image11.png"/><Relationship Id="rId7" Type="http://schemas.openxmlformats.org/officeDocument/2006/relationships/image" Target="../media/image80.jpeg"/><Relationship Id="rId12" Type="http://schemas.openxmlformats.org/officeDocument/2006/relationships/image" Target="../media/image84.jpe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79.jpeg"/><Relationship Id="rId11"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83.jpeg"/><Relationship Id="rId4" Type="http://schemas.openxmlformats.org/officeDocument/2006/relationships/image" Target="../media/image12.png"/><Relationship Id="rId9" Type="http://schemas.openxmlformats.org/officeDocument/2006/relationships/image" Target="../media/image82.jpe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4.png"/><Relationship Id="rId7" Type="http://schemas.openxmlformats.org/officeDocument/2006/relationships/image" Target="../media/image89.png"/><Relationship Id="rId2" Type="http://schemas.openxmlformats.org/officeDocument/2006/relationships/notesSlide" Target="../notesSlides/notesSlide22.xml"/><Relationship Id="rId1" Type="http://schemas.openxmlformats.org/officeDocument/2006/relationships/slideLayout" Target="../slideLayouts/slideLayout14.xml"/><Relationship Id="rId6" Type="http://schemas.openxmlformats.org/officeDocument/2006/relationships/image" Target="../media/image88.jpeg"/><Relationship Id="rId5" Type="http://schemas.openxmlformats.org/officeDocument/2006/relationships/image" Target="../media/image87.png"/><Relationship Id="rId4" Type="http://schemas.openxmlformats.org/officeDocument/2006/relationships/image" Target="../media/image86.jpeg"/><Relationship Id="rId9" Type="http://schemas.openxmlformats.org/officeDocument/2006/relationships/image" Target="../media/image91.png"/></Relationships>
</file>

<file path=ppt/slides/_rels/slide91.xml.rels><?xml version="1.0" encoding="UTF-8" standalone="yes"?>
<Relationships xmlns="http://schemas.openxmlformats.org/package/2006/relationships"><Relationship Id="rId3" Type="http://schemas.openxmlformats.org/officeDocument/2006/relationships/image" Target="../media/image11.png"/><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8.xml.rels><?xml version="1.0" encoding="UTF-8" standalone="yes"?>
<Relationships xmlns="http://schemas.openxmlformats.org/package/2006/relationships"><Relationship Id="rId8" Type="http://schemas.openxmlformats.org/officeDocument/2006/relationships/image" Target="../media/image29.jpeg"/><Relationship Id="rId3" Type="http://schemas.openxmlformats.org/officeDocument/2006/relationships/image" Target="../media/image12.png"/><Relationship Id="rId7" Type="http://schemas.openxmlformats.org/officeDocument/2006/relationships/image" Target="../media/image28.jpeg"/><Relationship Id="rId2" Type="http://schemas.openxmlformats.org/officeDocument/2006/relationships/image" Target="../media/image11.png"/><Relationship Id="rId1" Type="http://schemas.openxmlformats.org/officeDocument/2006/relationships/slideLayout" Target="../slideLayouts/slideLayout13.xml"/><Relationship Id="rId6" Type="http://schemas.openxmlformats.org/officeDocument/2006/relationships/image" Target="../media/image27.jpeg"/><Relationship Id="rId5" Type="http://schemas.openxmlformats.org/officeDocument/2006/relationships/image" Target="../media/image14.png"/><Relationship Id="rId10" Type="http://schemas.openxmlformats.org/officeDocument/2006/relationships/image" Target="../media/image31.jpeg"/><Relationship Id="rId4" Type="http://schemas.openxmlformats.org/officeDocument/2006/relationships/image" Target="../media/image13.png"/><Relationship Id="rId9" Type="http://schemas.openxmlformats.org/officeDocument/2006/relationships/image" Target="../media/image30.jpeg"/><Relationship Id="rId11" Type="http://schemas.openxmlformats.org/officeDocument/2006/relationships/image" Target="../media/synced-captain-60-people-jiang-yige.jpg"/><Relationship Id="rId12" Type="http://schemas.openxmlformats.org/officeDocument/2006/relationships/image" Target="../media/synced-captain-61-people-xia-yuyang.jpg"/><Relationship Id="rId13" Type="http://schemas.openxmlformats.org/officeDocument/2006/relationships/image" Target="../media/synced-captain-62-people-mang-qiuyang.jpg"/></Relationships>
</file>

<file path=ppt/slides/_rels/slide10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1.png"/><Relationship Id="rId7" Type="http://schemas.openxmlformats.org/officeDocument/2006/relationships/image" Target="../media/image34.jpeg"/><Relationship Id="rId1" Type="http://schemas.openxmlformats.org/officeDocument/2006/relationships/slideLayout" Target="../slideLayouts/slideLayout13.xml"/><Relationship Id="rId6" Type="http://schemas.openxmlformats.org/officeDocument/2006/relationships/image" Target="../media/image33.jpe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35.jpeg"/><Relationship Id="rId10" Type="http://schemas.openxmlformats.org/officeDocument/2006/relationships/image" Target="../media/synced-team-1-mynoghra.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3" name="图片 2"/>
          <p:cNvPicPr>
            <a:picLocks noChangeAspect="1"/>
          </p:cNvPicPr>
          <p:nvPr/>
        </p:nvPicPr>
        <p:blipFill rotWithShape="1">
          <a:blip r:embed="rId2"/>
          <a:srcRect l="9124" r="19006"/>
          <a:stretch/>
        </p:blipFill>
        <p:spPr>
          <a:xfrm>
            <a:off x="-35317" y="0"/>
            <a:ext cx="7559675" cy="10000821"/>
          </a:xfrm>
          <a:prstGeom prst="rect">
            <a:avLst/>
          </a:prstGeom>
        </p:spPr>
      </p:pic>
      <p:pic>
        <p:nvPicPr>
          <p:cNvPr id="3" name="图片 2" descr="一群人站在一起合影&#10;&#10;AI 生成的内容可能不正确。">
            <a:extLst>
              <a:ext uri="{FF2B5EF4-FFF2-40B4-BE49-F238E27FC236}">
                <a16:creationId xmlns:a16="http://schemas.microsoft.com/office/drawing/2014/main" id="{A8CC9906-4223-AC7F-BA19-2064AE853E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290" y="190500"/>
            <a:ext cx="7600965" cy="5039198"/>
          </a:xfrm>
          <a:prstGeom prst="rect">
            <a:avLst/>
          </a:prstGeom>
        </p:spPr>
      </p:pic>
      <p:pic>
        <p:nvPicPr>
          <p:cNvPr id="224" name="图片 4"/>
          <p:cNvPicPr>
            <a:picLocks noChangeAspect="1"/>
          </p:cNvPicPr>
          <p:nvPr/>
        </p:nvPicPr>
        <p:blipFill>
          <a:blip r:embed="rId4"/>
          <a:srcRect l="1" r="464"/>
          <a:stretch/>
        </p:blipFill>
        <p:spPr>
          <a:xfrm rot="10800000" flipV="1">
            <a:off x="-35317" y="5469214"/>
            <a:ext cx="7598381" cy="5188294"/>
          </a:xfrm>
          <a:prstGeom prst="rect">
            <a:avLst/>
          </a:prstGeom>
          <a:ln>
            <a:noFill/>
          </a:ln>
        </p:spPr>
      </p:pic>
      <p:sp>
        <p:nvSpPr>
          <p:cNvPr id="225" name="文本框 7"/>
          <p:cNvSpPr txBox="1"/>
          <p:nvPr/>
        </p:nvSpPr>
        <p:spPr>
          <a:xfrm>
            <a:off x="702032" y="5939763"/>
            <a:ext cx="6123682" cy="770852"/>
          </a:xfrm>
          <a:prstGeom prst="rect">
            <a:avLst/>
          </a:prstGeom>
          <a:noFill/>
        </p:spPr>
        <p:txBody>
          <a:bodyPr wrap="square" rtlCol="0">
            <a:spAutoFit/>
          </a:bodyPr>
          <a:lstStyle/>
          <a:p>
            <a:pPr>
              <a:defRPr/>
            </a:pPr>
            <a:r>
              <a:rPr lang="zh-CN" altLang="en-US" sz="4409" dirty="0">
                <a:solidFill>
                  <a:prstClr val="white"/>
                </a:solidFill>
                <a:latin typeface="微软雅黑" panose="020B0503020204020204" pitchFamily="34" charset="-122"/>
                <a:ea typeface="微软雅黑" panose="020B0503020204020204" pitchFamily="34" charset="-122"/>
              </a:rPr>
              <a:t>香港中文大学（深圳）</a:t>
            </a:r>
            <a:endParaRPr dirty="0"/>
          </a:p>
        </p:txBody>
      </p:sp>
      <p:sp>
        <p:nvSpPr>
          <p:cNvPr id="226" name="文本框 8"/>
          <p:cNvSpPr txBox="1"/>
          <p:nvPr/>
        </p:nvSpPr>
        <p:spPr>
          <a:xfrm>
            <a:off x="1135007" y="6739396"/>
            <a:ext cx="5257732" cy="954107"/>
          </a:xfrm>
          <a:prstGeom prst="rect">
            <a:avLst/>
          </a:prstGeom>
          <a:noFill/>
        </p:spPr>
        <p:txBody>
          <a:bodyPr wrap="square" rtlCol="0">
            <a:spAutoFit/>
          </a:bodyPr>
          <a:lstStyle/>
          <a:p>
            <a:pPr>
              <a:defRPr/>
            </a:pPr>
            <a:r>
              <a:rPr lang="zh-CN" altLang="en-US" sz="5600" b="1" dirty="0">
                <a:solidFill>
                  <a:prstClr val="white"/>
                </a:solidFill>
                <a:latin typeface="Microsoft YaHei" panose="020B0503020204020204" pitchFamily="34" charset="-122"/>
                <a:ea typeface="Microsoft YaHei" panose="020B0503020204020204" pitchFamily="34" charset="-122"/>
                <a:cs typeface="黑体" charset="0"/>
              </a:rPr>
              <a:t>程序设计竞赛队</a:t>
            </a:r>
            <a:endParaRPr sz="5600" dirty="0"/>
          </a:p>
        </p:txBody>
      </p:sp>
      <p:sp>
        <p:nvSpPr>
          <p:cNvPr id="228" name="矩形 19"/>
          <p:cNvSpPr/>
          <p:nvPr/>
        </p:nvSpPr>
        <p:spPr>
          <a:xfrm>
            <a:off x="-41341" y="0"/>
            <a:ext cx="7601016" cy="4945040"/>
          </a:xfrm>
          <a:prstGeom prst="rect">
            <a:avLst/>
          </a:prstGeom>
          <a:gradFill flip="none" rotWithShape="1">
            <a:gsLst>
              <a:gs pos="0">
                <a:schemeClr val="accent1">
                  <a:lumMod val="5000"/>
                  <a:lumOff val="95000"/>
                  <a:alpha val="0"/>
                </a:schemeClr>
              </a:gs>
              <a:gs pos="64000">
                <a:srgbClr val="D8D2F6">
                  <a:alpha val="46000"/>
                </a:srgbClr>
              </a:gs>
              <a:gs pos="87000">
                <a:srgbClr val="9C8AD0"/>
              </a:gs>
              <a:gs pos="98000">
                <a:srgbClr val="6556A3"/>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67" dirty="0"/>
          </a:p>
        </p:txBody>
      </p:sp>
      <p:sp>
        <p:nvSpPr>
          <p:cNvPr id="229" name="箭头: 五边形 17"/>
          <p:cNvSpPr/>
          <p:nvPr/>
        </p:nvSpPr>
        <p:spPr>
          <a:xfrm>
            <a:off x="-23283" y="4841979"/>
            <a:ext cx="7575913" cy="628814"/>
          </a:xfrm>
          <a:prstGeom prst="homePlate">
            <a:avLst>
              <a:gd name="adj" fmla="val 0"/>
            </a:avLst>
          </a:prstGeom>
          <a:gradFill>
            <a:gsLst>
              <a:gs pos="0">
                <a:srgbClr val="441D85"/>
              </a:gs>
              <a:gs pos="100000">
                <a:srgbClr val="441D85">
                  <a:alpha val="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defRPr/>
            </a:pPr>
            <a:endParaRPr lang="zh-CN" altLang="en-US" sz="311">
              <a:solidFill>
                <a:prstClr val="white"/>
              </a:solidFill>
              <a:latin typeface="Calibri" panose="020F0502020204030204"/>
              <a:ea typeface="等线" panose="02010600030101010101" pitchFamily="2" charset="-122"/>
            </a:endParaRPr>
          </a:p>
        </p:txBody>
      </p:sp>
      <p:sp>
        <p:nvSpPr>
          <p:cNvPr id="230" name="文本框 18"/>
          <p:cNvSpPr txBox="1"/>
          <p:nvPr/>
        </p:nvSpPr>
        <p:spPr>
          <a:xfrm>
            <a:off x="1828800" y="4860878"/>
            <a:ext cx="5730876" cy="584775"/>
          </a:xfrm>
          <a:prstGeom prst="rect">
            <a:avLst/>
          </a:prstGeom>
          <a:noFill/>
        </p:spPr>
        <p:txBody>
          <a:bodyPr wrap="square" rtlCol="0">
            <a:spAutoFit/>
          </a:bodyPr>
          <a:lstStyle/>
          <a:p>
            <a:pPr algn="l">
              <a:defRPr/>
            </a:pPr>
            <a:r>
              <a:rPr lang="en-CN" altLang="zh-CN" sz="3200" dirty="0">
                <a:solidFill>
                  <a:prstClr val="white"/>
                </a:solidFill>
                <a:latin typeface="Segoe UI Black" panose="020B0A02040204020203" pitchFamily="34" charset="0"/>
                <a:ea typeface="Segoe UI Black" panose="020B0A02040204020203" pitchFamily="34" charset="0"/>
              </a:rPr>
              <a:t>Programming </a:t>
            </a:r>
            <a:r>
              <a:rPr lang="en-US" altLang="zh-CN" sz="3200" dirty="0">
                <a:solidFill>
                  <a:prstClr val="white"/>
                </a:solidFill>
                <a:latin typeface="Segoe UI Black" panose="020B0A02040204020203" pitchFamily="34" charset="0"/>
                <a:ea typeface="Segoe UI Black" panose="020B0A02040204020203" pitchFamily="34" charset="0"/>
              </a:rPr>
              <a:t>contest</a:t>
            </a:r>
            <a:r>
              <a:rPr lang="en-CN" altLang="zh-CN" sz="3200" dirty="0">
                <a:solidFill>
                  <a:prstClr val="white"/>
                </a:solidFill>
                <a:latin typeface="Segoe UI Black" panose="020B0A02040204020203" pitchFamily="34" charset="0"/>
                <a:ea typeface="Segoe UI Black" panose="020B0A02040204020203" pitchFamily="34" charset="0"/>
              </a:rPr>
              <a:t> team</a:t>
            </a:r>
            <a:endParaRPr lang="zh-CN" altLang="en-US" sz="3200" dirty="0">
              <a:solidFill>
                <a:prstClr val="white"/>
              </a:solidFill>
              <a:latin typeface="Segoe UI Black" panose="020B0A02040204020203" pitchFamily="34" charset="0"/>
              <a:ea typeface="Microsoft YaHei Light" panose="020B0503020204020204" pitchFamily="34" charset="-122"/>
            </a:endParaRPr>
          </a:p>
        </p:txBody>
      </p:sp>
      <p:grpSp>
        <p:nvGrpSpPr>
          <p:cNvPr id="232" name="组合 25"/>
          <p:cNvGrpSpPr/>
          <p:nvPr/>
        </p:nvGrpSpPr>
        <p:grpSpPr>
          <a:xfrm>
            <a:off x="3465445" y="8196852"/>
            <a:ext cx="3620722" cy="1548024"/>
            <a:chOff x="15907559" y="9580972"/>
            <a:chExt cx="7691810" cy="3311332"/>
          </a:xfrm>
        </p:grpSpPr>
        <p:pic>
          <p:nvPicPr>
            <p:cNvPr id="233" name="图形 2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907559" y="11387354"/>
              <a:ext cx="7688926" cy="1504950"/>
            </a:xfrm>
            <a:prstGeom prst="rect">
              <a:avLst/>
            </a:prstGeom>
          </p:spPr>
        </p:pic>
        <p:pic>
          <p:nvPicPr>
            <p:cNvPr id="234" name="图形 24"/>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8011612" y="9580972"/>
              <a:ext cx="5587757" cy="1504950"/>
            </a:xfrm>
            <a:prstGeom prst="rect">
              <a:avLst/>
            </a:prstGeom>
          </p:spPr>
        </p:pic>
      </p:grpSp>
      <p:sp>
        <p:nvSpPr>
          <p:cNvPr id="235" name="文本框 5"/>
          <p:cNvSpPr txBox="1"/>
          <p:nvPr/>
        </p:nvSpPr>
        <p:spPr>
          <a:xfrm>
            <a:off x="-464363" y="4676212"/>
            <a:ext cx="2740638" cy="954107"/>
          </a:xfrm>
          <a:prstGeom prst="rect">
            <a:avLst/>
          </a:prstGeom>
          <a:noFill/>
        </p:spPr>
        <p:txBody>
          <a:bodyPr wrap="square" rtlCol="0">
            <a:spAutoFit/>
          </a:bodyPr>
          <a:lstStyle/>
          <a:p>
            <a:r>
              <a:rPr lang="en-US" altLang="zh-CN" sz="5600" dirty="0">
                <a:solidFill>
                  <a:schemeClr val="bg1"/>
                </a:solidFill>
                <a:latin typeface="Segoe UI Black" panose="020B0A02040204020203" pitchFamily="34" charset="0"/>
                <a:ea typeface="Segoe UI Black" panose="020B0A02040204020203" pitchFamily="34" charset="0"/>
              </a:rPr>
              <a:t>2026</a:t>
            </a:r>
            <a:endParaRPr lang="zh-CN" altLang="en-US" sz="5600" dirty="0">
              <a:solidFill>
                <a:schemeClr val="bg1"/>
              </a:solidFill>
              <a:latin typeface="Segoe UI Black" panose="020B0A02040204020203" pitchFamily="34" charset="0"/>
            </a:endParaRPr>
          </a:p>
        </p:txBody>
      </p:sp>
      <p:pic>
        <p:nvPicPr>
          <p:cNvPr id="7" name="图形 6">
            <a:extLst>
              <a:ext uri="{FF2B5EF4-FFF2-40B4-BE49-F238E27FC236}">
                <a16:creationId xmlns:a16="http://schemas.microsoft.com/office/drawing/2014/main" id="{F6A410B2-8D40-EBDB-B6D8-6CA1F7A6F64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293440" y="427879"/>
            <a:ext cx="4825983" cy="50136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grpSp>
        <p:nvGrpSpPr>
          <p:cNvPr id="508" name="组合 16"/>
          <p:cNvGrpSpPr/>
          <p:nvPr/>
        </p:nvGrpSpPr>
        <p:grpSpPr>
          <a:xfrm>
            <a:off x="9752" y="255633"/>
            <a:ext cx="7549923" cy="9999797"/>
            <a:chOff x="9752" y="255633"/>
            <a:chExt cx="7549923" cy="9999797"/>
          </a:xfrm>
        </p:grpSpPr>
        <p:pic>
          <p:nvPicPr>
            <p:cNvPr id="509" name="图片 1"/>
            <p:cNvPicPr>
              <a:picLocks noChangeAspect="1"/>
            </p:cNvPicPr>
            <p:nvPr/>
          </p:nvPicPr>
          <p:blipFill>
            <a:blip r:embed="rId3"/>
            <a:srcRect r="1505"/>
            <a:stretch/>
          </p:blipFill>
          <p:spPr>
            <a:xfrm>
              <a:off x="9752" y="255633"/>
              <a:ext cx="7549923" cy="9999797"/>
            </a:xfrm>
            <a:prstGeom prst="rect">
              <a:avLst/>
            </a:prstGeom>
          </p:spPr>
        </p:pic>
        <p:pic>
          <p:nvPicPr>
            <p:cNvPr id="510" name="图片 11"/>
            <p:cNvPicPr>
              <a:picLocks noChangeAspect="1"/>
            </p:cNvPicPr>
            <p:nvPr/>
          </p:nvPicPr>
          <p:blipFill>
            <a:blip r:embed="rId4"/>
            <a:stretch>
              <a:fillRect/>
            </a:stretch>
          </p:blipFill>
          <p:spPr>
            <a:xfrm>
              <a:off x="2733503" y="958361"/>
              <a:ext cx="4803852" cy="183897"/>
            </a:xfrm>
            <a:prstGeom prst="rect">
              <a:avLst/>
            </a:prstGeom>
          </p:spPr>
        </p:pic>
        <p:pic>
          <p:nvPicPr>
            <p:cNvPr id="511" name="图片 13"/>
            <p:cNvPicPr>
              <a:picLocks noChangeAspect="1"/>
            </p:cNvPicPr>
            <p:nvPr/>
          </p:nvPicPr>
          <p:blipFill>
            <a:blip r:embed="rId5"/>
            <a:stretch>
              <a:fillRect/>
            </a:stretch>
          </p:blipFill>
          <p:spPr>
            <a:xfrm>
              <a:off x="2955317" y="489607"/>
              <a:ext cx="4480144" cy="476842"/>
            </a:xfrm>
            <a:prstGeom prst="rect">
              <a:avLst/>
            </a:prstGeom>
          </p:spPr>
        </p:pic>
      </p:grpSp>
      <p:sp>
        <p:nvSpPr>
          <p:cNvPr id="512" name="矩形 2"/>
          <p:cNvSpPr/>
          <p:nvPr/>
        </p:nvSpPr>
        <p:spPr>
          <a:xfrm rot="5400000" flipH="1">
            <a:off x="-117542" y="2538149"/>
            <a:ext cx="7804511" cy="666000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513" name="Title Placeholder 1"/>
          <p:cNvSpPr txBox="1"/>
          <p:nvPr/>
        </p:nvSpPr>
        <p:spPr>
          <a:xfrm>
            <a:off x="597052" y="1043459"/>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endParaRPr lang="en-CN" sz="3968"/>
          </a:p>
        </p:txBody>
      </p:sp>
      <p:cxnSp>
        <p:nvCxnSpPr>
          <p:cNvPr id="514" name="图形"/>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515" name="文本框 4"/>
          <p:cNvSpPr txBox="1"/>
          <p:nvPr/>
        </p:nvSpPr>
        <p:spPr>
          <a:xfrm>
            <a:off x="594000" y="1997704"/>
            <a:ext cx="6120000" cy="8145115"/>
          </a:xfrm>
          <a:prstGeom prst="rect">
            <a:avLst/>
          </a:prstGeom>
          <a:noFill/>
        </p:spPr>
        <p:txBody>
          <a:bodyPr/>
          <a:lstStyle/>
          <a:p>
            <a:pPr algn="just">
              <a:lnSpc>
                <a:spcPct val="125000"/>
              </a:lnSpc>
            </a:pPr>
            <a:r>
              <a:rPr sz="1180" lang="zh-CN"/>
              <a:t>香港中文大学（深圳）程序设计竞赛队是代表香港中文大学（深圳）参加国际/国内大学生程序设计竞赛的组织，由数据科学学院方一向教授、马晨昊教授、陈靖邦教授任指导老师，本科生何润元、周莫非任学生队长，共29位学生队员。竞赛队向全校同学开放加入的机会。本年度，代表大学参赛的队员来自多个学院，横跨四个年级。</a:t>
            </a:r>
          </a:p>
          <a:p>
            <a:pPr algn="just">
              <a:lnSpc>
                <a:spcPct val="125000"/>
              </a:lnSpc>
            </a:pPr>
            <a:r>
              <a:rPr sz="1180" lang="zh-CN"/>
              <a:t>竞赛队所参加的大学生程序设计竞赛是培养高端人才的重要途径。国际大学生程序设计竞赛（International Collegiate Programming Contest）是全球最具影响力的大学生计算机竞赛，被誉为计算机软件领域的奥林匹克。竞赛队还积极参加中国大学生程序设计竞赛（China Collegiate Programming Contest）等知名赛事。自成立以来，竞赛队目前累计获得38枚金奖、37枚银奖、20枚铜奖。</a:t>
            </a:r>
          </a:p>
          <a:p>
            <a:pPr algn="just">
              <a:lnSpc>
                <a:spcPct val="125000"/>
              </a:lnSpc>
            </a:pPr>
            <a:r>
              <a:rPr sz="1180" lang="zh-CN"/>
              <a:t>参加国内外各类程序设计竞赛之余，竞赛队还成功举办了2023-2024年香港中文大学（深圳）程序设计竞赛、2025-2026年粤港澳大湾区国际编程大赛，吸引了全校、大湾区、乃至世界各地学生的参赛。于2026年4月11日，竞赛队成功举办了2026年国际大学生程序设计竞赛全国邀请赛（深圳），这是我校历史上首次承办ICPC系列赛事，标志着我校在计算机学科竞赛组织能力及学术影响力方面再上新台阶。此外，竞赛队还积极参与了大学本科生招生，协助附属学校信息学竞赛培训，举办各类编程相关的课程复习讲座，与大湾区其它高校、企业、中小学进行友好互动等。</a:t>
            </a:r>
          </a:p>
          <a:p>
            <a:pPr algn="just">
              <a:lnSpc>
                <a:spcPct val="125000"/>
              </a:lnSpc>
            </a:pPr>
            <a:r>
              <a:rPr sz="1180" lang="zh-CN"/>
              <a:t>竞赛队始终秉持着全栈式培养理念，积极搭建发展平台，为全体队员在校四年期间提供全面成长的机会。在队员大一、大二阶段，竞赛队精心规划，助力队员踊跃参与国内外各类编程赛事，在实战中锤炼技能、积累经验；待队员步入大三大四，竞赛队充分发挥资源优势，将队员推荐至专业课题组以及知名企业，让他们在科研探索与实习实践中深化专业认知、提升综合能力，为未来的职业发展筑牢坚实根基。目前，已毕业的多名队员在加州大学伯克利分校、滑铁卢大学、南洋理工大学等世界顶尖学府攻读博士学位。</a:t>
            </a:r>
          </a:p>
        </p:txBody>
      </p:sp>
      <p:sp>
        <p:nvSpPr>
          <p:cNvPr id="516" name="Title Placeholder 1"/>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简介</a:t>
            </a:r>
            <a:endParaRPr lang="en-CN" sz="3200"/>
          </a:p>
        </p:txBody>
      </p:sp>
      <p:pic>
        <p:nvPicPr>
          <p:cNvPr id="517" name="图片 18"/>
          <p:cNvPicPr>
            <a:picLocks noChangeAspect="1"/>
          </p:cNvPicPr>
          <p:nvPr/>
        </p:nvPicPr>
        <p:blipFill>
          <a:blip r:embed="rId6" cstate="print"/>
          <a:stretch>
            <a:fillRect/>
          </a:stretch>
        </p:blipFill>
        <p:spPr>
          <a:xfrm>
            <a:off x="-401919" y="196268"/>
            <a:ext cx="6637825" cy="92559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9" name="组合 18"/>
          <p:cNvGrpSpPr/>
          <p:nvPr/>
        </p:nvGrpSpPr>
        <p:grpSpPr>
          <a:xfrm>
            <a:off x="9752" y="255633"/>
            <a:ext cx="7549923" cy="9999797"/>
            <a:chOff x="9752" y="255633"/>
            <a:chExt cx="7549923" cy="9999797"/>
          </a:xfrm>
        </p:grpSpPr>
        <p:pic>
          <p:nvPicPr>
            <p:cNvPr id="520" name="图片 20"/>
            <p:cNvPicPr>
              <a:picLocks noChangeAspect="1"/>
            </p:cNvPicPr>
            <p:nvPr/>
          </p:nvPicPr>
          <p:blipFill>
            <a:blip r:embed="rId2"/>
            <a:srcRect r="1505"/>
            <a:stretch/>
          </p:blipFill>
          <p:spPr>
            <a:xfrm>
              <a:off x="9752" y="255633"/>
              <a:ext cx="7549923" cy="9999797"/>
            </a:xfrm>
            <a:prstGeom prst="rect">
              <a:avLst/>
            </a:prstGeom>
          </p:spPr>
        </p:pic>
        <p:pic>
          <p:nvPicPr>
            <p:cNvPr id="521" name="图片 22"/>
            <p:cNvPicPr>
              <a:picLocks noChangeAspect="1"/>
            </p:cNvPicPr>
            <p:nvPr/>
          </p:nvPicPr>
          <p:blipFill>
            <a:blip r:embed="rId3"/>
            <a:stretch>
              <a:fillRect/>
            </a:stretch>
          </p:blipFill>
          <p:spPr>
            <a:xfrm>
              <a:off x="2733503" y="958361"/>
              <a:ext cx="4803852" cy="183897"/>
            </a:xfrm>
            <a:prstGeom prst="rect">
              <a:avLst/>
            </a:prstGeom>
          </p:spPr>
        </p:pic>
        <p:pic>
          <p:nvPicPr>
            <p:cNvPr id="522" name="图片 24"/>
            <p:cNvPicPr>
              <a:picLocks noChangeAspect="1"/>
            </p:cNvPicPr>
            <p:nvPr/>
          </p:nvPicPr>
          <p:blipFill>
            <a:blip r:embed="rId4"/>
            <a:stretch>
              <a:fillRect/>
            </a:stretch>
          </p:blipFill>
          <p:spPr>
            <a:xfrm>
              <a:off x="2955317" y="489607"/>
              <a:ext cx="4480144" cy="476842"/>
            </a:xfrm>
            <a:prstGeom prst="rect">
              <a:avLst/>
            </a:prstGeom>
          </p:spPr>
        </p:pic>
      </p:grpSp>
      <p:sp>
        <p:nvSpPr>
          <p:cNvPr id="523" name="矩形 3"/>
          <p:cNvSpPr/>
          <p:nvPr/>
        </p:nvSpPr>
        <p:spPr>
          <a:xfrm rot="10800000">
            <a:off x="469113" y="2351809"/>
            <a:ext cx="6860150" cy="7033799"/>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524" name="Title Placeholder 1"/>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目录</a:t>
            </a:r>
            <a:endParaRPr lang="en-CN" sz="3200"/>
          </a:p>
        </p:txBody>
      </p:sp>
      <p:cxnSp>
        <p:nvCxnSpPr>
          <p:cNvPr id="525" name="图形"/>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526" name="object 18"/>
          <p:cNvSpPr/>
          <p:nvPr/>
        </p:nvSpPr>
        <p:spPr>
          <a:xfrm rot="16200000" flipV="1">
            <a:off x="-2687034" y="5314140"/>
            <a:ext cx="6348755" cy="845456"/>
          </a:xfrm>
          <a:custGeom>
            <a:avLst/>
            <a:gdLst/>
            <a:ahLst/>
            <a:cxnLst/>
            <a:rect l="l" t="t" r="r" b="b"/>
            <a:pathLst>
              <a:path w="18185765">
                <a:moveTo>
                  <a:pt x="0" y="0"/>
                </a:moveTo>
                <a:lnTo>
                  <a:pt x="18185310" y="0"/>
                </a:lnTo>
              </a:path>
            </a:pathLst>
          </a:custGeom>
          <a:ln w="73025">
            <a:solidFill>
              <a:srgbClr val="FFA701"/>
            </a:solidFill>
          </a:ln>
        </p:spPr>
        <p:txBody>
          <a:bodyPr wrap="square" lIns="0" tIns="0" rIns="0" bIns="0" rtlCol="0"/>
          <a:lstStyle/>
          <a:p>
            <a:pPr>
              <a:defRPr/>
            </a:pPr>
            <a:endParaRPr sz="903">
              <a:latin typeface="Microsoft YaHei" panose="020B0503020204020204" pitchFamily="34" charset="-122"/>
              <a:ea typeface="Microsoft YaHei" panose="020B0503020204020204" pitchFamily="34" charset="-122"/>
              <a:cs typeface="Helvetica Neue"/>
            </a:endParaRPr>
          </a:p>
        </p:txBody>
      </p:sp>
      <p:sp>
        <p:nvSpPr>
          <p:cNvPr id="529" name="文本框 19"/>
          <p:cNvSpPr txBox="1"/>
          <p:nvPr/>
        </p:nvSpPr>
        <p:spPr>
          <a:xfrm>
            <a:off x="1125014" y="2576546"/>
            <a:ext cx="5983870" cy="6786473"/>
          </a:xfrm>
          <a:prstGeom prst="rect">
            <a:avLst/>
          </a:prstGeom>
          <a:noFill/>
        </p:spPr>
        <p:txBody>
          <a:bodyPr/>
          <a:lstStyle/>
          <a:p>
            <a:pPr algn="l" defTabSz="567066" hangingPunct="1">
              <a:defRPr/>
            </a:pPr>
            <a:r>
              <a:rPr sz="1420" lang="zh-CN"/>
              <a:t>赛事简介   …………………………………………………………1</a:t>
            </a:r>
          </a:p>
          <a:p>
            <a:pPr algn="l" defTabSz="567066" hangingPunct="1">
              <a:defRPr/>
            </a:pPr>
            <a:r>
              <a:rPr sz="1420" lang="zh-CN"/>
              <a:t>为什么参加竞赛   …………………………………………………2</a:t>
            </a:r>
          </a:p>
          <a:p>
            <a:pPr algn="l" defTabSz="567066" hangingPunct="1">
              <a:defRPr/>
            </a:pPr>
            <a:r>
              <a:rPr sz="1420" lang="zh-CN"/>
              <a:t>竞赛队宗旨   ………………………………………………………3</a:t>
            </a:r>
          </a:p>
          <a:p>
            <a:pPr algn="l" defTabSz="567066" hangingPunct="1">
              <a:defRPr/>
            </a:pPr>
            <a:r>
              <a:rPr sz="1420" lang="zh-CN"/>
              <a:t>指导教师   …………………………………………………………4</a:t>
            </a:r>
          </a:p>
          <a:p>
            <a:pPr algn="l" defTabSz="567066" hangingPunct="1">
              <a:defRPr/>
            </a:pPr>
            <a:r>
              <a:rPr sz="1420" lang="zh-CN"/>
              <a:t>历任队长   …………………………………………………………5</a:t>
            </a:r>
          </a:p>
          <a:p>
            <a:pPr algn="l" defTabSz="567066" hangingPunct="1">
              <a:defRPr/>
            </a:pPr>
            <a:r>
              <a:rPr sz="1420" lang="zh-CN"/>
              <a:t>全栈式培养   ………………………………………………………7</a:t>
            </a:r>
          </a:p>
          <a:p>
            <a:pPr algn="l" defTabSz="567066" hangingPunct="1">
              <a:defRPr/>
            </a:pPr>
            <a:r>
              <a:rPr sz="1420" lang="zh-CN"/>
              <a:t>团队发展   …………………………………………………………8</a:t>
            </a:r>
          </a:p>
          <a:p>
            <a:pPr algn="l" defTabSz="567066" hangingPunct="1">
              <a:defRPr/>
            </a:pPr>
            <a:r>
              <a:rPr sz="1420" lang="zh-CN"/>
              <a:t>竞赛队成果   ………………………………………………………10</a:t>
            </a:r>
          </a:p>
          <a:p>
            <a:pPr algn="l" defTabSz="567066" hangingPunct="1">
              <a:defRPr/>
            </a:pPr>
            <a:r>
              <a:rPr sz="1420" lang="zh-CN"/>
              <a:t>优秀队伍   …………………………………………………………11</a:t>
            </a:r>
          </a:p>
          <a:p>
            <a:pPr algn="l" defTabSz="567066" hangingPunct="1">
              <a:defRPr/>
            </a:pPr>
            <a:r>
              <a:rPr sz="1420" lang="zh-CN"/>
              <a:t>企业实习   …………………………………………………………13</a:t>
            </a:r>
          </a:p>
          <a:p>
            <a:pPr algn="l" defTabSz="567066" hangingPunct="1">
              <a:defRPr/>
            </a:pPr>
            <a:r>
              <a:rPr sz="1420" lang="zh-CN"/>
              <a:t>科研活动   …………………………………………………………14</a:t>
            </a:r>
          </a:p>
          <a:p>
            <a:pPr algn="l" defTabSz="567066" hangingPunct="1">
              <a:defRPr/>
            </a:pPr>
            <a:r>
              <a:rPr sz="1420" lang="zh-CN"/>
              <a:t>活动风采   …………………………………………………………16</a:t>
            </a:r>
          </a:p>
          <a:p>
            <a:pPr algn="l" defTabSz="567066" hangingPunct="1">
              <a:defRPr/>
            </a:pPr>
            <a:r>
              <a:rPr sz="1420" lang="zh-CN"/>
              <a:t>曾获ICPC/CCPC奖项队员   ………………………………………21</a:t>
            </a:r>
          </a:p>
          <a:p>
            <a:pPr algn="l" defTabSz="567066" hangingPunct="1">
              <a:defRPr/>
            </a:pPr>
            <a:r>
              <a:rPr sz="1420" lang="zh-CN"/>
              <a:t>优秀队员去向   ……………………………………………………24</a:t>
            </a:r>
          </a:p>
        </p:txBody>
      </p:sp>
      <p:pic>
        <p:nvPicPr>
          <p:cNvPr id="544" name="图片 29"/>
          <p:cNvPicPr>
            <a:picLocks noChangeAspect="1"/>
          </p:cNvPicPr>
          <p:nvPr/>
        </p:nvPicPr>
        <p:blipFill>
          <a:blip r:embed="rId5" cstate="print"/>
          <a:stretch>
            <a:fillRect/>
          </a:stretch>
        </p:blipFill>
        <p:spPr>
          <a:xfrm>
            <a:off x="1336928" y="196268"/>
            <a:ext cx="6637825" cy="92559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332F6-397E-4755-6C40-F85477DDA673}"/>
            </a:ext>
          </a:extLst>
        </p:cNvPr>
        <p:cNvGrpSpPr/>
        <p:nvPr/>
      </p:nvGrpSpPr>
      <p:grpSpPr>
        <a:xfrm>
          <a:off x="0" y="0"/>
          <a:ext cx="0" cy="0"/>
          <a:chOff x="0" y="0"/>
          <a:chExt cx="0" cy="0"/>
        </a:xfrm>
      </p:grpSpPr>
      <p:grpSp>
        <p:nvGrpSpPr>
          <p:cNvPr id="654" name="组合 6">
            <a:extLst>
              <a:ext uri="{FF2B5EF4-FFF2-40B4-BE49-F238E27FC236}">
                <a16:creationId xmlns:a16="http://schemas.microsoft.com/office/drawing/2014/main" id="{126102AC-0BF0-889B-A54E-0F5DEFDD88E6}"/>
              </a:ext>
            </a:extLst>
          </p:cNvPr>
          <p:cNvGrpSpPr/>
          <p:nvPr/>
        </p:nvGrpSpPr>
        <p:grpSpPr>
          <a:xfrm>
            <a:off x="9752" y="524078"/>
            <a:ext cx="7549923" cy="9999797"/>
            <a:chOff x="9752" y="255633"/>
            <a:chExt cx="7549923" cy="9999797"/>
          </a:xfrm>
        </p:grpSpPr>
        <p:pic>
          <p:nvPicPr>
            <p:cNvPr id="655" name="图片 7">
              <a:extLst>
                <a:ext uri="{FF2B5EF4-FFF2-40B4-BE49-F238E27FC236}">
                  <a16:creationId xmlns:a16="http://schemas.microsoft.com/office/drawing/2014/main" id="{1803F336-89AE-F12B-F495-5D42D41832EF}"/>
                </a:ext>
              </a:extLst>
            </p:cNvPr>
            <p:cNvPicPr>
              <a:picLocks noChangeAspect="1"/>
            </p:cNvPicPr>
            <p:nvPr/>
          </p:nvPicPr>
          <p:blipFill>
            <a:blip r:embed="rId2"/>
            <a:srcRect r="1505"/>
            <a:stretch/>
          </p:blipFill>
          <p:spPr>
            <a:xfrm>
              <a:off x="9752" y="255633"/>
              <a:ext cx="7549923" cy="9999797"/>
            </a:xfrm>
            <a:prstGeom prst="rect">
              <a:avLst/>
            </a:prstGeom>
          </p:spPr>
        </p:pic>
        <p:pic>
          <p:nvPicPr>
            <p:cNvPr id="656" name="图片 9">
              <a:extLst>
                <a:ext uri="{FF2B5EF4-FFF2-40B4-BE49-F238E27FC236}">
                  <a16:creationId xmlns:a16="http://schemas.microsoft.com/office/drawing/2014/main" id="{B9D659DF-9D61-1C85-301C-A035DAF5354D}"/>
                </a:ext>
              </a:extLst>
            </p:cNvPr>
            <p:cNvPicPr>
              <a:picLocks noChangeAspect="1"/>
            </p:cNvPicPr>
            <p:nvPr/>
          </p:nvPicPr>
          <p:blipFill>
            <a:blip r:embed="rId3"/>
            <a:stretch>
              <a:fillRect/>
            </a:stretch>
          </p:blipFill>
          <p:spPr>
            <a:xfrm>
              <a:off x="2733503" y="958361"/>
              <a:ext cx="4803852" cy="183897"/>
            </a:xfrm>
            <a:prstGeom prst="rect">
              <a:avLst/>
            </a:prstGeom>
          </p:spPr>
        </p:pic>
        <p:pic>
          <p:nvPicPr>
            <p:cNvPr id="657" name="图片 12">
              <a:extLst>
                <a:ext uri="{FF2B5EF4-FFF2-40B4-BE49-F238E27FC236}">
                  <a16:creationId xmlns:a16="http://schemas.microsoft.com/office/drawing/2014/main" id="{2BD3AF51-835D-715D-2B3A-057D36492B67}"/>
                </a:ext>
              </a:extLst>
            </p:cNvPr>
            <p:cNvPicPr>
              <a:picLocks noChangeAspect="1"/>
            </p:cNvPicPr>
            <p:nvPr/>
          </p:nvPicPr>
          <p:blipFill>
            <a:blip r:embed="rId4"/>
            <a:stretch>
              <a:fillRect/>
            </a:stretch>
          </p:blipFill>
          <p:spPr>
            <a:xfrm>
              <a:off x="2955317" y="489607"/>
              <a:ext cx="4480144" cy="476842"/>
            </a:xfrm>
            <a:prstGeom prst="rect">
              <a:avLst/>
            </a:prstGeom>
          </p:spPr>
        </p:pic>
      </p:grpSp>
      <p:pic>
        <p:nvPicPr>
          <p:cNvPr id="2" name="图片 18">
            <a:extLst>
              <a:ext uri="{FF2B5EF4-FFF2-40B4-BE49-F238E27FC236}">
                <a16:creationId xmlns:a16="http://schemas.microsoft.com/office/drawing/2014/main" id="{E9F2F4E9-FA18-5B4D-D030-D66900B3A803}"/>
              </a:ext>
            </a:extLst>
          </p:cNvPr>
          <p:cNvPicPr>
            <a:picLocks noChangeAspect="1"/>
          </p:cNvPicPr>
          <p:nvPr/>
        </p:nvPicPr>
        <p:blipFill>
          <a:blip r:embed="rId5" cstate="print"/>
          <a:stretch>
            <a:fillRect/>
          </a:stretch>
        </p:blipFill>
        <p:spPr>
          <a:xfrm>
            <a:off x="-401919" y="196268"/>
            <a:ext cx="6637825" cy="925594"/>
          </a:xfrm>
          <a:prstGeom prst="rect">
            <a:avLst/>
          </a:prstGeom>
        </p:spPr>
      </p:pic>
      <p:sp>
        <p:nvSpPr>
          <p:cNvPr id="3" name="矩形 4">
            <a:extLst>
              <a:ext uri="{FF2B5EF4-FFF2-40B4-BE49-F238E27FC236}">
                <a16:creationId xmlns:a16="http://schemas.microsoft.com/office/drawing/2014/main" id="{4082D9D0-7C9C-07DA-8884-0AD349AE4A62}"/>
              </a:ext>
            </a:extLst>
          </p:cNvPr>
          <p:cNvSpPr/>
          <p:nvPr/>
        </p:nvSpPr>
        <p:spPr>
          <a:xfrm rot="5400000" flipH="1">
            <a:off x="3694631" y="1387429"/>
            <a:ext cx="503492" cy="554400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4" name="矩形 7">
            <a:extLst>
              <a:ext uri="{FF2B5EF4-FFF2-40B4-BE49-F238E27FC236}">
                <a16:creationId xmlns:a16="http://schemas.microsoft.com/office/drawing/2014/main" id="{AA796CAA-B5B8-CDF1-E0D7-C7EF6FD47E55}"/>
              </a:ext>
            </a:extLst>
          </p:cNvPr>
          <p:cNvSpPr/>
          <p:nvPr/>
        </p:nvSpPr>
        <p:spPr>
          <a:xfrm rot="5400000" flipH="1">
            <a:off x="3550280" y="1990936"/>
            <a:ext cx="792196" cy="554400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5" name="矩形 3">
            <a:extLst>
              <a:ext uri="{FF2B5EF4-FFF2-40B4-BE49-F238E27FC236}">
                <a16:creationId xmlns:a16="http://schemas.microsoft.com/office/drawing/2014/main" id="{E8A0745D-4A47-122C-09BF-2EA478FAA189}"/>
              </a:ext>
            </a:extLst>
          </p:cNvPr>
          <p:cNvSpPr/>
          <p:nvPr/>
        </p:nvSpPr>
        <p:spPr>
          <a:xfrm rot="5400000" flipH="1">
            <a:off x="3675278" y="1004820"/>
            <a:ext cx="542198" cy="554400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dirty="0"/>
          </a:p>
        </p:txBody>
      </p:sp>
      <p:sp>
        <p:nvSpPr>
          <p:cNvPr id="6" name="文本框 32">
            <a:extLst>
              <a:ext uri="{FF2B5EF4-FFF2-40B4-BE49-F238E27FC236}">
                <a16:creationId xmlns:a16="http://schemas.microsoft.com/office/drawing/2014/main" id="{CBE49586-7CD6-69F9-5D56-621742C817B9}"/>
              </a:ext>
            </a:extLst>
          </p:cNvPr>
          <p:cNvSpPr txBox="1"/>
          <p:nvPr/>
        </p:nvSpPr>
        <p:spPr>
          <a:xfrm>
            <a:off x="1166951" y="3505722"/>
            <a:ext cx="5544000" cy="323165"/>
          </a:xfrm>
          <a:prstGeom prst="rect">
            <a:avLst/>
          </a:prstGeom>
          <a:noFill/>
        </p:spPr>
        <p:txBody>
          <a:bodyPr wrap="square" rtlCol="0">
            <a:spAutoFit/>
          </a:bodyPr>
          <a:lstStyle/>
          <a:p>
            <a:pPr algn="l" defTabSz="567066" hangingPunct="1"/>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以团队的形式代表学校参赛，每队由三名队员组成</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p:txBody>
      </p:sp>
      <p:cxnSp>
        <p:nvCxnSpPr>
          <p:cNvPr id="10" name="图形">
            <a:extLst>
              <a:ext uri="{FF2B5EF4-FFF2-40B4-BE49-F238E27FC236}">
                <a16:creationId xmlns:a16="http://schemas.microsoft.com/office/drawing/2014/main" id="{7D9822C6-C420-7A39-BF81-86216B1AFAC6}"/>
              </a:ext>
            </a:extLst>
          </p:cNvPr>
          <p:cNvCxnSpPr>
            <a:cxnSpLocks/>
          </p:cNvCxnSpPr>
          <p:nvPr/>
        </p:nvCxnSpPr>
        <p:spPr>
          <a:xfrm flipH="1">
            <a:off x="811052" y="3742613"/>
            <a:ext cx="4452" cy="720000"/>
          </a:xfrm>
          <a:prstGeom prst="line">
            <a:avLst/>
          </a:prstGeom>
          <a:ln w="19050">
            <a:solidFill>
              <a:schemeClr val="bg2">
                <a:lumMod val="50000"/>
              </a:schemeClr>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22" name="Title Placeholder 1">
            <a:extLst>
              <a:ext uri="{FF2B5EF4-FFF2-40B4-BE49-F238E27FC236}">
                <a16:creationId xmlns:a16="http://schemas.microsoft.com/office/drawing/2014/main" id="{D1A77D56-6A00-B905-40C4-5AAE02707833}"/>
              </a:ext>
            </a:extLst>
          </p:cNvPr>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赛事简介</a:t>
            </a:r>
            <a:endParaRPr lang="en-CN" sz="3200"/>
          </a:p>
        </p:txBody>
      </p:sp>
      <p:pic>
        <p:nvPicPr>
          <p:cNvPr id="23" name="IMG_0602.jpeg" descr="IMG_0602.jpeg">
            <a:extLst>
              <a:ext uri="{FF2B5EF4-FFF2-40B4-BE49-F238E27FC236}">
                <a16:creationId xmlns:a16="http://schemas.microsoft.com/office/drawing/2014/main" id="{9019FDCB-9B4E-BF1A-1BC8-FD23609E7FCF}"/>
              </a:ext>
            </a:extLst>
          </p:cNvPr>
          <p:cNvPicPr>
            <a:picLocks noChangeAspect="1"/>
          </p:cNvPicPr>
          <p:nvPr/>
        </p:nvPicPr>
        <p:blipFill rotWithShape="1">
          <a:blip r:embed="rId6">
            <a:alphaModFix/>
          </a:blip>
          <a:srcRect t="48698" r="5051" b="18011"/>
          <a:stretch>
            <a:fillRect/>
          </a:stretch>
        </p:blipFill>
        <p:spPr>
          <a:xfrm>
            <a:off x="1403037" y="1989675"/>
            <a:ext cx="4763353" cy="1252603"/>
          </a:xfrm>
          <a:prstGeom prst="rect">
            <a:avLst/>
          </a:prstGeom>
          <a:ln w="12700">
            <a:miter lim="400000"/>
            <a:headEnd/>
            <a:tailEnd/>
          </a:ln>
          <a:effectLst>
            <a:outerShdw blurRad="558800" dist="38100" dir="2700000" sx="96000" sy="96000" algn="tl" rotWithShape="0">
              <a:prstClr val="black">
                <a:alpha val="52000"/>
              </a:prstClr>
            </a:outerShdw>
          </a:effectLst>
        </p:spPr>
      </p:pic>
      <p:sp>
        <p:nvSpPr>
          <p:cNvPr id="24" name="图形">
            <a:extLst>
              <a:ext uri="{FF2B5EF4-FFF2-40B4-BE49-F238E27FC236}">
                <a16:creationId xmlns:a16="http://schemas.microsoft.com/office/drawing/2014/main" id="{BF411E2F-A019-C037-9EB1-FEC1BB63B0F0}"/>
              </a:ext>
            </a:extLst>
          </p:cNvPr>
          <p:cNvSpPr/>
          <p:nvPr/>
        </p:nvSpPr>
        <p:spPr>
          <a:xfrm rot="2700000">
            <a:off x="627878" y="3919515"/>
            <a:ext cx="370800" cy="371805"/>
          </a:xfrm>
          <a:prstGeom prst="ellipse">
            <a:avLst/>
          </a:prstGeom>
          <a:solidFill>
            <a:srgbClr val="FFA701"/>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27955" tIns="14568" rIns="27955" bIns="14568"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buFont typeface="阿里巴巴普惠体 Heavy" panose="00020600040101010101" charset="-122"/>
            </a:pPr>
            <a:endParaRPr lang="zh-CN" altLang="en-US" sz="558">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cxnSp>
        <p:nvCxnSpPr>
          <p:cNvPr id="26" name="图形">
            <a:extLst>
              <a:ext uri="{FF2B5EF4-FFF2-40B4-BE49-F238E27FC236}">
                <a16:creationId xmlns:a16="http://schemas.microsoft.com/office/drawing/2014/main" id="{20B1801A-FA40-B9F5-D2A9-F36BC7FEBBE1}"/>
              </a:ext>
            </a:extLst>
          </p:cNvPr>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27" name="文本框 11">
            <a:extLst>
              <a:ext uri="{FF2B5EF4-FFF2-40B4-BE49-F238E27FC236}">
                <a16:creationId xmlns:a16="http://schemas.microsoft.com/office/drawing/2014/main" id="{035E6066-7F24-E197-BFAC-00DD9322355F}"/>
              </a:ext>
            </a:extLst>
          </p:cNvPr>
          <p:cNvSpPr txBox="1"/>
          <p:nvPr/>
        </p:nvSpPr>
        <p:spPr>
          <a:xfrm>
            <a:off x="1166951" y="3907684"/>
            <a:ext cx="5544000" cy="323165"/>
          </a:xfrm>
          <a:prstGeom prst="rect">
            <a:avLst/>
          </a:prstGeom>
          <a:noFill/>
        </p:spPr>
        <p:txBody>
          <a:bodyPr wrap="square">
            <a:spAutoFit/>
          </a:bodyPr>
          <a:lstStyle/>
          <a:p>
            <a:pPr algn="l"/>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使用一台电脑在</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5</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小时内用编程解决</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7-13</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道程序设计问题</a:t>
            </a:r>
            <a:endParaRPr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p:txBody>
      </p:sp>
      <p:sp>
        <p:nvSpPr>
          <p:cNvPr id="28" name="文本框 13">
            <a:extLst>
              <a:ext uri="{FF2B5EF4-FFF2-40B4-BE49-F238E27FC236}">
                <a16:creationId xmlns:a16="http://schemas.microsoft.com/office/drawing/2014/main" id="{77765650-0F8A-28D0-D136-71AAC9AE788C}"/>
              </a:ext>
            </a:extLst>
          </p:cNvPr>
          <p:cNvSpPr txBox="1"/>
          <p:nvPr/>
        </p:nvSpPr>
        <p:spPr>
          <a:xfrm>
            <a:off x="1166951" y="4297051"/>
            <a:ext cx="5544000" cy="629596"/>
          </a:xfrm>
          <a:prstGeom prst="rect">
            <a:avLst/>
          </a:prstGeom>
          <a:noFill/>
        </p:spPr>
        <p:txBody>
          <a:bodyPr wrap="square">
            <a:spAutoFit/>
          </a:bodyPr>
          <a:lstStyle/>
          <a:p>
            <a:pPr algn="l" defTabSz="567066" hangingPunct="1">
              <a:lnSpc>
                <a:spcPct val="125000"/>
              </a:lnSpc>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旨在展示大学生创新能力、团队精神、和在压力下编写程序、分析和解决问题的能力</a:t>
            </a:r>
            <a:endParaRPr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p:txBody>
      </p:sp>
      <p:sp>
        <p:nvSpPr>
          <p:cNvPr id="29" name="椭圆 30">
            <a:extLst>
              <a:ext uri="{FF2B5EF4-FFF2-40B4-BE49-F238E27FC236}">
                <a16:creationId xmlns:a16="http://schemas.microsoft.com/office/drawing/2014/main" id="{61109F3E-1EED-ED36-40AF-F2AEA20F0E2A}"/>
              </a:ext>
            </a:extLst>
          </p:cNvPr>
          <p:cNvSpPr/>
          <p:nvPr/>
        </p:nvSpPr>
        <p:spPr>
          <a:xfrm>
            <a:off x="1327759" y="5837239"/>
            <a:ext cx="1177445" cy="1803638"/>
          </a:xfrm>
          <a:prstGeom prst="ellipse">
            <a:avLst/>
          </a:prstGeom>
          <a:gradFill>
            <a:gsLst>
              <a:gs pos="0">
                <a:schemeClr val="bg1">
                  <a:alpha val="0"/>
                </a:schemeClr>
              </a:gs>
              <a:gs pos="100000">
                <a:schemeClr val="bg1">
                  <a:alpha val="45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30" name="Google Shape;1092;p45">
            <a:extLst>
              <a:ext uri="{FF2B5EF4-FFF2-40B4-BE49-F238E27FC236}">
                <a16:creationId xmlns:a16="http://schemas.microsoft.com/office/drawing/2014/main" id="{463C24A7-74B1-CEE1-4DBE-13375BB470DD}"/>
              </a:ext>
            </a:extLst>
          </p:cNvPr>
          <p:cNvSpPr/>
          <p:nvPr/>
        </p:nvSpPr>
        <p:spPr>
          <a:xfrm>
            <a:off x="2116354" y="5836168"/>
            <a:ext cx="4710331" cy="586585"/>
          </a:xfrm>
          <a:prstGeom prst="roundRect">
            <a:avLst>
              <a:gd name="adj" fmla="val 50000"/>
            </a:avLst>
          </a:prstGeom>
          <a:solidFill>
            <a:schemeClr val="bg1"/>
          </a:solidFill>
          <a:ln w="6350" cap="flat" cmpd="sng">
            <a:noFill/>
            <a:prstDash val="solid"/>
            <a:round/>
            <a:headEnd type="none" w="sm" len="sm"/>
            <a:tailEnd type="none" w="sm" len="sm"/>
          </a:ln>
          <a:effectLst>
            <a:outerShdw blurRad="254000" sx="102000" sy="102000" algn="ctr" rotWithShape="0">
              <a:srgbClr val="441D85">
                <a:alpha val="10000"/>
              </a:srgbClr>
            </a:outerShdw>
          </a:effectLst>
        </p:spPr>
        <p:txBody>
          <a:bodyPr spcFirstLastPara="1" wrap="square" lIns="37792" tIns="37792" rIns="37792" bIns="37792" anchor="ctr" anchorCtr="0">
            <a:noAutofit/>
          </a:bodyPr>
          <a:lstStyle/>
          <a:p>
            <a:pPr algn="l" defTabSz="378035" hangingPunct="1">
              <a:buClr>
                <a:srgbClr val="000000"/>
              </a:buClr>
              <a:defRPr/>
            </a:pPr>
            <a:endParaRPr sz="579">
              <a:solidFill>
                <a:schemeClr val="tx1">
                  <a:lumMod val="50000"/>
                  <a:lumOff val="50000"/>
                </a:schemeClr>
              </a:solidFill>
              <a:latin typeface="思源宋体 CN" panose="02020400000000000000" pitchFamily="18" charset="-122"/>
              <a:ea typeface="思源宋体 CN" panose="02020400000000000000" pitchFamily="18" charset="-122"/>
              <a:cs typeface="阿里巴巴普惠体" panose="00020600040101010101" pitchFamily="18" charset="-122"/>
              <a:sym typeface="思源宋体 CN" panose="02020400000000000000" pitchFamily="18" charset="-122"/>
            </a:endParaRPr>
          </a:p>
        </p:txBody>
      </p:sp>
      <p:sp>
        <p:nvSpPr>
          <p:cNvPr id="31" name="文本框 5">
            <a:extLst>
              <a:ext uri="{FF2B5EF4-FFF2-40B4-BE49-F238E27FC236}">
                <a16:creationId xmlns:a16="http://schemas.microsoft.com/office/drawing/2014/main" id="{A8D39725-7E2A-808B-EBB0-0990A501CC5B}"/>
              </a:ext>
            </a:extLst>
          </p:cNvPr>
          <p:cNvSpPr txBox="1"/>
          <p:nvPr/>
        </p:nvSpPr>
        <p:spPr>
          <a:xfrm>
            <a:off x="2229787" y="5814662"/>
            <a:ext cx="4360993" cy="629596"/>
          </a:xfrm>
          <a:prstGeom prst="rect">
            <a:avLst/>
          </a:prstGeom>
          <a:noFill/>
        </p:spPr>
        <p:txBody>
          <a:bodyPr wrap="square" rtlCol="0">
            <a:spAutoFit/>
          </a:bodyPr>
          <a:lstStyle/>
          <a:p>
            <a:pPr marL="360480" lvl="1" indent="0" algn="l" defTabSz="1007943" hangingPunct="1">
              <a:lnSpc>
                <a:spcPct val="125000"/>
              </a:lnSpc>
              <a:spcBef>
                <a:spcPts val="551"/>
              </a:spcBef>
              <a:buClr>
                <a:schemeClr val="accent2">
                  <a:lumMod val="25000"/>
                </a:schemeClr>
              </a:buClr>
              <a:buSzPct val="60000"/>
              <a:defRPr sz="2200">
                <a:solidFill>
                  <a:srgbClr val="2E063D"/>
                </a:solidFill>
              </a:defRPr>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由美国计算机协会</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ACM</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主办，</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AWS</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、华为和</a:t>
            </a:r>
            <a:r>
              <a:rPr lang="en-US" altLang="zh-CN" sz="1500" dirty="0" err="1">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Jetbrains</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赞助</a:t>
            </a:r>
            <a:endParaRPr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p:txBody>
      </p:sp>
      <p:pic>
        <p:nvPicPr>
          <p:cNvPr id="32" name="IMG_0598.jpeg" descr="IMG_0598.jpeg">
            <a:extLst>
              <a:ext uri="{FF2B5EF4-FFF2-40B4-BE49-F238E27FC236}">
                <a16:creationId xmlns:a16="http://schemas.microsoft.com/office/drawing/2014/main" id="{95D5A57E-7828-13B8-023E-44CA2112CB44}"/>
              </a:ext>
            </a:extLst>
          </p:cNvPr>
          <p:cNvPicPr>
            <a:picLocks noChangeAspect="1"/>
          </p:cNvPicPr>
          <p:nvPr/>
        </p:nvPicPr>
        <p:blipFill>
          <a:blip r:embed="rId7"/>
          <a:stretch>
            <a:fillRect/>
          </a:stretch>
        </p:blipFill>
        <p:spPr>
          <a:xfrm>
            <a:off x="1011930" y="5924920"/>
            <a:ext cx="978981" cy="977520"/>
          </a:xfrm>
          <a:prstGeom prst="rect">
            <a:avLst/>
          </a:prstGeom>
          <a:ln w="12700">
            <a:miter lim="400000"/>
            <a:headEnd/>
            <a:tailEnd/>
          </a:ln>
          <a:effectLst>
            <a:outerShdw blurRad="558800" dist="38100" sx="96000" sy="96000" algn="l" rotWithShape="0">
              <a:srgbClr val="441D85">
                <a:alpha val="52000"/>
              </a:srgbClr>
            </a:outerShdw>
          </a:effectLst>
        </p:spPr>
      </p:pic>
      <p:sp>
        <p:nvSpPr>
          <p:cNvPr id="33" name="文本框 66">
            <a:extLst>
              <a:ext uri="{FF2B5EF4-FFF2-40B4-BE49-F238E27FC236}">
                <a16:creationId xmlns:a16="http://schemas.microsoft.com/office/drawing/2014/main" id="{BF7BC2A2-0537-9326-7ABF-078A179E500D}"/>
              </a:ext>
            </a:extLst>
          </p:cNvPr>
          <p:cNvSpPr txBox="1"/>
          <p:nvPr/>
        </p:nvSpPr>
        <p:spPr>
          <a:xfrm>
            <a:off x="838889" y="5361170"/>
            <a:ext cx="6496431" cy="400110"/>
          </a:xfrm>
          <a:prstGeom prst="rect">
            <a:avLst/>
          </a:prstGeom>
          <a:noFill/>
        </p:spPr>
        <p:txBody>
          <a:bodyPr wrap="square">
            <a:spAutoFit/>
          </a:bodyPr>
          <a:lstStyle/>
          <a:p>
            <a:pPr algn="l" defTabSz="1007943" hangingPunct="1">
              <a:spcBef>
                <a:spcPts val="551"/>
              </a:spcBef>
              <a:buClr>
                <a:schemeClr val="bg1">
                  <a:lumMod val="10000"/>
                </a:schemeClr>
              </a:buClr>
              <a:buSzPct val="65000"/>
              <a:defRPr/>
            </a:pPr>
            <a:r>
              <a:rPr lang="en-US" altLang="zh-CN" sz="2000" b="1" kern="1200" dirty="0">
                <a:solidFill>
                  <a:srgbClr val="441D85"/>
                </a:solidFill>
                <a:latin typeface="+mj-ea"/>
                <a:ea typeface="+mj-ea"/>
                <a:cs typeface="+mj-cs"/>
                <a:sym typeface="Times New Roman" panose="02020603050405020304"/>
              </a:rPr>
              <a:t>ICPC </a:t>
            </a:r>
            <a:r>
              <a:rPr lang="zh-CN" altLang="en-US" sz="2000" b="1" kern="1200" dirty="0">
                <a:solidFill>
                  <a:srgbClr val="441D85"/>
                </a:solidFill>
                <a:latin typeface="+mj-ea"/>
                <a:ea typeface="+mj-ea"/>
                <a:cs typeface="+mj-cs"/>
                <a:sym typeface="Times New Roman" panose="02020603050405020304"/>
              </a:rPr>
              <a:t>国际大学生程序设计竞赛</a:t>
            </a:r>
            <a:endParaRPr sz="2000" b="1" kern="1200" dirty="0">
              <a:solidFill>
                <a:srgbClr val="441D85"/>
              </a:solidFill>
              <a:latin typeface="+mj-ea"/>
              <a:ea typeface="+mj-ea"/>
              <a:cs typeface="+mj-cs"/>
            </a:endParaRPr>
          </a:p>
        </p:txBody>
      </p:sp>
      <p:cxnSp>
        <p:nvCxnSpPr>
          <p:cNvPr id="34" name="图形">
            <a:extLst>
              <a:ext uri="{FF2B5EF4-FFF2-40B4-BE49-F238E27FC236}">
                <a16:creationId xmlns:a16="http://schemas.microsoft.com/office/drawing/2014/main" id="{4046B818-223C-B830-B18D-3616200BFBBC}"/>
              </a:ext>
            </a:extLst>
          </p:cNvPr>
          <p:cNvCxnSpPr>
            <a:cxnSpLocks/>
          </p:cNvCxnSpPr>
          <p:nvPr/>
        </p:nvCxnSpPr>
        <p:spPr>
          <a:xfrm>
            <a:off x="811447" y="5320971"/>
            <a:ext cx="0" cy="510577"/>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35" name="Google Shape;1095;p45">
            <a:extLst>
              <a:ext uri="{FF2B5EF4-FFF2-40B4-BE49-F238E27FC236}">
                <a16:creationId xmlns:a16="http://schemas.microsoft.com/office/drawing/2014/main" id="{7E38466E-0038-72B7-78D4-ACBCD62D4615}"/>
              </a:ext>
            </a:extLst>
          </p:cNvPr>
          <p:cNvSpPr/>
          <p:nvPr/>
        </p:nvSpPr>
        <p:spPr>
          <a:xfrm>
            <a:off x="2257088" y="5977287"/>
            <a:ext cx="298222" cy="304346"/>
          </a:xfrm>
          <a:custGeom>
            <a:avLst/>
            <a:gdLst/>
            <a:ahLst/>
            <a:cxnLst/>
            <a:rect l="l" t="t" r="r" b="b"/>
            <a:pathLst>
              <a:path w="17120" h="17120" extrusionOk="0">
                <a:moveTo>
                  <a:pt x="8560" y="1"/>
                </a:moveTo>
                <a:cubicBezTo>
                  <a:pt x="3812" y="1"/>
                  <a:pt x="1" y="3904"/>
                  <a:pt x="1" y="8560"/>
                </a:cubicBezTo>
                <a:cubicBezTo>
                  <a:pt x="1" y="13331"/>
                  <a:pt x="3812" y="17120"/>
                  <a:pt x="8560" y="17120"/>
                </a:cubicBezTo>
                <a:cubicBezTo>
                  <a:pt x="13330" y="17120"/>
                  <a:pt x="17119" y="13331"/>
                  <a:pt x="17119" y="8560"/>
                </a:cubicBezTo>
                <a:cubicBezTo>
                  <a:pt x="17119" y="3904"/>
                  <a:pt x="13330" y="1"/>
                  <a:pt x="8560" y="1"/>
                </a:cubicBezTo>
                <a:close/>
              </a:path>
            </a:pathLst>
          </a:custGeom>
          <a:solidFill>
            <a:srgbClr val="FFA701"/>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27955" tIns="14568" rIns="27955" bIns="14568" anchor="ctr"/>
          <a:lstStyle/>
          <a:p>
            <a:pPr hangingPunct="1"/>
            <a:endParaRPr sz="1117" b="1">
              <a:solidFill>
                <a:srgbClr val="FFFFFF"/>
              </a:solidFill>
              <a:latin typeface="Arial" panose="020B0604020202020204" pitchFamily="34" charset="0"/>
              <a:ea typeface="思源宋体 CN" panose="02020400000000000000" pitchFamily="18" charset="-122"/>
              <a:cs typeface="Arial" panose="020B0604020202020204" pitchFamily="34" charset="0"/>
              <a:sym typeface="思源宋体 CN" panose="02020400000000000000" pitchFamily="18" charset="-122"/>
            </a:endParaRPr>
          </a:p>
        </p:txBody>
      </p:sp>
      <p:sp>
        <p:nvSpPr>
          <p:cNvPr id="36" name="Google Shape;1092;p45">
            <a:extLst>
              <a:ext uri="{FF2B5EF4-FFF2-40B4-BE49-F238E27FC236}">
                <a16:creationId xmlns:a16="http://schemas.microsoft.com/office/drawing/2014/main" id="{AB4EC36A-054E-949A-6B23-ECDB1F283E02}"/>
              </a:ext>
            </a:extLst>
          </p:cNvPr>
          <p:cNvSpPr/>
          <p:nvPr/>
        </p:nvSpPr>
        <p:spPr>
          <a:xfrm>
            <a:off x="2105916" y="6557514"/>
            <a:ext cx="4720769" cy="595046"/>
          </a:xfrm>
          <a:prstGeom prst="roundRect">
            <a:avLst>
              <a:gd name="adj" fmla="val 50000"/>
            </a:avLst>
          </a:prstGeom>
          <a:solidFill>
            <a:schemeClr val="bg1"/>
          </a:solidFill>
          <a:ln w="6350" cap="flat" cmpd="sng">
            <a:noFill/>
            <a:prstDash val="solid"/>
            <a:round/>
            <a:headEnd type="none" w="sm" len="sm"/>
            <a:tailEnd type="none" w="sm" len="sm"/>
          </a:ln>
          <a:effectLst>
            <a:outerShdw blurRad="254000" sx="102000" sy="102000" algn="ctr" rotWithShape="0">
              <a:srgbClr val="441D85">
                <a:alpha val="10000"/>
              </a:srgbClr>
            </a:outerShdw>
          </a:effectLst>
        </p:spPr>
        <p:txBody>
          <a:bodyPr spcFirstLastPara="1" wrap="square" lIns="37792" tIns="37792" rIns="37792" bIns="37792" anchor="ctr" anchorCtr="0">
            <a:noAutofit/>
          </a:bodyPr>
          <a:lstStyle/>
          <a:p>
            <a:pPr algn="l" defTabSz="378035" hangingPunct="1">
              <a:buClr>
                <a:srgbClr val="000000"/>
              </a:buClr>
              <a:defRPr/>
            </a:pPr>
            <a:endParaRPr sz="579">
              <a:solidFill>
                <a:schemeClr val="tx1">
                  <a:lumMod val="50000"/>
                  <a:lumOff val="50000"/>
                </a:schemeClr>
              </a:solidFill>
              <a:latin typeface="思源宋体 CN" panose="02020400000000000000" pitchFamily="18" charset="-122"/>
              <a:ea typeface="思源宋体 CN" panose="02020400000000000000" pitchFamily="18" charset="-122"/>
              <a:cs typeface="阿里巴巴普惠体" panose="00020600040101010101" pitchFamily="18" charset="-122"/>
              <a:sym typeface="思源宋体 CN" panose="02020400000000000000" pitchFamily="18" charset="-122"/>
            </a:endParaRPr>
          </a:p>
        </p:txBody>
      </p:sp>
      <p:sp>
        <p:nvSpPr>
          <p:cNvPr id="37" name="文本框 5">
            <a:extLst>
              <a:ext uri="{FF2B5EF4-FFF2-40B4-BE49-F238E27FC236}">
                <a16:creationId xmlns:a16="http://schemas.microsoft.com/office/drawing/2014/main" id="{E903A83A-09C7-76CA-487D-E1AC8F5B81DB}"/>
              </a:ext>
            </a:extLst>
          </p:cNvPr>
          <p:cNvSpPr txBox="1"/>
          <p:nvPr/>
        </p:nvSpPr>
        <p:spPr>
          <a:xfrm>
            <a:off x="2192055" y="6540239"/>
            <a:ext cx="4409162" cy="629596"/>
          </a:xfrm>
          <a:prstGeom prst="rect">
            <a:avLst/>
          </a:prstGeom>
          <a:noFill/>
        </p:spPr>
        <p:txBody>
          <a:bodyPr wrap="square" rtlCol="0">
            <a:spAutoFit/>
          </a:bodyPr>
          <a:lstStyle/>
          <a:p>
            <a:pPr marL="360480" lvl="1" indent="0" algn="l" defTabSz="1007943" hangingPunct="1">
              <a:lnSpc>
                <a:spcPct val="125000"/>
              </a:lnSpc>
              <a:spcBef>
                <a:spcPts val="551"/>
              </a:spcBef>
              <a:buClr>
                <a:schemeClr val="accent2">
                  <a:lumMod val="25000"/>
                </a:schemeClr>
              </a:buClr>
              <a:buSzPct val="60000"/>
              <a:defRPr sz="2200">
                <a:solidFill>
                  <a:srgbClr val="2E063D"/>
                </a:solidFill>
              </a:defRPr>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具体赛事：亚洲区域赛</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(6</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场</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、亚洲区域赛总决赛</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场</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、全球总决赛</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场</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endPar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p:txBody>
      </p:sp>
      <p:sp>
        <p:nvSpPr>
          <p:cNvPr id="38" name="椭圆 30">
            <a:extLst>
              <a:ext uri="{FF2B5EF4-FFF2-40B4-BE49-F238E27FC236}">
                <a16:creationId xmlns:a16="http://schemas.microsoft.com/office/drawing/2014/main" id="{FB2FEECA-D941-680B-C3B3-F2745A5CEB21}"/>
              </a:ext>
            </a:extLst>
          </p:cNvPr>
          <p:cNvSpPr/>
          <p:nvPr/>
        </p:nvSpPr>
        <p:spPr>
          <a:xfrm>
            <a:off x="1317321" y="7672103"/>
            <a:ext cx="1177445" cy="1803638"/>
          </a:xfrm>
          <a:prstGeom prst="ellipse">
            <a:avLst/>
          </a:prstGeom>
          <a:gradFill>
            <a:gsLst>
              <a:gs pos="0">
                <a:schemeClr val="bg1">
                  <a:alpha val="0"/>
                </a:schemeClr>
              </a:gs>
              <a:gs pos="100000">
                <a:schemeClr val="bg1">
                  <a:alpha val="45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39" name="Google Shape;1092;p45">
            <a:extLst>
              <a:ext uri="{FF2B5EF4-FFF2-40B4-BE49-F238E27FC236}">
                <a16:creationId xmlns:a16="http://schemas.microsoft.com/office/drawing/2014/main" id="{438D82E2-9353-9A8E-B0DD-4AC496DF4DC6}"/>
              </a:ext>
            </a:extLst>
          </p:cNvPr>
          <p:cNvSpPr/>
          <p:nvPr/>
        </p:nvSpPr>
        <p:spPr>
          <a:xfrm>
            <a:off x="2105916" y="7959168"/>
            <a:ext cx="4733295" cy="586800"/>
          </a:xfrm>
          <a:prstGeom prst="roundRect">
            <a:avLst>
              <a:gd name="adj" fmla="val 50000"/>
            </a:avLst>
          </a:prstGeom>
          <a:solidFill>
            <a:schemeClr val="bg1"/>
          </a:solidFill>
          <a:ln w="6350" cap="flat" cmpd="sng">
            <a:noFill/>
            <a:prstDash val="solid"/>
            <a:round/>
            <a:headEnd type="none" w="sm" len="sm"/>
            <a:tailEnd type="none" w="sm" len="sm"/>
          </a:ln>
          <a:effectLst>
            <a:outerShdw blurRad="254000" sx="102000" sy="102000" algn="ctr" rotWithShape="0">
              <a:srgbClr val="441D85">
                <a:alpha val="10000"/>
              </a:srgbClr>
            </a:outerShdw>
          </a:effectLst>
        </p:spPr>
        <p:txBody>
          <a:bodyPr spcFirstLastPara="1" wrap="square" lIns="37792" tIns="37792" rIns="37792" bIns="37792" anchor="ctr" anchorCtr="0">
            <a:noAutofit/>
          </a:bodyPr>
          <a:lstStyle/>
          <a:p>
            <a:pPr algn="l" defTabSz="378035" hangingPunct="1">
              <a:buClr>
                <a:srgbClr val="000000"/>
              </a:buClr>
              <a:defRPr/>
            </a:pPr>
            <a:endParaRPr sz="579">
              <a:solidFill>
                <a:schemeClr val="tx1">
                  <a:lumMod val="50000"/>
                  <a:lumOff val="50000"/>
                </a:schemeClr>
              </a:solidFill>
              <a:latin typeface="思源宋体 CN" panose="02020400000000000000" pitchFamily="18" charset="-122"/>
              <a:ea typeface="思源宋体 CN" panose="02020400000000000000" pitchFamily="18" charset="-122"/>
              <a:cs typeface="阿里巴巴普惠体" panose="00020600040101010101" pitchFamily="18" charset="-122"/>
              <a:sym typeface="思源宋体 CN" panose="02020400000000000000" pitchFamily="18" charset="-122"/>
            </a:endParaRPr>
          </a:p>
        </p:txBody>
      </p:sp>
      <p:sp>
        <p:nvSpPr>
          <p:cNvPr id="40" name="文本框 5">
            <a:extLst>
              <a:ext uri="{FF2B5EF4-FFF2-40B4-BE49-F238E27FC236}">
                <a16:creationId xmlns:a16="http://schemas.microsoft.com/office/drawing/2014/main" id="{7D5F02C1-5615-7779-50D4-D6D32D6B6988}"/>
              </a:ext>
            </a:extLst>
          </p:cNvPr>
          <p:cNvSpPr txBox="1"/>
          <p:nvPr/>
        </p:nvSpPr>
        <p:spPr>
          <a:xfrm>
            <a:off x="2219350" y="7937770"/>
            <a:ext cx="4381868" cy="629596"/>
          </a:xfrm>
          <a:prstGeom prst="rect">
            <a:avLst/>
          </a:prstGeom>
          <a:noFill/>
        </p:spPr>
        <p:txBody>
          <a:bodyPr wrap="square" rtlCol="0">
            <a:spAutoFit/>
          </a:bodyPr>
          <a:lstStyle/>
          <a:p>
            <a:pPr marL="360480" lvl="1" indent="0" algn="l" defTabSz="1007943" hangingPunct="1">
              <a:lnSpc>
                <a:spcPct val="125000"/>
              </a:lnSpc>
              <a:spcBef>
                <a:spcPts val="551"/>
              </a:spcBef>
              <a:buClr>
                <a:schemeClr val="accent2">
                  <a:lumMod val="25000"/>
                </a:schemeClr>
              </a:buClr>
              <a:buSzPct val="60000"/>
              <a:defRPr sz="2200">
                <a:solidFill>
                  <a:srgbClr val="2E063D"/>
                </a:solidFill>
              </a:defRPr>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由教育部高等学校计算机类专业教学指导委员会主办，由红旗、腾讯等赞助</a:t>
            </a:r>
            <a:endPar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p:txBody>
      </p:sp>
      <p:sp>
        <p:nvSpPr>
          <p:cNvPr id="42" name="文本框 66">
            <a:extLst>
              <a:ext uri="{FF2B5EF4-FFF2-40B4-BE49-F238E27FC236}">
                <a16:creationId xmlns:a16="http://schemas.microsoft.com/office/drawing/2014/main" id="{9C9F0FEA-1FC1-95E5-56B7-773899F5C8F9}"/>
              </a:ext>
            </a:extLst>
          </p:cNvPr>
          <p:cNvSpPr txBox="1"/>
          <p:nvPr/>
        </p:nvSpPr>
        <p:spPr>
          <a:xfrm>
            <a:off x="828451" y="7484132"/>
            <a:ext cx="6496431" cy="400110"/>
          </a:xfrm>
          <a:prstGeom prst="rect">
            <a:avLst/>
          </a:prstGeom>
          <a:noFill/>
        </p:spPr>
        <p:txBody>
          <a:bodyPr wrap="square">
            <a:spAutoFit/>
          </a:bodyPr>
          <a:lstStyle/>
          <a:p>
            <a:pPr algn="l" defTabSz="1007943" hangingPunct="1">
              <a:spcBef>
                <a:spcPts val="551"/>
              </a:spcBef>
              <a:buClr>
                <a:schemeClr val="bg1">
                  <a:lumMod val="10000"/>
                </a:schemeClr>
              </a:buClr>
              <a:buSzPct val="65000"/>
              <a:defRPr/>
            </a:pPr>
            <a:r>
              <a:rPr lang="en-US" altLang="zh-CN" sz="2000" b="1" kern="1200" dirty="0">
                <a:solidFill>
                  <a:srgbClr val="441D85"/>
                </a:solidFill>
                <a:latin typeface="+mj-ea"/>
                <a:ea typeface="+mj-ea"/>
                <a:cs typeface="+mj-cs"/>
                <a:sym typeface="Times New Roman" panose="02020603050405020304"/>
              </a:rPr>
              <a:t>CCPC</a:t>
            </a:r>
            <a:r>
              <a:rPr lang="zh-CN" altLang="en-US" sz="2000" b="1" kern="1200" dirty="0">
                <a:solidFill>
                  <a:srgbClr val="441D85"/>
                </a:solidFill>
                <a:latin typeface="+mj-ea"/>
                <a:ea typeface="+mj-ea"/>
                <a:cs typeface="+mj-cs"/>
                <a:sym typeface="Times New Roman" panose="02020603050405020304"/>
              </a:rPr>
              <a:t>中国大学生程序设计竞赛</a:t>
            </a:r>
            <a:endParaRPr lang="zh-CN" altLang="en-US" sz="2000" b="1" kern="1200" dirty="0">
              <a:solidFill>
                <a:srgbClr val="441D85"/>
              </a:solidFill>
              <a:latin typeface="+mj-ea"/>
              <a:ea typeface="+mj-ea"/>
              <a:cs typeface="+mj-cs"/>
            </a:endParaRPr>
          </a:p>
        </p:txBody>
      </p:sp>
      <p:cxnSp>
        <p:nvCxnSpPr>
          <p:cNvPr id="43" name="图形">
            <a:extLst>
              <a:ext uri="{FF2B5EF4-FFF2-40B4-BE49-F238E27FC236}">
                <a16:creationId xmlns:a16="http://schemas.microsoft.com/office/drawing/2014/main" id="{0BA433A1-B23C-0BE4-B067-ECED431DE9BE}"/>
              </a:ext>
            </a:extLst>
          </p:cNvPr>
          <p:cNvCxnSpPr>
            <a:cxnSpLocks/>
          </p:cNvCxnSpPr>
          <p:nvPr/>
        </p:nvCxnSpPr>
        <p:spPr>
          <a:xfrm>
            <a:off x="811447" y="7443933"/>
            <a:ext cx="0" cy="510577"/>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44" name="Google Shape;1092;p45">
            <a:extLst>
              <a:ext uri="{FF2B5EF4-FFF2-40B4-BE49-F238E27FC236}">
                <a16:creationId xmlns:a16="http://schemas.microsoft.com/office/drawing/2014/main" id="{4F944140-17FE-07EE-792E-8F57DDA680F3}"/>
              </a:ext>
            </a:extLst>
          </p:cNvPr>
          <p:cNvSpPr/>
          <p:nvPr/>
        </p:nvSpPr>
        <p:spPr>
          <a:xfrm>
            <a:off x="2095478" y="8679831"/>
            <a:ext cx="4756259" cy="586800"/>
          </a:xfrm>
          <a:prstGeom prst="roundRect">
            <a:avLst>
              <a:gd name="adj" fmla="val 50000"/>
            </a:avLst>
          </a:prstGeom>
          <a:solidFill>
            <a:schemeClr val="bg1"/>
          </a:solidFill>
          <a:ln w="6350" cap="flat" cmpd="sng">
            <a:noFill/>
            <a:prstDash val="solid"/>
            <a:round/>
            <a:headEnd type="none" w="sm" len="sm"/>
            <a:tailEnd type="none" w="sm" len="sm"/>
          </a:ln>
          <a:effectLst>
            <a:outerShdw blurRad="254000" sx="102000" sy="102000" algn="ctr" rotWithShape="0">
              <a:srgbClr val="441D85">
                <a:alpha val="10000"/>
              </a:srgbClr>
            </a:outerShdw>
          </a:effectLst>
        </p:spPr>
        <p:txBody>
          <a:bodyPr spcFirstLastPara="1" wrap="square" lIns="37792" tIns="37792" rIns="37792" bIns="37792" anchor="ctr" anchorCtr="0">
            <a:noAutofit/>
          </a:bodyPr>
          <a:lstStyle/>
          <a:p>
            <a:pPr algn="l" defTabSz="378035" hangingPunct="1">
              <a:buClr>
                <a:srgbClr val="000000"/>
              </a:buClr>
              <a:defRPr/>
            </a:pPr>
            <a:endParaRPr sz="579">
              <a:solidFill>
                <a:schemeClr val="tx1">
                  <a:lumMod val="50000"/>
                  <a:lumOff val="50000"/>
                </a:schemeClr>
              </a:solidFill>
              <a:latin typeface="思源宋体 CN" panose="02020400000000000000" pitchFamily="18" charset="-122"/>
              <a:ea typeface="思源宋体 CN" panose="02020400000000000000" pitchFamily="18" charset="-122"/>
              <a:cs typeface="阿里巴巴普惠体" panose="00020600040101010101" pitchFamily="18" charset="-122"/>
              <a:sym typeface="思源宋体 CN" panose="02020400000000000000" pitchFamily="18" charset="-122"/>
            </a:endParaRPr>
          </a:p>
        </p:txBody>
      </p:sp>
      <p:sp>
        <p:nvSpPr>
          <p:cNvPr id="45" name="文本框 5">
            <a:extLst>
              <a:ext uri="{FF2B5EF4-FFF2-40B4-BE49-F238E27FC236}">
                <a16:creationId xmlns:a16="http://schemas.microsoft.com/office/drawing/2014/main" id="{8DF92696-BEC4-3CC6-55BE-44FD53B2ECCC}"/>
              </a:ext>
            </a:extLst>
          </p:cNvPr>
          <p:cNvSpPr txBox="1"/>
          <p:nvPr/>
        </p:nvSpPr>
        <p:spPr>
          <a:xfrm>
            <a:off x="2217108" y="8658433"/>
            <a:ext cx="4373672" cy="629596"/>
          </a:xfrm>
          <a:prstGeom prst="rect">
            <a:avLst/>
          </a:prstGeom>
          <a:noFill/>
        </p:spPr>
        <p:txBody>
          <a:bodyPr wrap="square" rtlCol="0">
            <a:spAutoFit/>
          </a:bodyPr>
          <a:lstStyle/>
          <a:p>
            <a:pPr marL="360480" lvl="1" indent="0" algn="l" defTabSz="1007943" hangingPunct="1">
              <a:lnSpc>
                <a:spcPct val="125000"/>
              </a:lnSpc>
              <a:spcBef>
                <a:spcPts val="551"/>
              </a:spcBef>
              <a:buClr>
                <a:schemeClr val="accent2">
                  <a:lumMod val="25000"/>
                </a:schemeClr>
              </a:buClr>
              <a:buSzPct val="60000"/>
              <a:defRPr sz="2200">
                <a:solidFill>
                  <a:srgbClr val="2E063D"/>
                </a:solidFill>
              </a:defRPr>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具体赛事：女生赛</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场</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、省赛</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场</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、区域赛</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(4</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场</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、总决赛</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场</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endPar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p:txBody>
      </p:sp>
      <p:sp>
        <p:nvSpPr>
          <p:cNvPr id="46" name="文本框 20">
            <a:extLst>
              <a:ext uri="{FF2B5EF4-FFF2-40B4-BE49-F238E27FC236}">
                <a16:creationId xmlns:a16="http://schemas.microsoft.com/office/drawing/2014/main" id="{F8A2B84D-DE2E-E1F9-A43F-C480A84DC075}"/>
              </a:ext>
            </a:extLst>
          </p:cNvPr>
          <p:cNvSpPr txBox="1"/>
          <p:nvPr/>
        </p:nvSpPr>
        <p:spPr>
          <a:xfrm>
            <a:off x="-1817145" y="9557605"/>
            <a:ext cx="4633521" cy="323165"/>
          </a:xfrm>
          <a:prstGeom prst="rect">
            <a:avLst/>
          </a:prstGeom>
          <a:noFill/>
        </p:spPr>
        <p:txBody>
          <a:bodyPr/>
          <a:lstStyle/>
          <a:p>
            <a:r>
              <a:rPr sz="1500" lang="zh-CN"/>
              <a:t>1</a:t>
            </a:r>
          </a:p>
        </p:txBody>
      </p:sp>
      <p:sp>
        <p:nvSpPr>
          <p:cNvPr id="47" name="Google Shape;1095;p45">
            <a:extLst>
              <a:ext uri="{FF2B5EF4-FFF2-40B4-BE49-F238E27FC236}">
                <a16:creationId xmlns:a16="http://schemas.microsoft.com/office/drawing/2014/main" id="{7AA5EEFE-0A3E-D395-8E07-2C5BADC64A4C}"/>
              </a:ext>
            </a:extLst>
          </p:cNvPr>
          <p:cNvSpPr/>
          <p:nvPr/>
        </p:nvSpPr>
        <p:spPr>
          <a:xfrm>
            <a:off x="2259175" y="8100395"/>
            <a:ext cx="298222" cy="304346"/>
          </a:xfrm>
          <a:custGeom>
            <a:avLst/>
            <a:gdLst/>
            <a:ahLst/>
            <a:cxnLst/>
            <a:rect l="l" t="t" r="r" b="b"/>
            <a:pathLst>
              <a:path w="17120" h="17120" extrusionOk="0">
                <a:moveTo>
                  <a:pt x="8560" y="1"/>
                </a:moveTo>
                <a:cubicBezTo>
                  <a:pt x="3812" y="1"/>
                  <a:pt x="1" y="3904"/>
                  <a:pt x="1" y="8560"/>
                </a:cubicBezTo>
                <a:cubicBezTo>
                  <a:pt x="1" y="13331"/>
                  <a:pt x="3812" y="17120"/>
                  <a:pt x="8560" y="17120"/>
                </a:cubicBezTo>
                <a:cubicBezTo>
                  <a:pt x="13330" y="17120"/>
                  <a:pt x="17119" y="13331"/>
                  <a:pt x="17119" y="8560"/>
                </a:cubicBezTo>
                <a:cubicBezTo>
                  <a:pt x="17119" y="3904"/>
                  <a:pt x="13330" y="1"/>
                  <a:pt x="8560" y="1"/>
                </a:cubicBezTo>
                <a:close/>
              </a:path>
            </a:pathLst>
          </a:custGeom>
          <a:solidFill>
            <a:srgbClr val="FFA701"/>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27955" tIns="14568" rIns="27955" bIns="14568" anchor="ctr"/>
          <a:lstStyle/>
          <a:p>
            <a:pPr hangingPunct="1"/>
            <a:endParaRPr sz="1117" b="1">
              <a:solidFill>
                <a:srgbClr val="FFFFFF"/>
              </a:solidFill>
              <a:latin typeface="Arial" panose="020B0604020202020204" pitchFamily="34" charset="0"/>
              <a:ea typeface="思源宋体 CN" panose="02020400000000000000" pitchFamily="18" charset="-122"/>
              <a:cs typeface="Arial" panose="020B0604020202020204" pitchFamily="34" charset="0"/>
              <a:sym typeface="思源宋体 CN" panose="02020400000000000000" pitchFamily="18" charset="-122"/>
            </a:endParaRPr>
          </a:p>
        </p:txBody>
      </p:sp>
      <p:sp>
        <p:nvSpPr>
          <p:cNvPr id="48" name="Google Shape;1095;p45">
            <a:extLst>
              <a:ext uri="{FF2B5EF4-FFF2-40B4-BE49-F238E27FC236}">
                <a16:creationId xmlns:a16="http://schemas.microsoft.com/office/drawing/2014/main" id="{0EBB8490-3894-4D15-8E36-DE21C05E7588}"/>
              </a:ext>
            </a:extLst>
          </p:cNvPr>
          <p:cNvSpPr/>
          <p:nvPr/>
        </p:nvSpPr>
        <p:spPr>
          <a:xfrm>
            <a:off x="2257088" y="8821058"/>
            <a:ext cx="298222" cy="304346"/>
          </a:xfrm>
          <a:custGeom>
            <a:avLst/>
            <a:gdLst/>
            <a:ahLst/>
            <a:cxnLst/>
            <a:rect l="l" t="t" r="r" b="b"/>
            <a:pathLst>
              <a:path w="17120" h="17120" extrusionOk="0">
                <a:moveTo>
                  <a:pt x="8560" y="1"/>
                </a:moveTo>
                <a:cubicBezTo>
                  <a:pt x="3812" y="1"/>
                  <a:pt x="1" y="3904"/>
                  <a:pt x="1" y="8560"/>
                </a:cubicBezTo>
                <a:cubicBezTo>
                  <a:pt x="1" y="13331"/>
                  <a:pt x="3812" y="17120"/>
                  <a:pt x="8560" y="17120"/>
                </a:cubicBezTo>
                <a:cubicBezTo>
                  <a:pt x="13330" y="17120"/>
                  <a:pt x="17119" y="13331"/>
                  <a:pt x="17119" y="8560"/>
                </a:cubicBezTo>
                <a:cubicBezTo>
                  <a:pt x="17119" y="3904"/>
                  <a:pt x="13330" y="1"/>
                  <a:pt x="8560" y="1"/>
                </a:cubicBezTo>
                <a:close/>
              </a:path>
            </a:pathLst>
          </a:custGeom>
          <a:solidFill>
            <a:srgbClr val="FFA701"/>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27955" tIns="14568" rIns="27955" bIns="14568" anchor="ctr"/>
          <a:lstStyle/>
          <a:p>
            <a:pPr hangingPunct="1"/>
            <a:endParaRPr sz="1117" b="1">
              <a:solidFill>
                <a:srgbClr val="FFFFFF"/>
              </a:solidFill>
              <a:latin typeface="Arial" panose="020B0604020202020204" pitchFamily="34" charset="0"/>
              <a:ea typeface="思源宋体 CN" panose="02020400000000000000" pitchFamily="18" charset="-122"/>
              <a:cs typeface="Arial" panose="020B0604020202020204" pitchFamily="34" charset="0"/>
              <a:sym typeface="思源宋体 CN" panose="02020400000000000000" pitchFamily="18" charset="-122"/>
            </a:endParaRPr>
          </a:p>
        </p:txBody>
      </p:sp>
      <p:sp>
        <p:nvSpPr>
          <p:cNvPr id="49" name="Google Shape;1095;p45">
            <a:extLst>
              <a:ext uri="{FF2B5EF4-FFF2-40B4-BE49-F238E27FC236}">
                <a16:creationId xmlns:a16="http://schemas.microsoft.com/office/drawing/2014/main" id="{2CE305A0-244D-027C-4B2E-CBF36B282444}"/>
              </a:ext>
            </a:extLst>
          </p:cNvPr>
          <p:cNvSpPr/>
          <p:nvPr/>
        </p:nvSpPr>
        <p:spPr>
          <a:xfrm>
            <a:off x="2257088" y="6702864"/>
            <a:ext cx="298222" cy="304346"/>
          </a:xfrm>
          <a:custGeom>
            <a:avLst/>
            <a:gdLst/>
            <a:ahLst/>
            <a:cxnLst/>
            <a:rect l="l" t="t" r="r" b="b"/>
            <a:pathLst>
              <a:path w="17120" h="17120" extrusionOk="0">
                <a:moveTo>
                  <a:pt x="8560" y="1"/>
                </a:moveTo>
                <a:cubicBezTo>
                  <a:pt x="3812" y="1"/>
                  <a:pt x="1" y="3904"/>
                  <a:pt x="1" y="8560"/>
                </a:cubicBezTo>
                <a:cubicBezTo>
                  <a:pt x="1" y="13331"/>
                  <a:pt x="3812" y="17120"/>
                  <a:pt x="8560" y="17120"/>
                </a:cubicBezTo>
                <a:cubicBezTo>
                  <a:pt x="13330" y="17120"/>
                  <a:pt x="17119" y="13331"/>
                  <a:pt x="17119" y="8560"/>
                </a:cubicBezTo>
                <a:cubicBezTo>
                  <a:pt x="17119" y="3904"/>
                  <a:pt x="13330" y="1"/>
                  <a:pt x="8560" y="1"/>
                </a:cubicBezTo>
                <a:close/>
              </a:path>
            </a:pathLst>
          </a:custGeom>
          <a:solidFill>
            <a:srgbClr val="FFA701"/>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27955" tIns="14568" rIns="27955" bIns="14568" anchor="ctr"/>
          <a:lstStyle/>
          <a:p>
            <a:pPr hangingPunct="1"/>
            <a:endParaRPr sz="1117" b="1">
              <a:solidFill>
                <a:srgbClr val="FFFFFF"/>
              </a:solidFill>
              <a:latin typeface="Arial" panose="020B0604020202020204" pitchFamily="34" charset="0"/>
              <a:ea typeface="思源宋体 CN" panose="02020400000000000000" pitchFamily="18" charset="-122"/>
              <a:cs typeface="Arial" panose="020B0604020202020204" pitchFamily="34" charset="0"/>
              <a:sym typeface="思源宋体 CN" panose="02020400000000000000" pitchFamily="18" charset="-122"/>
            </a:endParaRPr>
          </a:p>
        </p:txBody>
      </p:sp>
      <p:pic>
        <p:nvPicPr>
          <p:cNvPr id="1026" name="Picture 2">
            <a:extLst>
              <a:ext uri="{FF2B5EF4-FFF2-40B4-BE49-F238E27FC236}">
                <a16:creationId xmlns:a16="http://schemas.microsoft.com/office/drawing/2014/main" id="{8528CA3D-5786-C3A1-9163-01A2AC84717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6160" y="8069926"/>
            <a:ext cx="1007991" cy="1007991"/>
          </a:xfrm>
          <a:prstGeom prst="rect">
            <a:avLst/>
          </a:prstGeom>
          <a:noFill/>
          <a:extLst>
            <a:ext uri="{909E8E84-426E-40DD-AFC4-6F175D3DCCD1}">
              <a14:hiddenFill xmlns:a14="http://schemas.microsoft.com/office/drawing/2010/main">
                <a:solidFill>
                  <a:srgbClr val="FFFFFF"/>
                </a:solidFill>
              </a14:hiddenFill>
            </a:ext>
          </a:extLst>
        </p:spPr>
      </p:pic>
      <p:sp>
        <p:nvSpPr>
          <p:cNvPr id="14" name="图形">
            <a:extLst>
              <a:ext uri="{FF2B5EF4-FFF2-40B4-BE49-F238E27FC236}">
                <a16:creationId xmlns:a16="http://schemas.microsoft.com/office/drawing/2014/main" id="{CC242669-EA7D-16B1-6977-6A16978B4A0F}"/>
              </a:ext>
            </a:extLst>
          </p:cNvPr>
          <p:cNvSpPr/>
          <p:nvPr/>
        </p:nvSpPr>
        <p:spPr>
          <a:xfrm rot="2700000">
            <a:off x="627878" y="4355545"/>
            <a:ext cx="370800" cy="370800"/>
          </a:xfrm>
          <a:prstGeom prst="ellipse">
            <a:avLst/>
          </a:prstGeom>
          <a:solidFill>
            <a:srgbClr val="9C8AD0"/>
          </a:solidFill>
          <a:ln w="12700" cap="flat" cmpd="sng" algn="ctr">
            <a:no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283540"/>
            <a:endParaRPr lang="zh-CN" altLang="en-US" sz="558" kern="0">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sp>
        <p:nvSpPr>
          <p:cNvPr id="15" name="图形">
            <a:extLst>
              <a:ext uri="{FF2B5EF4-FFF2-40B4-BE49-F238E27FC236}">
                <a16:creationId xmlns:a16="http://schemas.microsoft.com/office/drawing/2014/main" id="{26106C0F-F80D-D438-C182-1372DD5909C7}"/>
              </a:ext>
            </a:extLst>
          </p:cNvPr>
          <p:cNvSpPr/>
          <p:nvPr/>
        </p:nvSpPr>
        <p:spPr>
          <a:xfrm>
            <a:off x="627878" y="3508244"/>
            <a:ext cx="370800" cy="370800"/>
          </a:xfrm>
          <a:prstGeom prst="ellipse">
            <a:avLst/>
          </a:prstGeom>
          <a:gradFill>
            <a:gsLst>
              <a:gs pos="49000">
                <a:srgbClr val="441D85"/>
              </a:gs>
              <a:gs pos="100000">
                <a:srgbClr val="6556A3"/>
              </a:gs>
            </a:gsLst>
            <a:lin ang="2700000" scaled="0"/>
          </a:gra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27955" tIns="14568" rIns="27955" bIns="14568"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buFont typeface="阿里巴巴普惠体 Heavy" panose="00020600040101010101" charset="-122"/>
            </a:pPr>
            <a:endParaRPr lang="zh-CN" altLang="en-US" sz="558">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sp>
        <p:nvSpPr>
          <p:cNvPr id="16" name="图形">
            <a:extLst>
              <a:ext uri="{FF2B5EF4-FFF2-40B4-BE49-F238E27FC236}">
                <a16:creationId xmlns:a16="http://schemas.microsoft.com/office/drawing/2014/main" id="{CD3C3D48-AF70-7BED-7E94-FF09DFDFABAF}"/>
              </a:ext>
            </a:extLst>
          </p:cNvPr>
          <p:cNvSpPr txBox="1"/>
          <p:nvPr/>
        </p:nvSpPr>
        <p:spPr>
          <a:xfrm>
            <a:off x="597704" y="3533839"/>
            <a:ext cx="431148" cy="3231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altLang="zh-CN" sz="1500" b="1" kern="0" spc="-46" dirty="0">
                <a:solidFill>
                  <a:prstClr val="white"/>
                </a:solidFill>
                <a:latin typeface="Arial" panose="020B0604020202020204" pitchFamily="34" charset="0"/>
                <a:ea typeface="思源宋体 CN" panose="02020400000000000000" pitchFamily="18" charset="-122"/>
                <a:cs typeface="Arial" panose="020B0604020202020204" pitchFamily="34" charset="0"/>
                <a:sym typeface="思源宋体 CN" panose="02020400000000000000" pitchFamily="18" charset="-122"/>
              </a:rPr>
              <a:t>1</a:t>
            </a:r>
            <a:endParaRPr lang="zh-CN" altLang="en-US" sz="1500" b="1" kern="0" spc="-46" dirty="0">
              <a:solidFill>
                <a:prstClr val="white"/>
              </a:solidFill>
              <a:latin typeface="Arial" panose="020B0604020202020204" pitchFamily="34" charset="0"/>
              <a:ea typeface="思源宋体 CN" panose="02020400000000000000" pitchFamily="18" charset="-122"/>
              <a:cs typeface="Arial" panose="020B0604020202020204" pitchFamily="34" charset="0"/>
              <a:sym typeface="思源宋体 CN" panose="02020400000000000000" pitchFamily="18" charset="-122"/>
            </a:endParaRPr>
          </a:p>
        </p:txBody>
      </p:sp>
      <p:sp>
        <p:nvSpPr>
          <p:cNvPr id="17" name="图形">
            <a:extLst>
              <a:ext uri="{FF2B5EF4-FFF2-40B4-BE49-F238E27FC236}">
                <a16:creationId xmlns:a16="http://schemas.microsoft.com/office/drawing/2014/main" id="{9851B4CF-9720-FE0B-AA20-4EB675AF01ED}"/>
              </a:ext>
            </a:extLst>
          </p:cNvPr>
          <p:cNvSpPr txBox="1"/>
          <p:nvPr/>
        </p:nvSpPr>
        <p:spPr>
          <a:xfrm>
            <a:off x="576328" y="3942896"/>
            <a:ext cx="473901" cy="3231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altLang="zh-CN" sz="1500" b="1" kern="0" spc="-46" dirty="0">
                <a:solidFill>
                  <a:prstClr val="white"/>
                </a:solidFill>
                <a:latin typeface="Arial" panose="020B0604020202020204" pitchFamily="34" charset="0"/>
                <a:ea typeface="思源宋体 CN" panose="02020400000000000000" pitchFamily="18" charset="-122"/>
                <a:cs typeface="Arial" panose="020B0604020202020204" pitchFamily="34" charset="0"/>
                <a:sym typeface="思源宋体 CN" panose="02020400000000000000" pitchFamily="18" charset="-122"/>
              </a:rPr>
              <a:t>2</a:t>
            </a:r>
            <a:endParaRPr lang="zh-CN" altLang="en-US" sz="1500" b="1" kern="0" spc="-46" dirty="0">
              <a:solidFill>
                <a:prstClr val="white"/>
              </a:solidFill>
              <a:latin typeface="Arial" panose="020B0604020202020204" pitchFamily="34" charset="0"/>
              <a:ea typeface="思源宋体 CN" panose="02020400000000000000" pitchFamily="18" charset="-122"/>
              <a:cs typeface="Arial" panose="020B0604020202020204" pitchFamily="34" charset="0"/>
              <a:sym typeface="思源宋体 CN" panose="02020400000000000000" pitchFamily="18" charset="-122"/>
            </a:endParaRPr>
          </a:p>
        </p:txBody>
      </p:sp>
      <p:sp>
        <p:nvSpPr>
          <p:cNvPr id="18" name="图形">
            <a:extLst>
              <a:ext uri="{FF2B5EF4-FFF2-40B4-BE49-F238E27FC236}">
                <a16:creationId xmlns:a16="http://schemas.microsoft.com/office/drawing/2014/main" id="{6F2D0AAE-1BE3-FC5C-84FE-A4066162EF2A}"/>
              </a:ext>
            </a:extLst>
          </p:cNvPr>
          <p:cNvSpPr txBox="1"/>
          <p:nvPr/>
        </p:nvSpPr>
        <p:spPr>
          <a:xfrm>
            <a:off x="631475" y="4377417"/>
            <a:ext cx="363607" cy="3231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altLang="zh-CN" sz="1500" b="1" kern="0" spc="-46" dirty="0">
                <a:solidFill>
                  <a:prstClr val="white"/>
                </a:solidFill>
                <a:latin typeface="Arial" panose="020B0604020202020204" pitchFamily="34" charset="0"/>
                <a:ea typeface="思源宋体 CN" panose="02020400000000000000" pitchFamily="18" charset="-122"/>
                <a:cs typeface="Arial" panose="020B0604020202020204" pitchFamily="34" charset="0"/>
                <a:sym typeface="思源宋体 CN" panose="02020400000000000000" pitchFamily="18" charset="-122"/>
              </a:rPr>
              <a:t>3</a:t>
            </a:r>
            <a:endParaRPr lang="zh-CN" altLang="en-US" sz="1500" b="1" kern="0" spc="-46" dirty="0">
              <a:solidFill>
                <a:prstClr val="white"/>
              </a:solidFill>
              <a:latin typeface="Arial" panose="020B0604020202020204" pitchFamily="34" charset="0"/>
              <a:ea typeface="思源宋体 CN" panose="02020400000000000000" pitchFamily="18" charset="-122"/>
              <a:cs typeface="Arial" panose="020B0604020202020204" pitchFamily="34" charset="0"/>
              <a:sym typeface="思源宋体 CN" panose="02020400000000000000" pitchFamily="18" charset="-122"/>
            </a:endParaRPr>
          </a:p>
        </p:txBody>
      </p:sp>
    </p:spTree>
    <p:extLst>
      <p:ext uri="{BB962C8B-B14F-4D97-AF65-F5344CB8AC3E}">
        <p14:creationId xmlns:p14="http://schemas.microsoft.com/office/powerpoint/2010/main" val="3838016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8" name="组合 10"/>
          <p:cNvGrpSpPr/>
          <p:nvPr/>
        </p:nvGrpSpPr>
        <p:grpSpPr>
          <a:xfrm>
            <a:off x="9752" y="255633"/>
            <a:ext cx="7549923" cy="9999797"/>
            <a:chOff x="9752" y="255633"/>
            <a:chExt cx="7549923" cy="9999797"/>
          </a:xfrm>
        </p:grpSpPr>
        <p:pic>
          <p:nvPicPr>
            <p:cNvPr id="599" name="图片 11"/>
            <p:cNvPicPr>
              <a:picLocks noChangeAspect="1"/>
            </p:cNvPicPr>
            <p:nvPr/>
          </p:nvPicPr>
          <p:blipFill>
            <a:blip r:embed="rId3"/>
            <a:srcRect r="1505"/>
            <a:stretch/>
          </p:blipFill>
          <p:spPr>
            <a:xfrm>
              <a:off x="9752" y="255633"/>
              <a:ext cx="7549923" cy="9999797"/>
            </a:xfrm>
            <a:prstGeom prst="rect">
              <a:avLst/>
            </a:prstGeom>
          </p:spPr>
        </p:pic>
        <p:pic>
          <p:nvPicPr>
            <p:cNvPr id="600" name="图片 12"/>
            <p:cNvPicPr>
              <a:picLocks noChangeAspect="1"/>
            </p:cNvPicPr>
            <p:nvPr/>
          </p:nvPicPr>
          <p:blipFill>
            <a:blip r:embed="rId4"/>
            <a:stretch>
              <a:fillRect/>
            </a:stretch>
          </p:blipFill>
          <p:spPr>
            <a:xfrm>
              <a:off x="2733503" y="958361"/>
              <a:ext cx="4803852" cy="183897"/>
            </a:xfrm>
            <a:prstGeom prst="rect">
              <a:avLst/>
            </a:prstGeom>
          </p:spPr>
        </p:pic>
        <p:pic>
          <p:nvPicPr>
            <p:cNvPr id="601" name="图片 13"/>
            <p:cNvPicPr>
              <a:picLocks noChangeAspect="1"/>
            </p:cNvPicPr>
            <p:nvPr/>
          </p:nvPicPr>
          <p:blipFill>
            <a:blip r:embed="rId5"/>
            <a:stretch>
              <a:fillRect/>
            </a:stretch>
          </p:blipFill>
          <p:spPr>
            <a:xfrm>
              <a:off x="2955317" y="489607"/>
              <a:ext cx="4480144" cy="476842"/>
            </a:xfrm>
            <a:prstGeom prst="rect">
              <a:avLst/>
            </a:prstGeom>
          </p:spPr>
        </p:pic>
      </p:grpSp>
      <p:sp>
        <p:nvSpPr>
          <p:cNvPr id="608" name="矩形: 圆角 71"/>
          <p:cNvSpPr/>
          <p:nvPr/>
        </p:nvSpPr>
        <p:spPr>
          <a:xfrm>
            <a:off x="4580716" y="7699818"/>
            <a:ext cx="2461261" cy="1820332"/>
          </a:xfrm>
          <a:prstGeom prst="rect">
            <a:avLst/>
          </a:prstGeom>
          <a:solidFill>
            <a:srgbClr val="9C8AD0"/>
          </a:solidFill>
          <a:ln w="9525">
            <a:noFill/>
          </a:ln>
          <a:effectLst>
            <a:outerShdw blurRad="44450" dist="27940" dir="5400000" algn="ctr">
              <a:srgbClr val="000000">
                <a:alpha val="32000"/>
              </a:srgbClr>
            </a:outerShdw>
          </a:effectLst>
        </p:spPr>
        <p:txBody>
          <a:bodyPr lIns="27955" tIns="14568" rIns="27955" bIns="14568" anchor="ctr"/>
          <a:lstStyle/>
          <a:p>
            <a:pPr algn="l" defTabSz="283534" hangingPunct="1">
              <a:buFont typeface="阿里巴巴普惠体 Heavy" panose="00020600040101010101" charset="-122"/>
            </a:pPr>
            <a:endParaRPr lang="zh-CN" altLang="en-US" sz="558" kern="1200">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sp>
        <p:nvSpPr>
          <p:cNvPr id="609" name="Title Placeholder 1"/>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为什么参加竞赛</a:t>
            </a:r>
            <a:endParaRPr lang="en-CN" altLang="zh-CN" sz="3200"/>
          </a:p>
        </p:txBody>
      </p:sp>
      <p:pic>
        <p:nvPicPr>
          <p:cNvPr id="610" name="IMG_0601.jpeg" descr="IMG_0601.jpeg"/>
          <p:cNvPicPr>
            <a:picLocks noChangeAspect="1"/>
          </p:cNvPicPr>
          <p:nvPr/>
        </p:nvPicPr>
        <p:blipFill rotWithShape="1">
          <a:blip r:embed="rId6"/>
          <a:srcRect l="6144" r="11058"/>
          <a:stretch/>
        </p:blipFill>
        <p:spPr>
          <a:xfrm>
            <a:off x="4073762" y="7447764"/>
            <a:ext cx="2832839" cy="1924546"/>
          </a:xfrm>
          <a:prstGeom prst="rect">
            <a:avLst/>
          </a:prstGeom>
          <a:ln w="50800">
            <a:noFill/>
            <a:miter lim="400000"/>
            <a:headEnd/>
            <a:tailEnd/>
          </a:ln>
          <a:effectLst>
            <a:outerShdw blurRad="558800" dist="38100" dir="13500000" sx="96000" sy="96000" algn="br" rotWithShape="0">
              <a:schemeClr val="bg1">
                <a:lumMod val="50000"/>
                <a:alpha val="52000"/>
              </a:schemeClr>
            </a:outerShdw>
          </a:effectLst>
        </p:spPr>
      </p:pic>
      <p:grpSp>
        <p:nvGrpSpPr>
          <p:cNvPr id="4" name="组合 3">
            <a:extLst>
              <a:ext uri="{FF2B5EF4-FFF2-40B4-BE49-F238E27FC236}">
                <a16:creationId xmlns:a16="http://schemas.microsoft.com/office/drawing/2014/main" id="{1105055E-EE4C-94CE-4F27-2DCA25D7EF01}"/>
              </a:ext>
            </a:extLst>
          </p:cNvPr>
          <p:cNvGrpSpPr/>
          <p:nvPr/>
        </p:nvGrpSpPr>
        <p:grpSpPr>
          <a:xfrm>
            <a:off x="458218" y="3521910"/>
            <a:ext cx="7278435" cy="1152000"/>
            <a:chOff x="492115" y="3521910"/>
            <a:chExt cx="7278435" cy="1152000"/>
          </a:xfrm>
        </p:grpSpPr>
        <p:sp>
          <p:nvSpPr>
            <p:cNvPr id="603" name="矩形 1"/>
            <p:cNvSpPr/>
            <p:nvPr/>
          </p:nvSpPr>
          <p:spPr>
            <a:xfrm rot="10800000">
              <a:off x="495303" y="3521910"/>
              <a:ext cx="7082341" cy="115200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606" name="文本框 5"/>
            <p:cNvSpPr txBox="1"/>
            <p:nvPr/>
          </p:nvSpPr>
          <p:spPr>
            <a:xfrm>
              <a:off x="492115" y="4186024"/>
              <a:ext cx="7278435" cy="332399"/>
            </a:xfrm>
            <a:prstGeom prst="rect">
              <a:avLst/>
            </a:prstGeom>
            <a:noFill/>
          </p:spPr>
          <p:txBody>
            <a:bodyPr wrap="square" rtlCol="0">
              <a:spAutoFit/>
            </a:bodyPr>
            <a:lstStyle/>
            <a:p>
              <a:pPr marL="766457" lvl="2" indent="-377979" algn="l" defTabSz="967345" hangingPunct="1">
                <a:lnSpc>
                  <a:spcPct val="120000"/>
                </a:lnSpc>
                <a:spcBef>
                  <a:spcPts val="551"/>
                </a:spcBef>
                <a:buClr>
                  <a:schemeClr val="accent2">
                    <a:lumMod val="25000"/>
                  </a:schemeClr>
                </a:buClr>
                <a:buSzPct val="65000"/>
                <a:buFont typeface="Wingdings" panose="05000000000000000000" pitchFamily="2" charset="2"/>
                <a:buChar char="Ø"/>
                <a:defRPr sz="2305"/>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导师优先录取有编程竞赛经历的学生</a:t>
              </a:r>
              <a:endParaRPr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p:txBody>
        </p:sp>
        <p:sp>
          <p:nvSpPr>
            <p:cNvPr id="613" name="文本框 32"/>
            <p:cNvSpPr txBox="1"/>
            <p:nvPr/>
          </p:nvSpPr>
          <p:spPr>
            <a:xfrm>
              <a:off x="1194691" y="3682000"/>
              <a:ext cx="1893266" cy="400110"/>
            </a:xfrm>
            <a:prstGeom prst="rect">
              <a:avLst/>
            </a:prstGeom>
            <a:noFill/>
          </p:spPr>
          <p:txBody>
            <a:bodyPr wrap="square" rtlCol="0">
              <a:spAutoFit/>
            </a:bodyPr>
            <a:lstStyle/>
            <a:p>
              <a:pPr algn="l" defTabSz="567066" hangingPunct="1"/>
              <a:r>
                <a:rPr lang="zh-CN" altLang="en-US" sz="2000" b="1" kern="1200" dirty="0">
                  <a:solidFill>
                    <a:srgbClr val="441D85"/>
                  </a:solidFill>
                  <a:latin typeface="微软雅黑" panose="020F0502020204030204"/>
                  <a:ea typeface="微软雅黑"/>
                  <a:cs typeface="+mn-ea"/>
                  <a:sym typeface="+mn-lt"/>
                </a:rPr>
                <a:t>升学优势</a:t>
              </a:r>
              <a:endParaRPr lang="en-US" altLang="zh-CN" sz="2000" b="1" kern="1200" dirty="0">
                <a:solidFill>
                  <a:srgbClr val="441D85"/>
                </a:solidFill>
                <a:latin typeface="微软雅黑" panose="020F0502020204030204"/>
                <a:ea typeface="微软雅黑"/>
                <a:cs typeface="+mn-ea"/>
                <a:sym typeface="+mn-lt"/>
              </a:endParaRPr>
            </a:p>
          </p:txBody>
        </p:sp>
        <p:grpSp>
          <p:nvGrpSpPr>
            <p:cNvPr id="614" name="组合 106"/>
            <p:cNvGrpSpPr/>
            <p:nvPr/>
          </p:nvGrpSpPr>
          <p:grpSpPr>
            <a:xfrm>
              <a:off x="1124919" y="4093066"/>
              <a:ext cx="1127244" cy="3275"/>
              <a:chOff x="7036209" y="3156098"/>
              <a:chExt cx="3635963" cy="10562"/>
            </a:xfrm>
          </p:grpSpPr>
          <p:cxnSp>
            <p:nvCxnSpPr>
              <p:cNvPr id="615" name="图形"/>
              <p:cNvCxnSpPr/>
              <p:nvPr/>
            </p:nvCxnSpPr>
            <p:spPr>
              <a:xfrm>
                <a:off x="7036209" y="3166660"/>
                <a:ext cx="248383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16" name="图形"/>
              <p:cNvCxnSpPr/>
              <p:nvPr/>
            </p:nvCxnSpPr>
            <p:spPr>
              <a:xfrm>
                <a:off x="7595013" y="3156098"/>
                <a:ext cx="3077159"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617" name="组合 107"/>
            <p:cNvGrpSpPr/>
            <p:nvPr/>
          </p:nvGrpSpPr>
          <p:grpSpPr>
            <a:xfrm>
              <a:off x="6250318" y="4626216"/>
              <a:ext cx="770054" cy="3272"/>
              <a:chOff x="7036209" y="3156109"/>
              <a:chExt cx="2483835" cy="10551"/>
            </a:xfrm>
          </p:grpSpPr>
          <p:cxnSp>
            <p:nvCxnSpPr>
              <p:cNvPr id="618" name="图形"/>
              <p:cNvCxnSpPr/>
              <p:nvPr/>
            </p:nvCxnSpPr>
            <p:spPr>
              <a:xfrm>
                <a:off x="7036209" y="3166660"/>
                <a:ext cx="248383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19" name="图形"/>
              <p:cNvCxnSpPr/>
              <p:nvPr/>
            </p:nvCxnSpPr>
            <p:spPr>
              <a:xfrm>
                <a:off x="7036209" y="3156109"/>
                <a:ext cx="894606"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624" name="组合 112"/>
            <p:cNvGrpSpPr/>
            <p:nvPr/>
          </p:nvGrpSpPr>
          <p:grpSpPr>
            <a:xfrm>
              <a:off x="618577" y="3598876"/>
              <a:ext cx="535111" cy="535934"/>
              <a:chOff x="-1369275" y="3340749"/>
              <a:chExt cx="485443" cy="486190"/>
            </a:xfrm>
          </p:grpSpPr>
          <p:sp>
            <p:nvSpPr>
              <p:cNvPr id="625" name="图形"/>
              <p:cNvSpPr/>
              <p:nvPr/>
            </p:nvSpPr>
            <p:spPr>
              <a:xfrm>
                <a:off x="-1369275" y="3340749"/>
                <a:ext cx="485443" cy="486190"/>
              </a:xfrm>
              <a:prstGeom prst="ellipse">
                <a:avLst/>
              </a:prstGeom>
              <a:gradFill>
                <a:gsLst>
                  <a:gs pos="46000">
                    <a:srgbClr val="441D85"/>
                  </a:gs>
                  <a:gs pos="100000">
                    <a:srgbClr val="6556A3"/>
                  </a:gs>
                </a:gsLst>
                <a:lin ang="2700000" scaled="0"/>
              </a:gra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27955" tIns="14568" rIns="27955" bIns="14568" anchor="ctr"/>
              <a:lstStyle/>
              <a:p>
                <a:pPr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pic>
            <p:nvPicPr>
              <p:cNvPr id="626" name="图形 79"/>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235382" y="3471125"/>
                <a:ext cx="241905" cy="231877"/>
              </a:xfrm>
              <a:prstGeom prst="rect">
                <a:avLst/>
              </a:prstGeom>
            </p:spPr>
          </p:pic>
        </p:grpSp>
      </p:grpSp>
      <p:grpSp>
        <p:nvGrpSpPr>
          <p:cNvPr id="6" name="组合 5">
            <a:extLst>
              <a:ext uri="{FF2B5EF4-FFF2-40B4-BE49-F238E27FC236}">
                <a16:creationId xmlns:a16="http://schemas.microsoft.com/office/drawing/2014/main" id="{492860E6-73F0-5009-023B-080399B36D11}"/>
              </a:ext>
            </a:extLst>
          </p:cNvPr>
          <p:cNvGrpSpPr/>
          <p:nvPr/>
        </p:nvGrpSpPr>
        <p:grpSpPr>
          <a:xfrm>
            <a:off x="458218" y="6271516"/>
            <a:ext cx="7278653" cy="1440000"/>
            <a:chOff x="458218" y="6271516"/>
            <a:chExt cx="7278653" cy="1440000"/>
          </a:xfrm>
        </p:grpSpPr>
        <p:sp>
          <p:nvSpPr>
            <p:cNvPr id="604" name="矩形 125"/>
            <p:cNvSpPr/>
            <p:nvPr/>
          </p:nvSpPr>
          <p:spPr>
            <a:xfrm rot="10800000">
              <a:off x="458218" y="6271516"/>
              <a:ext cx="7119425" cy="144000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612" name="文本框 5"/>
            <p:cNvSpPr txBox="1"/>
            <p:nvPr/>
          </p:nvSpPr>
          <p:spPr>
            <a:xfrm>
              <a:off x="458436" y="6905540"/>
              <a:ext cx="7278435" cy="686342"/>
            </a:xfrm>
            <a:prstGeom prst="rect">
              <a:avLst/>
            </a:prstGeom>
            <a:noFill/>
          </p:spPr>
          <p:txBody>
            <a:bodyPr wrap="square" rtlCol="0">
              <a:spAutoFit/>
            </a:bodyPr>
            <a:lstStyle/>
            <a:p>
              <a:pPr marL="766457" lvl="2" indent="-377979" algn="l" defTabSz="967345" hangingPunct="1">
                <a:lnSpc>
                  <a:spcPct val="120000"/>
                </a:lnSpc>
                <a:spcBef>
                  <a:spcPts val="551"/>
                </a:spcBef>
                <a:buClr>
                  <a:schemeClr val="accent2">
                    <a:lumMod val="25000"/>
                  </a:schemeClr>
                </a:buClr>
                <a:buSzPct val="65000"/>
                <a:buFont typeface="Wingdings" panose="05000000000000000000" pitchFamily="2" charset="2"/>
                <a:buChar char="Ø"/>
                <a:defRPr sz="2305"/>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去世界</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全国各地免费旅行</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marL="766457" lvl="2" indent="-377979" algn="l" defTabSz="967345" hangingPunct="1">
                <a:lnSpc>
                  <a:spcPct val="120000"/>
                </a:lnSpc>
                <a:spcBef>
                  <a:spcPts val="551"/>
                </a:spcBef>
                <a:buClr>
                  <a:schemeClr val="accent2">
                    <a:lumMod val="25000"/>
                  </a:schemeClr>
                </a:buClr>
                <a:buSzPct val="65000"/>
                <a:buFont typeface="Wingdings" panose="05000000000000000000" pitchFamily="2" charset="2"/>
                <a:buChar char="Ø"/>
                <a:defRPr sz="2305"/>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结识志同道合的队友</a:t>
              </a:r>
              <a:endParaRPr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p:txBody>
        </p:sp>
        <p:sp>
          <p:nvSpPr>
            <p:cNvPr id="637" name="文本框 32"/>
            <p:cNvSpPr txBox="1"/>
            <p:nvPr/>
          </p:nvSpPr>
          <p:spPr>
            <a:xfrm>
              <a:off x="1178941" y="6401517"/>
              <a:ext cx="1893266" cy="400110"/>
            </a:xfrm>
            <a:prstGeom prst="rect">
              <a:avLst/>
            </a:prstGeom>
            <a:noFill/>
          </p:spPr>
          <p:txBody>
            <a:bodyPr wrap="square" rtlCol="0">
              <a:spAutoFit/>
            </a:bodyPr>
            <a:lstStyle/>
            <a:p>
              <a:pPr algn="l" defTabSz="567066" hangingPunct="1"/>
              <a:r>
                <a:rPr lang="zh-CN" altLang="en-US" sz="2000" b="1" kern="1200">
                  <a:solidFill>
                    <a:srgbClr val="441D85"/>
                  </a:solidFill>
                  <a:latin typeface="微软雅黑" panose="020F0502020204030204"/>
                  <a:ea typeface="微软雅黑"/>
                  <a:cs typeface="+mn-ea"/>
                  <a:sym typeface="+mn-lt"/>
                </a:rPr>
                <a:t>其它</a:t>
              </a:r>
              <a:endParaRPr sz="2000"/>
            </a:p>
          </p:txBody>
        </p:sp>
        <p:grpSp>
          <p:nvGrpSpPr>
            <p:cNvPr id="638" name="组合 128"/>
            <p:cNvGrpSpPr/>
            <p:nvPr/>
          </p:nvGrpSpPr>
          <p:grpSpPr>
            <a:xfrm>
              <a:off x="1109169" y="6812582"/>
              <a:ext cx="770054" cy="3275"/>
              <a:chOff x="7036209" y="3156098"/>
              <a:chExt cx="2483835" cy="10562"/>
            </a:xfrm>
          </p:grpSpPr>
          <p:cxnSp>
            <p:nvCxnSpPr>
              <p:cNvPr id="639" name="图形"/>
              <p:cNvCxnSpPr/>
              <p:nvPr/>
            </p:nvCxnSpPr>
            <p:spPr>
              <a:xfrm>
                <a:off x="7036209" y="3166660"/>
                <a:ext cx="248383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40" name="图形"/>
              <p:cNvCxnSpPr/>
              <p:nvPr/>
            </p:nvCxnSpPr>
            <p:spPr>
              <a:xfrm>
                <a:off x="7595013" y="3156098"/>
                <a:ext cx="1567609"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641" name="组合 134"/>
            <p:cNvGrpSpPr/>
            <p:nvPr/>
          </p:nvGrpSpPr>
          <p:grpSpPr>
            <a:xfrm>
              <a:off x="633136" y="6351652"/>
              <a:ext cx="535111" cy="535934"/>
              <a:chOff x="-1485368" y="5533574"/>
              <a:chExt cx="485443" cy="486190"/>
            </a:xfrm>
          </p:grpSpPr>
          <p:sp>
            <p:nvSpPr>
              <p:cNvPr id="642" name="图形"/>
              <p:cNvSpPr/>
              <p:nvPr/>
            </p:nvSpPr>
            <p:spPr>
              <a:xfrm>
                <a:off x="-1485368" y="5533574"/>
                <a:ext cx="485443" cy="486190"/>
              </a:xfrm>
              <a:prstGeom prst="ellipse">
                <a:avLst/>
              </a:prstGeom>
              <a:gradFill>
                <a:gsLst>
                  <a:gs pos="46000">
                    <a:srgbClr val="441D85"/>
                  </a:gs>
                  <a:gs pos="100000">
                    <a:srgbClr val="6556A3"/>
                  </a:gs>
                </a:gsLst>
                <a:lin ang="2700000" scaled="0"/>
              </a:gra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27955" tIns="14568" rIns="27955" bIns="14568" anchor="ctr"/>
              <a:lstStyle/>
              <a:p>
                <a:pPr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pic>
            <p:nvPicPr>
              <p:cNvPr id="643" name="图形 77"/>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378477" y="5649320"/>
                <a:ext cx="259523" cy="248129"/>
              </a:xfrm>
              <a:prstGeom prst="rect">
                <a:avLst/>
              </a:prstGeom>
            </p:spPr>
          </p:pic>
        </p:grpSp>
      </p:grpSp>
      <p:grpSp>
        <p:nvGrpSpPr>
          <p:cNvPr id="3" name="组合 2">
            <a:extLst>
              <a:ext uri="{FF2B5EF4-FFF2-40B4-BE49-F238E27FC236}">
                <a16:creationId xmlns:a16="http://schemas.microsoft.com/office/drawing/2014/main" id="{25611577-CD8E-E678-90C9-BA6BD87F39FC}"/>
              </a:ext>
            </a:extLst>
          </p:cNvPr>
          <p:cNvGrpSpPr/>
          <p:nvPr/>
        </p:nvGrpSpPr>
        <p:grpSpPr>
          <a:xfrm>
            <a:off x="458218" y="2150391"/>
            <a:ext cx="7278653" cy="1152000"/>
            <a:chOff x="488592" y="2150391"/>
            <a:chExt cx="7278653" cy="1152000"/>
          </a:xfrm>
        </p:grpSpPr>
        <p:sp>
          <p:nvSpPr>
            <p:cNvPr id="605" name="矩形 48"/>
            <p:cNvSpPr/>
            <p:nvPr/>
          </p:nvSpPr>
          <p:spPr>
            <a:xfrm rot="10800000">
              <a:off x="488592" y="2150391"/>
              <a:ext cx="7089051" cy="115200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607" name="文本框 5"/>
            <p:cNvSpPr txBox="1"/>
            <p:nvPr/>
          </p:nvSpPr>
          <p:spPr>
            <a:xfrm>
              <a:off x="488810" y="2810268"/>
              <a:ext cx="7278435" cy="332399"/>
            </a:xfrm>
            <a:prstGeom prst="rect">
              <a:avLst/>
            </a:prstGeom>
            <a:noFill/>
          </p:spPr>
          <p:txBody>
            <a:bodyPr wrap="square" rtlCol="0">
              <a:spAutoFit/>
            </a:bodyPr>
            <a:lstStyle/>
            <a:p>
              <a:pPr marL="766457" lvl="2" indent="-377979" algn="l" defTabSz="967345" hangingPunct="1">
                <a:lnSpc>
                  <a:spcPct val="120000"/>
                </a:lnSpc>
                <a:spcBef>
                  <a:spcPts val="551"/>
                </a:spcBef>
                <a:buClr>
                  <a:schemeClr val="accent2">
                    <a:lumMod val="25000"/>
                  </a:schemeClr>
                </a:buClr>
                <a:buSzPct val="65000"/>
                <a:buFont typeface="Wingdings" panose="05000000000000000000" pitchFamily="2" charset="2"/>
                <a:buChar char="Ø"/>
                <a:defRPr sz="2305"/>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提升</a:t>
              </a:r>
              <a:r>
                <a:rPr lang="en-US" altLang="zh-CN" sz="1500" dirty="0" err="1">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编程能力</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、强化算法思维、拓展专业知识</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p:txBody>
        </p:sp>
        <p:sp>
          <p:nvSpPr>
            <p:cNvPr id="620" name="文本框 32"/>
            <p:cNvSpPr txBox="1"/>
            <p:nvPr/>
          </p:nvSpPr>
          <p:spPr>
            <a:xfrm>
              <a:off x="1209316" y="2306244"/>
              <a:ext cx="1893266" cy="400110"/>
            </a:xfrm>
            <a:prstGeom prst="rect">
              <a:avLst/>
            </a:prstGeom>
            <a:noFill/>
          </p:spPr>
          <p:txBody>
            <a:bodyPr wrap="square" rtlCol="0">
              <a:spAutoFit/>
            </a:bodyPr>
            <a:lstStyle/>
            <a:p>
              <a:pPr algn="l" defTabSz="567066" hangingPunct="1"/>
              <a:r>
                <a:rPr lang="zh-CN" altLang="en-US" sz="2000" b="1" kern="1200" dirty="0">
                  <a:solidFill>
                    <a:srgbClr val="441D85"/>
                  </a:solidFill>
                  <a:latin typeface="微软雅黑" panose="020F0502020204030204"/>
                  <a:ea typeface="微软雅黑"/>
                  <a:cs typeface="+mn-ea"/>
                  <a:sym typeface="+mn-lt"/>
                </a:rPr>
                <a:t>能力提升</a:t>
              </a:r>
              <a:endParaRPr sz="2000" dirty="0"/>
            </a:p>
          </p:txBody>
        </p:sp>
        <p:grpSp>
          <p:nvGrpSpPr>
            <p:cNvPr id="621" name="组合 52"/>
            <p:cNvGrpSpPr/>
            <p:nvPr/>
          </p:nvGrpSpPr>
          <p:grpSpPr>
            <a:xfrm>
              <a:off x="1139544" y="2717309"/>
              <a:ext cx="1127245" cy="3275"/>
              <a:chOff x="7036209" y="3156098"/>
              <a:chExt cx="3635964" cy="10562"/>
            </a:xfrm>
          </p:grpSpPr>
          <p:cxnSp>
            <p:nvCxnSpPr>
              <p:cNvPr id="622" name="图形"/>
              <p:cNvCxnSpPr/>
              <p:nvPr/>
            </p:nvCxnSpPr>
            <p:spPr>
              <a:xfrm>
                <a:off x="7036209" y="3166660"/>
                <a:ext cx="248383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3" name="图形"/>
              <p:cNvCxnSpPr/>
              <p:nvPr/>
            </p:nvCxnSpPr>
            <p:spPr>
              <a:xfrm>
                <a:off x="7595016" y="3156098"/>
                <a:ext cx="3077157"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627" name="组合 101"/>
            <p:cNvGrpSpPr/>
            <p:nvPr/>
          </p:nvGrpSpPr>
          <p:grpSpPr>
            <a:xfrm>
              <a:off x="633136" y="2246670"/>
              <a:ext cx="535111" cy="535934"/>
              <a:chOff x="-7387965" y="1893718"/>
              <a:chExt cx="485443" cy="486190"/>
            </a:xfrm>
          </p:grpSpPr>
          <p:sp>
            <p:nvSpPr>
              <p:cNvPr id="628" name="图形"/>
              <p:cNvSpPr/>
              <p:nvPr/>
            </p:nvSpPr>
            <p:spPr>
              <a:xfrm>
                <a:off x="-7387965" y="1893718"/>
                <a:ext cx="485443" cy="486190"/>
              </a:xfrm>
              <a:prstGeom prst="ellipse">
                <a:avLst/>
              </a:prstGeom>
              <a:gradFill>
                <a:gsLst>
                  <a:gs pos="46000">
                    <a:srgbClr val="441D85"/>
                  </a:gs>
                  <a:gs pos="100000">
                    <a:srgbClr val="6556A3"/>
                  </a:gs>
                </a:gsLst>
                <a:lin ang="2700000" scaled="0"/>
              </a:gra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27955" tIns="14568" rIns="27955" bIns="14568" anchor="ctr"/>
              <a:lstStyle/>
              <a:p>
                <a:pPr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pic>
            <p:nvPicPr>
              <p:cNvPr id="629" name="图形 85"/>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308284" y="1982289"/>
                <a:ext cx="308434" cy="302265"/>
              </a:xfrm>
              <a:prstGeom prst="rect">
                <a:avLst/>
              </a:prstGeom>
            </p:spPr>
          </p:pic>
        </p:grpSp>
        <p:grpSp>
          <p:nvGrpSpPr>
            <p:cNvPr id="644" name="组合 135"/>
            <p:cNvGrpSpPr/>
            <p:nvPr/>
          </p:nvGrpSpPr>
          <p:grpSpPr>
            <a:xfrm>
              <a:off x="6264942" y="3251835"/>
              <a:ext cx="770054" cy="3272"/>
              <a:chOff x="7036209" y="3156109"/>
              <a:chExt cx="2483835" cy="10551"/>
            </a:xfrm>
          </p:grpSpPr>
          <p:cxnSp>
            <p:nvCxnSpPr>
              <p:cNvPr id="645" name="图形"/>
              <p:cNvCxnSpPr/>
              <p:nvPr/>
            </p:nvCxnSpPr>
            <p:spPr>
              <a:xfrm>
                <a:off x="7036209" y="3166660"/>
                <a:ext cx="248383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46" name="图形"/>
              <p:cNvCxnSpPr/>
              <p:nvPr/>
            </p:nvCxnSpPr>
            <p:spPr>
              <a:xfrm>
                <a:off x="7036209" y="3156109"/>
                <a:ext cx="894606"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grpSp>
        <p:nvGrpSpPr>
          <p:cNvPr id="5" name="组合 4">
            <a:extLst>
              <a:ext uri="{FF2B5EF4-FFF2-40B4-BE49-F238E27FC236}">
                <a16:creationId xmlns:a16="http://schemas.microsoft.com/office/drawing/2014/main" id="{70A0D163-9A3F-9787-FAD2-D0DFB07AAEF4}"/>
              </a:ext>
            </a:extLst>
          </p:cNvPr>
          <p:cNvGrpSpPr/>
          <p:nvPr/>
        </p:nvGrpSpPr>
        <p:grpSpPr>
          <a:xfrm>
            <a:off x="458218" y="4888450"/>
            <a:ext cx="7278435" cy="1152000"/>
            <a:chOff x="494294" y="4888450"/>
            <a:chExt cx="7278435" cy="1152000"/>
          </a:xfrm>
        </p:grpSpPr>
        <p:sp>
          <p:nvSpPr>
            <p:cNvPr id="602" name="矩形 2"/>
            <p:cNvSpPr/>
            <p:nvPr/>
          </p:nvSpPr>
          <p:spPr>
            <a:xfrm rot="10800000">
              <a:off x="499380" y="4888450"/>
              <a:ext cx="7078263" cy="115200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611" name="文本框 5"/>
            <p:cNvSpPr txBox="1"/>
            <p:nvPr/>
          </p:nvSpPr>
          <p:spPr>
            <a:xfrm>
              <a:off x="494294" y="5531509"/>
              <a:ext cx="7278435" cy="332399"/>
            </a:xfrm>
            <a:prstGeom prst="rect">
              <a:avLst/>
            </a:prstGeom>
            <a:noFill/>
          </p:spPr>
          <p:txBody>
            <a:bodyPr wrap="square" rtlCol="0">
              <a:spAutoFit/>
            </a:bodyPr>
            <a:lstStyle/>
            <a:p>
              <a:pPr marL="766457" lvl="2" indent="-377979" algn="l" defTabSz="967345" hangingPunct="1">
                <a:lnSpc>
                  <a:spcPct val="120000"/>
                </a:lnSpc>
                <a:spcBef>
                  <a:spcPts val="551"/>
                </a:spcBef>
                <a:buClr>
                  <a:schemeClr val="accent2">
                    <a:lumMod val="25000"/>
                  </a:schemeClr>
                </a:buClr>
                <a:buSzPct val="65000"/>
                <a:buFont typeface="Wingdings" panose="05000000000000000000" pitchFamily="2" charset="2"/>
                <a:buChar char="Ø"/>
                <a:defRPr sz="2305"/>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企业优先招聘有编程竞赛经历的学生</a:t>
              </a:r>
              <a:endParaRPr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p:txBody>
        </p:sp>
        <p:sp>
          <p:nvSpPr>
            <p:cNvPr id="630" name="文本框 32"/>
            <p:cNvSpPr txBox="1"/>
            <p:nvPr/>
          </p:nvSpPr>
          <p:spPr>
            <a:xfrm>
              <a:off x="1178941" y="5027486"/>
              <a:ext cx="1893266" cy="400110"/>
            </a:xfrm>
            <a:prstGeom prst="rect">
              <a:avLst/>
            </a:prstGeom>
            <a:noFill/>
          </p:spPr>
          <p:txBody>
            <a:bodyPr wrap="square" rtlCol="0">
              <a:spAutoFit/>
            </a:bodyPr>
            <a:lstStyle/>
            <a:p>
              <a:pPr algn="l" defTabSz="567066" hangingPunct="1"/>
              <a:r>
                <a:rPr lang="zh-CN" altLang="en-US" sz="2000" b="1" kern="1200" dirty="0">
                  <a:solidFill>
                    <a:srgbClr val="441D85"/>
                  </a:solidFill>
                  <a:latin typeface="微软雅黑" panose="020F0502020204030204"/>
                  <a:ea typeface="微软雅黑"/>
                  <a:cs typeface="+mn-ea"/>
                  <a:sym typeface="+mn-lt"/>
                </a:rPr>
                <a:t>就业优势</a:t>
              </a:r>
              <a:endParaRPr sz="2000" dirty="0"/>
            </a:p>
          </p:txBody>
        </p:sp>
        <p:grpSp>
          <p:nvGrpSpPr>
            <p:cNvPr id="631" name="组合 117"/>
            <p:cNvGrpSpPr/>
            <p:nvPr/>
          </p:nvGrpSpPr>
          <p:grpSpPr>
            <a:xfrm>
              <a:off x="1109169" y="5438551"/>
              <a:ext cx="1127244" cy="3275"/>
              <a:chOff x="7036209" y="3156098"/>
              <a:chExt cx="3635963" cy="10562"/>
            </a:xfrm>
          </p:grpSpPr>
          <p:cxnSp>
            <p:nvCxnSpPr>
              <p:cNvPr id="632" name="图形"/>
              <p:cNvCxnSpPr/>
              <p:nvPr/>
            </p:nvCxnSpPr>
            <p:spPr>
              <a:xfrm>
                <a:off x="7036209" y="3166660"/>
                <a:ext cx="248383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33" name="图形"/>
              <p:cNvCxnSpPr/>
              <p:nvPr/>
            </p:nvCxnSpPr>
            <p:spPr>
              <a:xfrm>
                <a:off x="7595013" y="3156098"/>
                <a:ext cx="3077159"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634" name="组合 123"/>
            <p:cNvGrpSpPr/>
            <p:nvPr/>
          </p:nvGrpSpPr>
          <p:grpSpPr>
            <a:xfrm>
              <a:off x="637144" y="4951803"/>
              <a:ext cx="535111" cy="535934"/>
              <a:chOff x="-1384474" y="4317671"/>
              <a:chExt cx="485443" cy="486190"/>
            </a:xfrm>
          </p:grpSpPr>
          <p:sp>
            <p:nvSpPr>
              <p:cNvPr id="635" name="图形"/>
              <p:cNvSpPr/>
              <p:nvPr/>
            </p:nvSpPr>
            <p:spPr>
              <a:xfrm>
                <a:off x="-1384474" y="4317671"/>
                <a:ext cx="485443" cy="486190"/>
              </a:xfrm>
              <a:prstGeom prst="ellipse">
                <a:avLst/>
              </a:prstGeom>
              <a:gradFill>
                <a:gsLst>
                  <a:gs pos="46000">
                    <a:srgbClr val="441D85"/>
                  </a:gs>
                  <a:gs pos="100000">
                    <a:srgbClr val="6556A3"/>
                  </a:gs>
                </a:gsLst>
                <a:lin ang="2700000" scaled="0"/>
              </a:gra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27955" tIns="14568" rIns="27955" bIns="14568" anchor="ctr"/>
              <a:lstStyle/>
              <a:p>
                <a:pPr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pic>
            <p:nvPicPr>
              <p:cNvPr id="636" name="图形 87"/>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268267" y="4424729"/>
                <a:ext cx="251608" cy="250111"/>
              </a:xfrm>
              <a:prstGeom prst="rect">
                <a:avLst/>
              </a:prstGeom>
            </p:spPr>
          </p:pic>
        </p:grpSp>
        <p:grpSp>
          <p:nvGrpSpPr>
            <p:cNvPr id="647" name="组合 138"/>
            <p:cNvGrpSpPr/>
            <p:nvPr/>
          </p:nvGrpSpPr>
          <p:grpSpPr>
            <a:xfrm>
              <a:off x="6264942" y="6034813"/>
              <a:ext cx="770054" cy="3272"/>
              <a:chOff x="7036209" y="3156109"/>
              <a:chExt cx="2483835" cy="10551"/>
            </a:xfrm>
          </p:grpSpPr>
          <p:cxnSp>
            <p:nvCxnSpPr>
              <p:cNvPr id="648" name="图形"/>
              <p:cNvCxnSpPr/>
              <p:nvPr/>
            </p:nvCxnSpPr>
            <p:spPr>
              <a:xfrm>
                <a:off x="7036209" y="3166660"/>
                <a:ext cx="248383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49" name="图形"/>
              <p:cNvCxnSpPr/>
              <p:nvPr/>
            </p:nvCxnSpPr>
            <p:spPr>
              <a:xfrm>
                <a:off x="7036209" y="3156109"/>
                <a:ext cx="894606"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cxnSp>
        <p:nvCxnSpPr>
          <p:cNvPr id="650" name="图形"/>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595" name="文本框 17"/>
          <p:cNvSpPr txBox="1"/>
          <p:nvPr/>
        </p:nvSpPr>
        <p:spPr>
          <a:xfrm>
            <a:off x="4778527" y="9557605"/>
            <a:ext cx="4633521" cy="323165"/>
          </a:xfrm>
          <a:prstGeom prst="rect">
            <a:avLst/>
          </a:prstGeom>
          <a:noFill/>
        </p:spPr>
        <p:txBody>
          <a:bodyPr/>
          <a:lstStyle/>
          <a:p>
            <a:r>
              <a:rPr sz="1500" lang="zh-CN"/>
              <a:t>2</a:t>
            </a:r>
          </a:p>
        </p:txBody>
      </p:sp>
      <p:pic>
        <p:nvPicPr>
          <p:cNvPr id="2" name="图片 29">
            <a:extLst>
              <a:ext uri="{FF2B5EF4-FFF2-40B4-BE49-F238E27FC236}">
                <a16:creationId xmlns:a16="http://schemas.microsoft.com/office/drawing/2014/main" id="{DBEBA5F9-5F0B-FBFA-73D7-459D89E77D4B}"/>
              </a:ext>
            </a:extLst>
          </p:cNvPr>
          <p:cNvPicPr>
            <a:picLocks noChangeAspect="1"/>
          </p:cNvPicPr>
          <p:nvPr/>
        </p:nvPicPr>
        <p:blipFill>
          <a:blip r:embed="rId11" cstate="print"/>
          <a:stretch>
            <a:fillRect/>
          </a:stretch>
        </p:blipFill>
        <p:spPr>
          <a:xfrm>
            <a:off x="1336928" y="196268"/>
            <a:ext cx="6637825" cy="92559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AE06E-1FF2-215D-F659-07AB4B236AB6}"/>
            </a:ext>
          </a:extLst>
        </p:cNvPr>
        <p:cNvGrpSpPr/>
        <p:nvPr/>
      </p:nvGrpSpPr>
      <p:grpSpPr>
        <a:xfrm>
          <a:off x="0" y="0"/>
          <a:ext cx="0" cy="0"/>
          <a:chOff x="0" y="0"/>
          <a:chExt cx="0" cy="0"/>
        </a:xfrm>
      </p:grpSpPr>
      <p:grpSp>
        <p:nvGrpSpPr>
          <p:cNvPr id="654" name="组合 6">
            <a:extLst>
              <a:ext uri="{FF2B5EF4-FFF2-40B4-BE49-F238E27FC236}">
                <a16:creationId xmlns:a16="http://schemas.microsoft.com/office/drawing/2014/main" id="{F074C15F-21FD-C4A2-FFC9-8BA69C0304EC}"/>
              </a:ext>
            </a:extLst>
          </p:cNvPr>
          <p:cNvGrpSpPr/>
          <p:nvPr/>
        </p:nvGrpSpPr>
        <p:grpSpPr>
          <a:xfrm>
            <a:off x="9752" y="260216"/>
            <a:ext cx="7549923" cy="9999797"/>
            <a:chOff x="9752" y="255633"/>
            <a:chExt cx="7549923" cy="9999797"/>
          </a:xfrm>
        </p:grpSpPr>
        <p:pic>
          <p:nvPicPr>
            <p:cNvPr id="655" name="图片 7">
              <a:extLst>
                <a:ext uri="{FF2B5EF4-FFF2-40B4-BE49-F238E27FC236}">
                  <a16:creationId xmlns:a16="http://schemas.microsoft.com/office/drawing/2014/main" id="{2CF92FB3-E042-2914-5AC4-6F85FE9AE4BB}"/>
                </a:ext>
              </a:extLst>
            </p:cNvPr>
            <p:cNvPicPr>
              <a:picLocks noChangeAspect="1"/>
            </p:cNvPicPr>
            <p:nvPr/>
          </p:nvPicPr>
          <p:blipFill>
            <a:blip r:embed="rId2"/>
            <a:srcRect r="1505"/>
            <a:stretch/>
          </p:blipFill>
          <p:spPr>
            <a:xfrm>
              <a:off x="9752" y="255633"/>
              <a:ext cx="7549923" cy="9999797"/>
            </a:xfrm>
            <a:prstGeom prst="rect">
              <a:avLst/>
            </a:prstGeom>
          </p:spPr>
        </p:pic>
        <p:pic>
          <p:nvPicPr>
            <p:cNvPr id="656" name="图片 9">
              <a:extLst>
                <a:ext uri="{FF2B5EF4-FFF2-40B4-BE49-F238E27FC236}">
                  <a16:creationId xmlns:a16="http://schemas.microsoft.com/office/drawing/2014/main" id="{1AC5A96F-AFC1-35AB-BAB8-BE4EADE2584B}"/>
                </a:ext>
              </a:extLst>
            </p:cNvPr>
            <p:cNvPicPr>
              <a:picLocks noChangeAspect="1"/>
            </p:cNvPicPr>
            <p:nvPr/>
          </p:nvPicPr>
          <p:blipFill>
            <a:blip r:embed="rId3"/>
            <a:stretch>
              <a:fillRect/>
            </a:stretch>
          </p:blipFill>
          <p:spPr>
            <a:xfrm>
              <a:off x="2733503" y="958361"/>
              <a:ext cx="4803852" cy="183897"/>
            </a:xfrm>
            <a:prstGeom prst="rect">
              <a:avLst/>
            </a:prstGeom>
          </p:spPr>
        </p:pic>
        <p:pic>
          <p:nvPicPr>
            <p:cNvPr id="657" name="图片 12">
              <a:extLst>
                <a:ext uri="{FF2B5EF4-FFF2-40B4-BE49-F238E27FC236}">
                  <a16:creationId xmlns:a16="http://schemas.microsoft.com/office/drawing/2014/main" id="{1019F411-2C5A-B836-FB34-D80154F54278}"/>
                </a:ext>
              </a:extLst>
            </p:cNvPr>
            <p:cNvPicPr>
              <a:picLocks noChangeAspect="1"/>
            </p:cNvPicPr>
            <p:nvPr/>
          </p:nvPicPr>
          <p:blipFill>
            <a:blip r:embed="rId4"/>
            <a:stretch>
              <a:fillRect/>
            </a:stretch>
          </p:blipFill>
          <p:spPr>
            <a:xfrm>
              <a:off x="2955317" y="489607"/>
              <a:ext cx="4480144" cy="476842"/>
            </a:xfrm>
            <a:prstGeom prst="rect">
              <a:avLst/>
            </a:prstGeom>
          </p:spPr>
        </p:pic>
      </p:grpSp>
      <p:pic>
        <p:nvPicPr>
          <p:cNvPr id="2" name="图片 18">
            <a:extLst>
              <a:ext uri="{FF2B5EF4-FFF2-40B4-BE49-F238E27FC236}">
                <a16:creationId xmlns:a16="http://schemas.microsoft.com/office/drawing/2014/main" id="{545D8AFD-D1AC-CE79-E37D-9D77CECA64C7}"/>
              </a:ext>
            </a:extLst>
          </p:cNvPr>
          <p:cNvPicPr>
            <a:picLocks noChangeAspect="1"/>
          </p:cNvPicPr>
          <p:nvPr/>
        </p:nvPicPr>
        <p:blipFill>
          <a:blip r:embed="rId5" cstate="print"/>
          <a:stretch>
            <a:fillRect/>
          </a:stretch>
        </p:blipFill>
        <p:spPr>
          <a:xfrm>
            <a:off x="-401919" y="196268"/>
            <a:ext cx="6637825" cy="925594"/>
          </a:xfrm>
          <a:prstGeom prst="rect">
            <a:avLst/>
          </a:prstGeom>
        </p:spPr>
      </p:pic>
      <p:sp>
        <p:nvSpPr>
          <p:cNvPr id="12" name="矩形 3">
            <a:extLst>
              <a:ext uri="{FF2B5EF4-FFF2-40B4-BE49-F238E27FC236}">
                <a16:creationId xmlns:a16="http://schemas.microsoft.com/office/drawing/2014/main" id="{8CE63255-3489-94B2-2932-19D07E7D0981}"/>
              </a:ext>
            </a:extLst>
          </p:cNvPr>
          <p:cNvSpPr/>
          <p:nvPr/>
        </p:nvSpPr>
        <p:spPr>
          <a:xfrm rot="5400000" flipH="1">
            <a:off x="2147228" y="1015759"/>
            <a:ext cx="3227312" cy="6620723"/>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14" name="Title Placeholder 1">
            <a:extLst>
              <a:ext uri="{FF2B5EF4-FFF2-40B4-BE49-F238E27FC236}">
                <a16:creationId xmlns:a16="http://schemas.microsoft.com/office/drawing/2014/main" id="{253CE324-072E-7B44-D8E5-A8106BC50BA9}"/>
              </a:ext>
            </a:extLst>
          </p:cNvPr>
          <p:cNvSpPr txBox="1"/>
          <p:nvPr/>
        </p:nvSpPr>
        <p:spPr>
          <a:xfrm>
            <a:off x="594000" y="954000"/>
            <a:ext cx="4910187"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竞赛队宗旨</a:t>
            </a:r>
            <a:endParaRPr lang="en-CN" sz="3200"/>
          </a:p>
        </p:txBody>
      </p:sp>
      <p:cxnSp>
        <p:nvCxnSpPr>
          <p:cNvPr id="15" name="图形">
            <a:extLst>
              <a:ext uri="{FF2B5EF4-FFF2-40B4-BE49-F238E27FC236}">
                <a16:creationId xmlns:a16="http://schemas.microsoft.com/office/drawing/2014/main" id="{7154B230-B388-47CC-A39C-D3422787D179}"/>
              </a:ext>
            </a:extLst>
          </p:cNvPr>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16" name="文本框 9">
            <a:extLst>
              <a:ext uri="{FF2B5EF4-FFF2-40B4-BE49-F238E27FC236}">
                <a16:creationId xmlns:a16="http://schemas.microsoft.com/office/drawing/2014/main" id="{029B34D0-A694-C1DB-1851-129369C56ACC}"/>
              </a:ext>
            </a:extLst>
          </p:cNvPr>
          <p:cNvSpPr txBox="1"/>
          <p:nvPr/>
        </p:nvSpPr>
        <p:spPr>
          <a:xfrm>
            <a:off x="452502" y="2786706"/>
            <a:ext cx="6620723" cy="1985993"/>
          </a:xfrm>
          <a:prstGeom prst="rect">
            <a:avLst/>
          </a:prstGeom>
          <a:noFill/>
        </p:spPr>
        <p:txBody>
          <a:bodyPr wrap="square">
            <a:spAutoFit/>
          </a:bodyPr>
          <a:lstStyle/>
          <a:p>
            <a:pPr algn="l">
              <a:lnSpc>
                <a:spcPct val="125000"/>
              </a:lnSpc>
            </a:pPr>
            <a:r>
              <a:rPr lang="zh-CN" altLang="en-US" sz="2000" dirty="0">
                <a:solidFill>
                  <a:schemeClr val="tx1">
                    <a:lumMod val="85000"/>
                    <a:lumOff val="15000"/>
                  </a:schemeClr>
                </a:solidFill>
                <a:latin typeface="华文宋体" panose="02010600040101010101" pitchFamily="2" charset="-122"/>
                <a:ea typeface="华文宋体" panose="02010600040101010101" pitchFamily="2" charset="-122"/>
                <a:cs typeface="+mn-ea"/>
              </a:rPr>
              <a:t>        </a:t>
            </a:r>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cs typeface="+mn-ea"/>
              </a:rPr>
              <a:t>核心目标通过一系列校内外编程活动，像“全民乒乓球运动”一样吸引全校大学生积极参与编程，“以赛促学”、“以赛促研”，以竞赛促进计算机本科教育水平的提高，最终全面提升我校学生的算法设计、逻辑推理、编程动手、科学研究等方面的能力。</a:t>
            </a:r>
            <a:endParaRPr sz="2000" dirty="0"/>
          </a:p>
        </p:txBody>
      </p:sp>
      <p:pic>
        <p:nvPicPr>
          <p:cNvPr id="17" name="图片 12">
            <a:extLst>
              <a:ext uri="{FF2B5EF4-FFF2-40B4-BE49-F238E27FC236}">
                <a16:creationId xmlns:a16="http://schemas.microsoft.com/office/drawing/2014/main" id="{31169323-4AF0-A745-54CD-316D328BB315}"/>
              </a:ext>
            </a:extLst>
          </p:cNvPr>
          <p:cNvPicPr>
            <a:picLocks noChangeAspect="1"/>
          </p:cNvPicPr>
          <p:nvPr/>
        </p:nvPicPr>
        <p:blipFill>
          <a:blip r:embed="rId6"/>
          <a:stretch>
            <a:fillRect/>
          </a:stretch>
        </p:blipFill>
        <p:spPr>
          <a:xfrm>
            <a:off x="4316136" y="5322049"/>
            <a:ext cx="2722524" cy="3543285"/>
          </a:xfrm>
          <a:prstGeom prst="rect">
            <a:avLst/>
          </a:prstGeom>
        </p:spPr>
      </p:pic>
      <p:sp>
        <p:nvSpPr>
          <p:cNvPr id="18" name="文本框 16">
            <a:extLst>
              <a:ext uri="{FF2B5EF4-FFF2-40B4-BE49-F238E27FC236}">
                <a16:creationId xmlns:a16="http://schemas.microsoft.com/office/drawing/2014/main" id="{E2157B43-8149-4488-D9B8-F813D3CF769E}"/>
              </a:ext>
            </a:extLst>
          </p:cNvPr>
          <p:cNvSpPr txBox="1"/>
          <p:nvPr/>
        </p:nvSpPr>
        <p:spPr>
          <a:xfrm>
            <a:off x="4212235" y="8911360"/>
            <a:ext cx="2941984" cy="323165"/>
          </a:xfrm>
          <a:prstGeom prst="rect">
            <a:avLst/>
          </a:prstGeom>
          <a:noFill/>
        </p:spPr>
        <p:txBody>
          <a:bodyPr wrap="square">
            <a:spAutoFit/>
          </a:bodyPr>
          <a:lstStyle/>
          <a:p>
            <a:r>
              <a:rPr lang="zh-CN" altLang="en-US" sz="1500" b="1" dirty="0">
                <a:solidFill>
                  <a:schemeClr val="tx1">
                    <a:lumMod val="85000"/>
                    <a:lumOff val="15000"/>
                  </a:schemeClr>
                </a:solidFill>
                <a:latin typeface="华文宋体" panose="02010600040101010101" pitchFamily="2" charset="-122"/>
                <a:ea typeface="华文宋体" panose="02010600040101010101" pitchFamily="2" charset="-122"/>
                <a:cs typeface="+mn-ea"/>
              </a:rPr>
              <a:t>数据科学学院副院长 查宏远教授</a:t>
            </a:r>
            <a:endParaRPr sz="1500" b="1" dirty="0"/>
          </a:p>
        </p:txBody>
      </p:sp>
      <p:sp>
        <p:nvSpPr>
          <p:cNvPr id="19" name="矩形 18">
            <a:extLst>
              <a:ext uri="{FF2B5EF4-FFF2-40B4-BE49-F238E27FC236}">
                <a16:creationId xmlns:a16="http://schemas.microsoft.com/office/drawing/2014/main" id="{C4B9AE5A-925B-15F0-1295-02D0AE11E1DD}"/>
              </a:ext>
            </a:extLst>
          </p:cNvPr>
          <p:cNvSpPr/>
          <p:nvPr/>
        </p:nvSpPr>
        <p:spPr>
          <a:xfrm rot="10800000">
            <a:off x="452502" y="2039360"/>
            <a:ext cx="6967461" cy="439431"/>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zh-CN" altLang="en-US" sz="311" dirty="0"/>
              <a:t>香港中文大学（深圳）程序设计竞赛队成立于</a:t>
            </a:r>
            <a:r>
              <a:rPr lang="en-US" altLang="zh-CN" sz="311" dirty="0"/>
              <a:t>2020</a:t>
            </a:r>
            <a:r>
              <a:rPr lang="zh-CN" altLang="en-US" sz="311" dirty="0"/>
              <a:t>年</a:t>
            </a:r>
            <a:r>
              <a:rPr lang="en-US" altLang="zh-CN" sz="311" dirty="0"/>
              <a:t>9</a:t>
            </a:r>
            <a:r>
              <a:rPr lang="zh-CN" altLang="en-US" sz="311" dirty="0"/>
              <a:t>月香港中文大学（深圳）程序设计竞赛队成立于</a:t>
            </a:r>
            <a:r>
              <a:rPr lang="en-US" altLang="zh-CN" sz="311" dirty="0"/>
              <a:t>2020</a:t>
            </a:r>
            <a:r>
              <a:rPr lang="zh-CN" altLang="en-US" sz="311" dirty="0"/>
              <a:t>年</a:t>
            </a:r>
            <a:r>
              <a:rPr lang="en-US" altLang="zh-CN" sz="311" dirty="0"/>
              <a:t>9</a:t>
            </a:r>
            <a:r>
              <a:rPr lang="zh-CN" altLang="en-US" sz="311" dirty="0"/>
              <a:t>月</a:t>
            </a:r>
          </a:p>
        </p:txBody>
      </p:sp>
      <p:sp>
        <p:nvSpPr>
          <p:cNvPr id="20" name="文本框 19">
            <a:extLst>
              <a:ext uri="{FF2B5EF4-FFF2-40B4-BE49-F238E27FC236}">
                <a16:creationId xmlns:a16="http://schemas.microsoft.com/office/drawing/2014/main" id="{4CBB8190-E99C-A6AB-671D-A36252F710C6}"/>
              </a:ext>
            </a:extLst>
          </p:cNvPr>
          <p:cNvSpPr txBox="1"/>
          <p:nvPr/>
        </p:nvSpPr>
        <p:spPr>
          <a:xfrm>
            <a:off x="452502" y="2072056"/>
            <a:ext cx="6620723" cy="400110"/>
          </a:xfrm>
          <a:prstGeom prst="rect">
            <a:avLst/>
          </a:prstGeom>
          <a:noFill/>
        </p:spPr>
        <p:txBody>
          <a:bodyPr wrap="none" rtlCol="0">
            <a:spAutoFit/>
          </a:bodyPr>
          <a:lstStyle/>
          <a:p>
            <a:r>
              <a:rPr kumimoji="1" lang="zh-CN" altLang="en-US" sz="2000" b="1" dirty="0">
                <a:latin typeface="Microsoft YaHei" panose="020B0503020204020204" pitchFamily="34" charset="-122"/>
                <a:ea typeface="Microsoft YaHei" panose="020B0503020204020204" pitchFamily="34" charset="-122"/>
              </a:rPr>
              <a:t>香港中文大学（深圳）程序设计竞赛队成立于</a:t>
            </a:r>
            <a:r>
              <a:rPr kumimoji="1" lang="en-US" altLang="zh-CN" sz="2000" b="1" dirty="0">
                <a:latin typeface="Microsoft YaHei" panose="020B0503020204020204" pitchFamily="34" charset="-122"/>
                <a:ea typeface="Microsoft YaHei" panose="020B0503020204020204" pitchFamily="34" charset="-122"/>
              </a:rPr>
              <a:t>2020</a:t>
            </a:r>
            <a:r>
              <a:rPr kumimoji="1" lang="zh-CN" altLang="en-US" sz="2000" b="1" dirty="0">
                <a:latin typeface="Microsoft YaHei" panose="020B0503020204020204" pitchFamily="34" charset="-122"/>
                <a:ea typeface="Microsoft YaHei" panose="020B0503020204020204" pitchFamily="34" charset="-122"/>
              </a:rPr>
              <a:t>年</a:t>
            </a:r>
            <a:r>
              <a:rPr kumimoji="1" lang="en-US" altLang="zh-CN" sz="2000" b="1" dirty="0">
                <a:latin typeface="Microsoft YaHei" panose="020B0503020204020204" pitchFamily="34" charset="-122"/>
                <a:ea typeface="Microsoft YaHei" panose="020B0503020204020204" pitchFamily="34" charset="-122"/>
              </a:rPr>
              <a:t>9</a:t>
            </a:r>
            <a:r>
              <a:rPr kumimoji="1" lang="zh-CN" altLang="en-US" sz="2000" b="1" dirty="0">
                <a:latin typeface="Microsoft YaHei" panose="020B0503020204020204" pitchFamily="34" charset="-122"/>
                <a:ea typeface="Microsoft YaHei" panose="020B0503020204020204" pitchFamily="34" charset="-122"/>
              </a:rPr>
              <a:t>月</a:t>
            </a:r>
          </a:p>
        </p:txBody>
      </p:sp>
      <p:sp>
        <p:nvSpPr>
          <p:cNvPr id="21" name="文本框 20">
            <a:extLst>
              <a:ext uri="{FF2B5EF4-FFF2-40B4-BE49-F238E27FC236}">
                <a16:creationId xmlns:a16="http://schemas.microsoft.com/office/drawing/2014/main" id="{1540129F-A3B2-5AF1-C2E8-5009C038AC04}"/>
              </a:ext>
            </a:extLst>
          </p:cNvPr>
          <p:cNvSpPr txBox="1"/>
          <p:nvPr/>
        </p:nvSpPr>
        <p:spPr>
          <a:xfrm>
            <a:off x="-1664745" y="9558000"/>
            <a:ext cx="4633521" cy="323165"/>
          </a:xfrm>
          <a:prstGeom prst="rect">
            <a:avLst/>
          </a:prstGeom>
          <a:noFill/>
        </p:spPr>
        <p:txBody>
          <a:bodyPr/>
          <a:lstStyle/>
          <a:p>
            <a:r>
              <a:rPr sz="1500" lang="zh-CN"/>
              <a:t>3</a:t>
            </a:r>
          </a:p>
        </p:txBody>
      </p:sp>
    </p:spTree>
    <p:extLst>
      <p:ext uri="{BB962C8B-B14F-4D97-AF65-F5344CB8AC3E}">
        <p14:creationId xmlns:p14="http://schemas.microsoft.com/office/powerpoint/2010/main" val="28756798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 name="组合 5"/>
          <p:cNvGrpSpPr/>
          <p:nvPr/>
        </p:nvGrpSpPr>
        <p:grpSpPr>
          <a:xfrm>
            <a:off x="9752" y="255633"/>
            <a:ext cx="7549923" cy="9999797"/>
            <a:chOff x="9752" y="255633"/>
            <a:chExt cx="7549923" cy="9999797"/>
          </a:xfrm>
        </p:grpSpPr>
        <p:pic>
          <p:nvPicPr>
            <p:cNvPr id="62" name="图片 6"/>
            <p:cNvPicPr>
              <a:picLocks noChangeAspect="1"/>
            </p:cNvPicPr>
            <p:nvPr/>
          </p:nvPicPr>
          <p:blipFill>
            <a:blip r:embed="rId3"/>
            <a:srcRect r="1505"/>
            <a:stretch/>
          </p:blipFill>
          <p:spPr>
            <a:xfrm>
              <a:off x="9752" y="255633"/>
              <a:ext cx="7549923" cy="9999797"/>
            </a:xfrm>
            <a:prstGeom prst="rect">
              <a:avLst/>
            </a:prstGeom>
          </p:spPr>
        </p:pic>
        <p:pic>
          <p:nvPicPr>
            <p:cNvPr id="63" name="图片 7"/>
            <p:cNvPicPr>
              <a:picLocks noChangeAspect="1"/>
            </p:cNvPicPr>
            <p:nvPr/>
          </p:nvPicPr>
          <p:blipFill>
            <a:blip r:embed="rId4"/>
            <a:stretch>
              <a:fillRect/>
            </a:stretch>
          </p:blipFill>
          <p:spPr>
            <a:xfrm>
              <a:off x="2733503" y="958361"/>
              <a:ext cx="4803852" cy="183897"/>
            </a:xfrm>
            <a:prstGeom prst="rect">
              <a:avLst/>
            </a:prstGeom>
          </p:spPr>
        </p:pic>
        <p:pic>
          <p:nvPicPr>
            <p:cNvPr id="64" name="图片 8"/>
            <p:cNvPicPr>
              <a:picLocks noChangeAspect="1"/>
            </p:cNvPicPr>
            <p:nvPr/>
          </p:nvPicPr>
          <p:blipFill>
            <a:blip r:embed="rId5"/>
            <a:stretch>
              <a:fillRect/>
            </a:stretch>
          </p:blipFill>
          <p:spPr>
            <a:xfrm>
              <a:off x="2955317" y="489607"/>
              <a:ext cx="4480144" cy="476842"/>
            </a:xfrm>
            <a:prstGeom prst="rect">
              <a:avLst/>
            </a:prstGeom>
          </p:spPr>
        </p:pic>
      </p:grpSp>
      <p:sp>
        <p:nvSpPr>
          <p:cNvPr id="65" name="矩形 48"/>
          <p:cNvSpPr/>
          <p:nvPr/>
        </p:nvSpPr>
        <p:spPr>
          <a:xfrm rot="5400000" flipH="1">
            <a:off x="2204662" y="844032"/>
            <a:ext cx="3148413" cy="6632836"/>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66" name="Title Placeholder 1"/>
          <p:cNvSpPr txBox="1"/>
          <p:nvPr/>
        </p:nvSpPr>
        <p:spPr>
          <a:xfrm>
            <a:off x="594000" y="955534"/>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指导教师</a:t>
            </a:r>
            <a:endParaRPr lang="en-CN" sz="3200"/>
          </a:p>
        </p:txBody>
      </p:sp>
      <p:cxnSp>
        <p:nvCxnSpPr>
          <p:cNvPr id="67" name="图形"/>
          <p:cNvCxnSpPr/>
          <p:nvPr/>
        </p:nvCxnSpPr>
        <p:spPr>
          <a:xfrm rot="10800000" flipH="1">
            <a:off x="5015053" y="5230295"/>
            <a:ext cx="972000"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pic>
        <p:nvPicPr>
          <p:cNvPr id="68" name="IMG_0592.jpeg" descr="IMG_0592.jpeg"/>
          <p:cNvPicPr/>
          <p:nvPr/>
        </p:nvPicPr>
        <p:blipFill>
          <a:blip r:embed="rId6"/>
          <a:stretch>
            <a:fillRect/>
          </a:stretch>
        </p:blipFill>
        <p:spPr>
          <a:xfrm>
            <a:off x="566343" y="2918630"/>
            <a:ext cx="2083552" cy="2062177"/>
          </a:xfrm>
          <a:prstGeom prst="rect">
            <a:avLst/>
          </a:prstGeom>
          <a:ln w="12700">
            <a:miter lim="400000"/>
            <a:headEnd/>
            <a:tailEnd/>
          </a:ln>
        </p:spPr>
      </p:pic>
      <p:sp>
        <p:nvSpPr>
          <p:cNvPr id="69" name="贺品嘉教授主要研究兴趣包括软件工程、程序设计语言、系统软件、自然语言处理。发表ICSE, ESEC/FSE, OSDI等论文近30篇，谷歌学术引用超2200次，领导的的LogPAI项目在GitHub上被star超过3000次，被下载7万余次。"/>
          <p:cNvSpPr txBox="1"/>
          <p:nvPr/>
        </p:nvSpPr>
        <p:spPr>
          <a:xfrm>
            <a:off x="2870932" y="5301184"/>
            <a:ext cx="1823986" cy="3367012"/>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ctr">
              <a:lnSpc>
                <a:spcPct val="125000"/>
              </a:lnSpc>
            </a:pPr>
            <a:r>
              <a:rPr lang="zh-CN" altLang="en-US" sz="1200" b="1" dirty="0">
                <a:solidFill>
                  <a:schemeClr val="tx1"/>
                </a:solidFill>
                <a:latin typeface="微软雅黑" panose="020B0503020204020204" pitchFamily="34" charset="-122"/>
                <a:ea typeface="微软雅黑" panose="020B0503020204020204" pitchFamily="34" charset="-122"/>
              </a:rPr>
              <a:t>马晨昊教授</a:t>
            </a:r>
            <a:endParaRPr lang="en-US" altLang="zh-CN" sz="1200" b="1" dirty="0">
              <a:solidFill>
                <a:schemeClr val="tx1"/>
              </a:solidFill>
              <a:latin typeface="微软雅黑" panose="020B0503020204020204" pitchFamily="34" charset="-122"/>
              <a:ea typeface="微软雅黑" panose="020B0503020204020204" pitchFamily="34" charset="-122"/>
            </a:endParaRPr>
          </a:p>
          <a:p>
            <a:pPr algn="l">
              <a:lnSpc>
                <a:spcPct val="125000"/>
              </a:lnSpc>
            </a:pPr>
            <a:r>
              <a:rPr lang="zh-CN" altLang="en-US" sz="1200" dirty="0">
                <a:solidFill>
                  <a:schemeClr val="tx1"/>
                </a:solidFill>
                <a:latin typeface="华文宋体" panose="02010600040101010101" pitchFamily="2" charset="-122"/>
                <a:ea typeface="华文宋体" panose="02010600040101010101" pitchFamily="2" charset="-122"/>
              </a:rPr>
              <a:t>主要研究兴趣是大规模数据管理与挖掘，于</a:t>
            </a:r>
            <a:r>
              <a:rPr lang="en-US" altLang="zh-CN" sz="1200" dirty="0">
                <a:solidFill>
                  <a:schemeClr val="tx1"/>
                </a:solidFill>
                <a:latin typeface="华文宋体" panose="02010600040101010101" pitchFamily="2" charset="-122"/>
                <a:ea typeface="华文宋体" panose="02010600040101010101" pitchFamily="2" charset="-122"/>
              </a:rPr>
              <a:t>2021</a:t>
            </a:r>
            <a:r>
              <a:rPr lang="zh-CN" altLang="en-US" sz="1200" dirty="0">
                <a:solidFill>
                  <a:schemeClr val="tx1"/>
                </a:solidFill>
                <a:latin typeface="华文宋体" panose="02010600040101010101" pitchFamily="2" charset="-122"/>
                <a:ea typeface="华文宋体" panose="02010600040101010101" pitchFamily="2" charset="-122"/>
              </a:rPr>
              <a:t>年博士毕业于香港大学，研究工作主要发表在</a:t>
            </a:r>
            <a:r>
              <a:rPr lang="en-US" altLang="zh-CN" sz="1200" dirty="0">
                <a:solidFill>
                  <a:schemeClr val="tx1"/>
                </a:solidFill>
                <a:latin typeface="华文宋体" panose="02010600040101010101" pitchFamily="2" charset="-122"/>
                <a:ea typeface="华文宋体" panose="02010600040101010101" pitchFamily="2" charset="-122"/>
                <a:sym typeface="Helvetica Neue"/>
              </a:rPr>
              <a:t>SIGMOD</a:t>
            </a:r>
            <a:r>
              <a:rPr lang="zh-CN" altLang="en-US" sz="1200" dirty="0">
                <a:solidFill>
                  <a:schemeClr val="tx1"/>
                </a:solidFill>
                <a:latin typeface="华文宋体" panose="02010600040101010101" pitchFamily="2" charset="-122"/>
                <a:ea typeface="华文宋体" panose="02010600040101010101" pitchFamily="2" charset="-122"/>
                <a:sym typeface="Helvetica Neue"/>
              </a:rPr>
              <a:t>、</a:t>
            </a:r>
            <a:r>
              <a:rPr lang="en-US" altLang="zh-CN" sz="1200" dirty="0">
                <a:solidFill>
                  <a:schemeClr val="tx1"/>
                </a:solidFill>
                <a:latin typeface="华文宋体" panose="02010600040101010101" pitchFamily="2" charset="-122"/>
                <a:ea typeface="华文宋体" panose="02010600040101010101" pitchFamily="2" charset="-122"/>
                <a:sym typeface="Helvetica Neue"/>
              </a:rPr>
              <a:t>VLDB</a:t>
            </a:r>
            <a:r>
              <a:rPr lang="zh-CN" altLang="en-US" sz="1200" dirty="0">
                <a:solidFill>
                  <a:schemeClr val="tx1"/>
                </a:solidFill>
                <a:latin typeface="华文宋体" panose="02010600040101010101" pitchFamily="2" charset="-122"/>
                <a:ea typeface="华文宋体" panose="02010600040101010101" pitchFamily="2" charset="-122"/>
                <a:sym typeface="Helvetica Neue"/>
              </a:rPr>
              <a:t>、</a:t>
            </a:r>
            <a:r>
              <a:rPr lang="en-US" altLang="zh-CN" sz="1200" dirty="0">
                <a:solidFill>
                  <a:schemeClr val="tx1"/>
                </a:solidFill>
                <a:latin typeface="华文宋体" panose="02010600040101010101" pitchFamily="2" charset="-122"/>
                <a:ea typeface="华文宋体" panose="02010600040101010101" pitchFamily="2" charset="-122"/>
                <a:sym typeface="Helvetica Neue"/>
              </a:rPr>
              <a:t>ICDE</a:t>
            </a:r>
            <a:r>
              <a:rPr lang="zh-CN" altLang="en-US" sz="1200" dirty="0">
                <a:solidFill>
                  <a:schemeClr val="tx1"/>
                </a:solidFill>
                <a:latin typeface="华文宋体" panose="02010600040101010101" pitchFamily="2" charset="-122"/>
                <a:ea typeface="华文宋体" panose="02010600040101010101" pitchFamily="2" charset="-122"/>
                <a:sym typeface="Helvetica Neue"/>
              </a:rPr>
              <a:t>、</a:t>
            </a:r>
            <a:r>
              <a:rPr lang="en-US" altLang="zh-CN" sz="1200" dirty="0">
                <a:solidFill>
                  <a:schemeClr val="tx1"/>
                </a:solidFill>
                <a:latin typeface="华文宋体" panose="02010600040101010101" pitchFamily="2" charset="-122"/>
                <a:ea typeface="华文宋体" panose="02010600040101010101" pitchFamily="2" charset="-122"/>
                <a:sym typeface="Helvetica Neue"/>
              </a:rPr>
              <a:t>KDD</a:t>
            </a:r>
            <a:r>
              <a:rPr lang="zh-CN" altLang="en-US" sz="1200" dirty="0">
                <a:solidFill>
                  <a:schemeClr val="tx1"/>
                </a:solidFill>
                <a:latin typeface="华文宋体" panose="02010600040101010101" pitchFamily="2" charset="-122"/>
                <a:ea typeface="华文宋体" panose="02010600040101010101" pitchFamily="2" charset="-122"/>
                <a:sym typeface="Helvetica Neue"/>
              </a:rPr>
              <a:t>、</a:t>
            </a:r>
            <a:r>
              <a:rPr lang="en-US" altLang="zh-CN" sz="1200" dirty="0">
                <a:solidFill>
                  <a:schemeClr val="tx1"/>
                </a:solidFill>
                <a:latin typeface="华文宋体" panose="02010600040101010101" pitchFamily="2" charset="-122"/>
                <a:ea typeface="华文宋体" panose="02010600040101010101" pitchFamily="2" charset="-122"/>
                <a:sym typeface="Helvetica Neue"/>
              </a:rPr>
              <a:t>WWW</a:t>
            </a:r>
            <a:r>
              <a:rPr lang="zh-CN" altLang="en-US" sz="1200" dirty="0">
                <a:solidFill>
                  <a:schemeClr val="tx1"/>
                </a:solidFill>
                <a:latin typeface="华文宋体" panose="02010600040101010101" pitchFamily="2" charset="-122"/>
                <a:ea typeface="华文宋体" panose="02010600040101010101" pitchFamily="2" charset="-122"/>
                <a:sym typeface="Helvetica Neue"/>
              </a:rPr>
              <a:t>、</a:t>
            </a:r>
            <a:r>
              <a:rPr lang="en-US" altLang="zh-CN" sz="1200" dirty="0" err="1">
                <a:solidFill>
                  <a:schemeClr val="tx1"/>
                </a:solidFill>
                <a:latin typeface="华文宋体" panose="02010600040101010101" pitchFamily="2" charset="-122"/>
                <a:ea typeface="华文宋体" panose="02010600040101010101" pitchFamily="2" charset="-122"/>
                <a:sym typeface="Helvetica Neue"/>
              </a:rPr>
              <a:t>NeurIPS</a:t>
            </a:r>
            <a:r>
              <a:rPr lang="zh-CN" altLang="en-US" sz="1200" dirty="0">
                <a:solidFill>
                  <a:schemeClr val="tx1"/>
                </a:solidFill>
                <a:latin typeface="华文宋体" panose="02010600040101010101" pitchFamily="2" charset="-122"/>
                <a:ea typeface="华文宋体" panose="02010600040101010101" pitchFamily="2" charset="-122"/>
              </a:rPr>
              <a:t>等顶级会议，包括一篇</a:t>
            </a:r>
            <a:r>
              <a:rPr lang="en-US" altLang="zh-CN" sz="1200" dirty="0">
                <a:solidFill>
                  <a:schemeClr val="tx1"/>
                </a:solidFill>
                <a:latin typeface="华文宋体" panose="02010600040101010101" pitchFamily="2" charset="-122"/>
                <a:ea typeface="华文宋体" panose="02010600040101010101" pitchFamily="2" charset="-122"/>
                <a:sym typeface="Helvetica Neue"/>
              </a:rPr>
              <a:t>Best of SIGMOD </a:t>
            </a:r>
            <a:r>
              <a:rPr lang="en-US" altLang="zh-CN" sz="1200" dirty="0">
                <a:solidFill>
                  <a:schemeClr val="tx1"/>
                </a:solidFill>
                <a:latin typeface="华文宋体" panose="02010600040101010101" pitchFamily="2" charset="-122"/>
                <a:ea typeface="华文宋体" panose="02010600040101010101" pitchFamily="2" charset="-122"/>
              </a:rPr>
              <a:t>2020</a:t>
            </a:r>
            <a:r>
              <a:rPr lang="zh-CN" altLang="en-US" sz="1200" dirty="0">
                <a:solidFill>
                  <a:schemeClr val="tx1"/>
                </a:solidFill>
                <a:latin typeface="华文宋体" panose="02010600040101010101" pitchFamily="2" charset="-122"/>
                <a:ea typeface="华文宋体" panose="02010600040101010101" pitchFamily="2" charset="-122"/>
              </a:rPr>
              <a:t>，并获得次年</a:t>
            </a:r>
            <a:r>
              <a:rPr lang="en-US" altLang="zh-CN" sz="1200" dirty="0">
                <a:solidFill>
                  <a:schemeClr val="tx1"/>
                </a:solidFill>
                <a:latin typeface="华文宋体" panose="02010600040101010101" pitchFamily="2" charset="-122"/>
                <a:ea typeface="华文宋体" panose="02010600040101010101" pitchFamily="2" charset="-122"/>
                <a:sym typeface="Helvetica Neue"/>
              </a:rPr>
              <a:t>ACM SIGMOD </a:t>
            </a:r>
            <a:r>
              <a:rPr lang="en-US" sz="1200" dirty="0">
                <a:solidFill>
                  <a:schemeClr val="tx1"/>
                </a:solidFill>
                <a:latin typeface="华文宋体" panose="02010600040101010101" pitchFamily="2" charset="-122"/>
                <a:ea typeface="华文宋体" panose="02010600040101010101" pitchFamily="2" charset="-122"/>
                <a:sym typeface="Helvetica Neue"/>
              </a:rPr>
              <a:t>Research Highlight Award</a:t>
            </a:r>
            <a:r>
              <a:rPr lang="zh-CN" altLang="en-US" sz="1200" dirty="0">
                <a:solidFill>
                  <a:schemeClr val="tx1"/>
                </a:solidFill>
                <a:latin typeface="华文宋体" panose="02010600040101010101" pitchFamily="2" charset="-122"/>
                <a:ea typeface="华文宋体" panose="02010600040101010101" pitchFamily="2" charset="-122"/>
                <a:sym typeface="Helvetica Neue"/>
              </a:rPr>
              <a:t>，</a:t>
            </a:r>
            <a:r>
              <a:rPr lang="zh-CN" altLang="en-US" sz="1200" dirty="0">
                <a:solidFill>
                  <a:schemeClr val="tx1"/>
                </a:solidFill>
                <a:latin typeface="华文宋体" panose="02010600040101010101" pitchFamily="2" charset="-122"/>
                <a:ea typeface="华文宋体" panose="02010600040101010101" pitchFamily="2" charset="-122"/>
              </a:rPr>
              <a:t> 并担任多个顶级会议和期刊的审稿人 。</a:t>
            </a:r>
            <a:endParaRPr sz="1200" dirty="0">
              <a:solidFill>
                <a:schemeClr val="tx1"/>
              </a:solidFill>
              <a:latin typeface="华文宋体" panose="02010600040101010101" pitchFamily="2" charset="-122"/>
              <a:ea typeface="华文宋体" panose="02010600040101010101" pitchFamily="2" charset="-122"/>
            </a:endParaRPr>
          </a:p>
        </p:txBody>
      </p:sp>
      <p:cxnSp>
        <p:nvCxnSpPr>
          <p:cNvPr id="70" name="图形"/>
          <p:cNvCxnSpPr/>
          <p:nvPr/>
        </p:nvCxnSpPr>
        <p:spPr>
          <a:xfrm rot="10800000" flipH="1">
            <a:off x="1555775" y="5229317"/>
            <a:ext cx="972000"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71"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p:cNvSpPr txBox="1"/>
          <p:nvPr/>
        </p:nvSpPr>
        <p:spPr>
          <a:xfrm>
            <a:off x="666666" y="5295772"/>
            <a:ext cx="1789188" cy="3828549"/>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ctr">
              <a:lnSpc>
                <a:spcPct val="125000"/>
              </a:lnSpc>
            </a:pPr>
            <a:r>
              <a:rPr sz="1200" b="1" dirty="0" err="1">
                <a:solidFill>
                  <a:schemeClr val="tx1"/>
                </a:solidFill>
                <a:latin typeface="微软雅黑" panose="020B0503020204020204" pitchFamily="34" charset="-122"/>
                <a:ea typeface="微软雅黑" panose="020B0503020204020204" pitchFamily="34" charset="-122"/>
              </a:rPr>
              <a:t>方一向教授</a:t>
            </a:r>
            <a:endParaRPr lang="en-US" sz="1200" b="1" dirty="0">
              <a:solidFill>
                <a:schemeClr val="tx1"/>
              </a:solidFill>
              <a:latin typeface="微软雅黑" panose="020B0503020204020204" pitchFamily="34" charset="-122"/>
              <a:ea typeface="微软雅黑" panose="020B0503020204020204" pitchFamily="34" charset="-122"/>
            </a:endParaRPr>
          </a:p>
          <a:p>
            <a:pPr>
              <a:lnSpc>
                <a:spcPct val="125000"/>
              </a:lnSpc>
            </a:pPr>
            <a:r>
              <a:rPr sz="1200" dirty="0" err="1">
                <a:solidFill>
                  <a:schemeClr val="tx1"/>
                </a:solidFill>
                <a:latin typeface="华文宋体" panose="02010600040101010101" pitchFamily="2" charset="-122"/>
                <a:ea typeface="华文宋体" panose="02010600040101010101" pitchFamily="2" charset="-122"/>
              </a:rPr>
              <a:t>主要研究大数据管理、挖掘、人工智能等相关课题</a:t>
            </a:r>
            <a:r>
              <a:rPr sz="1200" dirty="0">
                <a:solidFill>
                  <a:schemeClr val="tx1"/>
                </a:solidFill>
                <a:latin typeface="华文宋体" panose="02010600040101010101" pitchFamily="2" charset="-122"/>
                <a:ea typeface="华文宋体" panose="02010600040101010101" pitchFamily="2" charset="-122"/>
              </a:rPr>
              <a:t>，</a:t>
            </a:r>
            <a:r>
              <a:rPr lang="zh-CN" altLang="en-US" sz="1200" dirty="0">
                <a:solidFill>
                  <a:schemeClr val="tx1"/>
                </a:solidFill>
                <a:latin typeface="华文宋体" panose="02010600040101010101" pitchFamily="2" charset="-122"/>
                <a:ea typeface="华文宋体" panose="02010600040101010101" pitchFamily="2" charset="-122"/>
              </a:rPr>
              <a:t>累计</a:t>
            </a:r>
            <a:r>
              <a:rPr sz="1200" dirty="0">
                <a:solidFill>
                  <a:schemeClr val="tx1"/>
                </a:solidFill>
                <a:latin typeface="华文宋体" panose="02010600040101010101" pitchFamily="2" charset="-122"/>
                <a:ea typeface="华文宋体" panose="02010600040101010101" pitchFamily="2" charset="-122"/>
              </a:rPr>
              <a:t>发表论文</a:t>
            </a:r>
            <a:r>
              <a:rPr lang="en-US" altLang="zh-CN" sz="1200" dirty="0">
                <a:solidFill>
                  <a:schemeClr val="tx1"/>
                </a:solidFill>
                <a:latin typeface="华文宋体" panose="02010600040101010101" pitchFamily="2" charset="-122"/>
                <a:ea typeface="华文宋体" panose="02010600040101010101" pitchFamily="2" charset="-122"/>
              </a:rPr>
              <a:t>100</a:t>
            </a:r>
            <a:r>
              <a:rPr lang="zh-CN" altLang="en-US" sz="1200" dirty="0">
                <a:solidFill>
                  <a:schemeClr val="tx1"/>
                </a:solidFill>
                <a:latin typeface="华文宋体" panose="02010600040101010101" pitchFamily="2" charset="-122"/>
                <a:ea typeface="华文宋体" panose="02010600040101010101" pitchFamily="2" charset="-122"/>
              </a:rPr>
              <a:t>余</a:t>
            </a:r>
            <a:r>
              <a:rPr sz="1200" dirty="0" err="1">
                <a:solidFill>
                  <a:schemeClr val="tx1"/>
                </a:solidFill>
                <a:latin typeface="华文宋体" panose="02010600040101010101" pitchFamily="2" charset="-122"/>
                <a:ea typeface="华文宋体" panose="02010600040101010101" pitchFamily="2" charset="-122"/>
              </a:rPr>
              <a:t>篇。其中一项代表性研究成果的论文被评为</a:t>
            </a:r>
            <a:r>
              <a:rPr sz="1200" dirty="0" err="1">
                <a:solidFill>
                  <a:schemeClr val="tx1"/>
                </a:solidFill>
                <a:latin typeface="华文宋体" panose="02010600040101010101" pitchFamily="2" charset="-122"/>
                <a:ea typeface="华文宋体" panose="02010600040101010101" pitchFamily="2" charset="-122"/>
                <a:sym typeface="Helvetica Neue"/>
              </a:rPr>
              <a:t>SIGMOD</a:t>
            </a:r>
            <a:r>
              <a:rPr sz="1200" dirty="0">
                <a:solidFill>
                  <a:schemeClr val="tx1"/>
                </a:solidFill>
                <a:latin typeface="华文宋体" panose="02010600040101010101" pitchFamily="2" charset="-122"/>
                <a:ea typeface="华文宋体" panose="02010600040101010101" pitchFamily="2" charset="-122"/>
              </a:rPr>
              <a:t> 2020会</a:t>
            </a:r>
            <a:r>
              <a:rPr lang="zh-CN" altLang="en-US" sz="1200" dirty="0">
                <a:solidFill>
                  <a:schemeClr val="tx1"/>
                </a:solidFill>
                <a:latin typeface="华文宋体" panose="02010600040101010101" pitchFamily="2" charset="-122"/>
                <a:ea typeface="华文宋体" panose="02010600040101010101" pitchFamily="2" charset="-122"/>
              </a:rPr>
              <a:t>议四篇</a:t>
            </a:r>
            <a:r>
              <a:rPr sz="1200" dirty="0">
                <a:solidFill>
                  <a:schemeClr val="tx1"/>
                </a:solidFill>
                <a:latin typeface="华文宋体" panose="02010600040101010101" pitchFamily="2" charset="-122"/>
                <a:ea typeface="华文宋体" panose="02010600040101010101" pitchFamily="2" charset="-122"/>
              </a:rPr>
              <a:t>最佳论文之一，并荣获2021 </a:t>
            </a:r>
            <a:r>
              <a:rPr sz="1200" dirty="0">
                <a:solidFill>
                  <a:schemeClr val="tx1"/>
                </a:solidFill>
                <a:latin typeface="华文宋体" panose="02010600040101010101" pitchFamily="2" charset="-122"/>
                <a:ea typeface="华文宋体" panose="02010600040101010101" pitchFamily="2" charset="-122"/>
                <a:sym typeface="Helvetica Neue"/>
              </a:rPr>
              <a:t>ACM SIGMOD</a:t>
            </a:r>
            <a:r>
              <a:rPr lang="en-US" sz="1200" dirty="0">
                <a:solidFill>
                  <a:schemeClr val="tx1"/>
                </a:solidFill>
                <a:latin typeface="华文宋体" panose="02010600040101010101" pitchFamily="2" charset="-122"/>
                <a:ea typeface="华文宋体" panose="02010600040101010101" pitchFamily="2" charset="-122"/>
                <a:sym typeface="Helvetica Neue"/>
              </a:rPr>
              <a:t> </a:t>
            </a:r>
            <a:r>
              <a:rPr sz="1200" dirty="0">
                <a:solidFill>
                  <a:schemeClr val="tx1"/>
                </a:solidFill>
                <a:latin typeface="华文宋体" panose="02010600040101010101" pitchFamily="2" charset="-122"/>
                <a:ea typeface="华文宋体" panose="02010600040101010101" pitchFamily="2" charset="-122"/>
                <a:sym typeface="Helvetica Neue"/>
              </a:rPr>
              <a:t>Research Highlight </a:t>
            </a:r>
            <a:r>
              <a:rPr sz="1200" dirty="0" err="1">
                <a:solidFill>
                  <a:schemeClr val="tx1"/>
                </a:solidFill>
                <a:latin typeface="华文宋体" panose="02010600040101010101" pitchFamily="2" charset="-122"/>
                <a:ea typeface="华文宋体" panose="02010600040101010101" pitchFamily="2" charset="-122"/>
                <a:sym typeface="Helvetica Neue"/>
              </a:rPr>
              <a:t>Award</a:t>
            </a:r>
            <a:r>
              <a:rPr sz="1200" dirty="0" err="1">
                <a:solidFill>
                  <a:schemeClr val="tx1"/>
                </a:solidFill>
                <a:latin typeface="华文宋体" panose="02010600040101010101" pitchFamily="2" charset="-122"/>
                <a:ea typeface="华文宋体" panose="02010600040101010101" pitchFamily="2" charset="-122"/>
              </a:rPr>
              <a:t>。目前担任国际知名期刊</a:t>
            </a:r>
            <a:r>
              <a:rPr sz="1200" dirty="0" err="1">
                <a:solidFill>
                  <a:schemeClr val="tx1"/>
                </a:solidFill>
                <a:latin typeface="华文宋体" panose="02010600040101010101" pitchFamily="2" charset="-122"/>
                <a:ea typeface="华文宋体" panose="02010600040101010101" pitchFamily="2" charset="-122"/>
                <a:sym typeface="Helvetica Neue"/>
              </a:rPr>
              <a:t>IPM（CCF-B类期刊）</a:t>
            </a:r>
            <a:r>
              <a:rPr sz="1200" dirty="0" err="1">
                <a:solidFill>
                  <a:schemeClr val="tx1"/>
                </a:solidFill>
                <a:latin typeface="华文宋体" panose="02010600040101010101" pitchFamily="2" charset="-122"/>
                <a:ea typeface="华文宋体" panose="02010600040101010101" pitchFamily="2" charset="-122"/>
              </a:rPr>
              <a:t>的编委</a:t>
            </a:r>
            <a:r>
              <a:rPr lang="zh-CN" altLang="en-US" sz="1200" dirty="0">
                <a:solidFill>
                  <a:schemeClr val="tx1"/>
                </a:solidFill>
                <a:latin typeface="华文宋体" panose="02010600040101010101" pitchFamily="2" charset="-122"/>
                <a:ea typeface="华文宋体" panose="02010600040101010101" pitchFamily="2" charset="-122"/>
              </a:rPr>
              <a:t>、</a:t>
            </a:r>
            <a:r>
              <a:rPr sz="1200" dirty="0" err="1">
                <a:solidFill>
                  <a:schemeClr val="tx1"/>
                </a:solidFill>
                <a:latin typeface="华文宋体" panose="02010600040101010101" pitchFamily="2" charset="-122"/>
                <a:ea typeface="华文宋体" panose="02010600040101010101" pitchFamily="2" charset="-122"/>
              </a:rPr>
              <a:t>多个顶级会议和期刊的审稿人</a:t>
            </a:r>
            <a:r>
              <a:rPr lang="zh-CN" altLang="en-US" sz="1200" dirty="0">
                <a:solidFill>
                  <a:schemeClr val="tx1"/>
                </a:solidFill>
                <a:latin typeface="华文宋体" panose="02010600040101010101" pitchFamily="2" charset="-122"/>
                <a:ea typeface="华文宋体" panose="02010600040101010101" pitchFamily="2" charset="-122"/>
              </a:rPr>
              <a:t>、以及中国计算机学会数据库专业委员会的执行委员</a:t>
            </a:r>
            <a:r>
              <a:rPr sz="1200" dirty="0">
                <a:solidFill>
                  <a:schemeClr val="tx1"/>
                </a:solidFill>
                <a:latin typeface="华文宋体" panose="02010600040101010101" pitchFamily="2" charset="-122"/>
                <a:ea typeface="华文宋体" panose="02010600040101010101" pitchFamily="2" charset="-122"/>
              </a:rPr>
              <a:t>。</a:t>
            </a:r>
            <a:endParaRPr sz="1200" dirty="0"/>
          </a:p>
        </p:txBody>
      </p:sp>
      <p:pic>
        <p:nvPicPr>
          <p:cNvPr id="72" name="Picture 4" descr="A person wearing glasses  Description automatically generated with medium confidence"/>
          <p:cNvPicPr>
            <a:picLocks noChangeAspect="1"/>
          </p:cNvPicPr>
          <p:nvPr/>
        </p:nvPicPr>
        <p:blipFill rotWithShape="1">
          <a:blip r:embed="rId7" cstate="print"/>
          <a:srcRect l="1" t="6743" r="56" b="26743"/>
          <a:stretch>
            <a:fillRect/>
          </a:stretch>
        </p:blipFill>
        <p:spPr>
          <a:xfrm>
            <a:off x="2752937" y="2913665"/>
            <a:ext cx="2099911" cy="2098021"/>
          </a:xfrm>
          <a:prstGeom prst="rect">
            <a:avLst/>
          </a:prstGeom>
        </p:spPr>
      </p:pic>
      <p:cxnSp>
        <p:nvCxnSpPr>
          <p:cNvPr id="73" name="图形"/>
          <p:cNvCxnSpPr>
            <a:cxnSpLocks/>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pic>
        <p:nvPicPr>
          <p:cNvPr id="2" name="图片 29">
            <a:extLst>
              <a:ext uri="{FF2B5EF4-FFF2-40B4-BE49-F238E27FC236}">
                <a16:creationId xmlns:a16="http://schemas.microsoft.com/office/drawing/2014/main" id="{A31BF8A9-5BA5-CE0B-8C0F-AA9E0A4910F7}"/>
              </a:ext>
            </a:extLst>
          </p:cNvPr>
          <p:cNvPicPr>
            <a:picLocks noChangeAspect="1"/>
          </p:cNvPicPr>
          <p:nvPr/>
        </p:nvPicPr>
        <p:blipFill>
          <a:blip r:embed="rId8" cstate="print"/>
          <a:stretch>
            <a:fillRect/>
          </a:stretch>
        </p:blipFill>
        <p:spPr>
          <a:xfrm>
            <a:off x="1336928" y="196268"/>
            <a:ext cx="6637825" cy="925594"/>
          </a:xfrm>
          <a:prstGeom prst="rect">
            <a:avLst/>
          </a:prstGeom>
        </p:spPr>
      </p:pic>
      <p:sp>
        <p:nvSpPr>
          <p:cNvPr id="5" name="文本框 17">
            <a:extLst>
              <a:ext uri="{FF2B5EF4-FFF2-40B4-BE49-F238E27FC236}">
                <a16:creationId xmlns:a16="http://schemas.microsoft.com/office/drawing/2014/main" id="{EE5DA04E-D746-A6B6-2BF4-6FAA17CEF2AE}"/>
              </a:ext>
            </a:extLst>
          </p:cNvPr>
          <p:cNvSpPr txBox="1"/>
          <p:nvPr/>
        </p:nvSpPr>
        <p:spPr>
          <a:xfrm>
            <a:off x="4778527" y="9557605"/>
            <a:ext cx="4633521" cy="323165"/>
          </a:xfrm>
          <a:prstGeom prst="rect">
            <a:avLst/>
          </a:prstGeom>
          <a:noFill/>
        </p:spPr>
        <p:txBody>
          <a:bodyPr/>
          <a:lstStyle/>
          <a:p>
            <a:r>
              <a:rPr sz="1500" lang="zh-CN"/>
              <a:t>4</a:t>
            </a:r>
          </a:p>
        </p:txBody>
      </p:sp>
      <p:pic>
        <p:nvPicPr>
          <p:cNvPr id="9" name="Picture 8">
            <a:extLst>
              <a:ext uri="{FF2B5EF4-FFF2-40B4-BE49-F238E27FC236}">
                <a16:creationId xmlns:a16="http://schemas.microsoft.com/office/drawing/2014/main" id="{07F35829-6597-4736-41C4-D2236C0699DC}"/>
              </a:ext>
            </a:extLst>
          </p:cNvPr>
          <p:cNvPicPr>
            <a:picLocks/>
          </p:cNvPicPr>
          <p:nvPr/>
        </p:nvPicPr>
        <p:blipFill>
          <a:blip r:embed="rId9" cstate="print">
            <a:extLst>
              <a:ext uri="{28A0092B-C50C-407E-A947-70E740481C1C}">
                <a14:useLocalDpi xmlns:a14="http://schemas.microsoft.com/office/drawing/2010/main" val="0"/>
              </a:ext>
            </a:extLst>
          </a:blip>
          <a:srcRect b="34773"/>
          <a:stretch>
            <a:fillRect/>
          </a:stretch>
        </p:blipFill>
        <p:spPr>
          <a:xfrm>
            <a:off x="4918313" y="2906261"/>
            <a:ext cx="2083552" cy="2038549"/>
          </a:xfrm>
          <a:prstGeom prst="rect">
            <a:avLst/>
          </a:prstGeom>
        </p:spPr>
      </p:pic>
      <p:sp>
        <p:nvSpPr>
          <p:cNvPr id="10" name="贺品嘉教授主要研究兴趣包括软件工程、程序设计语言、系统软件、自然语言处理。发表ICSE, ESEC/FSE, OSDI等论文近30篇，谷歌学术引用超2200次，领导的的LogPAI项目在GitHub上被star超过3000次，被下载7万余次。">
            <a:extLst>
              <a:ext uri="{FF2B5EF4-FFF2-40B4-BE49-F238E27FC236}">
                <a16:creationId xmlns:a16="http://schemas.microsoft.com/office/drawing/2014/main" id="{59229326-D933-C033-2107-2AC7D41B3F6E}"/>
              </a:ext>
            </a:extLst>
          </p:cNvPr>
          <p:cNvSpPr txBox="1"/>
          <p:nvPr/>
        </p:nvSpPr>
        <p:spPr>
          <a:xfrm>
            <a:off x="5052197" y="5301184"/>
            <a:ext cx="1823986" cy="4059509"/>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ctr">
              <a:lnSpc>
                <a:spcPct val="125000"/>
              </a:lnSpc>
            </a:pPr>
            <a:r>
              <a:rPr lang="zh-CN" altLang="en-US" sz="1200" b="1" dirty="0">
                <a:solidFill>
                  <a:schemeClr val="tx1"/>
                </a:solidFill>
                <a:latin typeface="微软雅黑" panose="020B0503020204020204" pitchFamily="34" charset="-122"/>
                <a:ea typeface="微软雅黑" panose="020B0503020204020204" pitchFamily="34" charset="-122"/>
              </a:rPr>
              <a:t>陈靖邦教授</a:t>
            </a:r>
            <a:endParaRPr lang="en-US" altLang="zh-CN" sz="1200" b="1" dirty="0">
              <a:solidFill>
                <a:schemeClr val="tx1"/>
              </a:solidFill>
              <a:latin typeface="微软雅黑" panose="020B0503020204020204" pitchFamily="34" charset="-122"/>
              <a:ea typeface="微软雅黑" panose="020B0503020204020204" pitchFamily="34" charset="-122"/>
            </a:endParaRPr>
          </a:p>
          <a:p>
            <a:pPr algn="l">
              <a:lnSpc>
                <a:spcPct val="125000"/>
              </a:lnSpc>
            </a:pPr>
            <a:r>
              <a:rPr lang="zh-CN" altLang="en-US" sz="1200" dirty="0">
                <a:solidFill>
                  <a:schemeClr val="tx1"/>
                </a:solidFill>
                <a:latin typeface="华文宋体" panose="02010600040101010101" pitchFamily="2" charset="-122"/>
                <a:ea typeface="华文宋体" panose="02010600040101010101" pitchFamily="2" charset="-122"/>
              </a:rPr>
              <a:t>主要研究方向是设计、分析、实现有理论保证的高效图论算法和数据结构。研究工作主要发表在</a:t>
            </a:r>
            <a:r>
              <a:rPr lang="en-US" altLang="zh-CN" sz="1200" dirty="0">
                <a:solidFill>
                  <a:schemeClr val="tx1"/>
                </a:solidFill>
                <a:latin typeface="华文宋体" panose="02010600040101010101" pitchFamily="2" charset="-122"/>
                <a:ea typeface="华文宋体" panose="02010600040101010101" pitchFamily="2" charset="-122"/>
              </a:rPr>
              <a:t>ICML</a:t>
            </a:r>
            <a:r>
              <a:rPr lang="zh-CN" altLang="en-US" sz="1200" dirty="0">
                <a:solidFill>
                  <a:schemeClr val="tx1"/>
                </a:solidFill>
                <a:latin typeface="华文宋体" panose="02010600040101010101" pitchFamily="2" charset="-122"/>
                <a:ea typeface="华文宋体" panose="02010600040101010101" pitchFamily="2" charset="-122"/>
              </a:rPr>
              <a:t>，</a:t>
            </a:r>
            <a:r>
              <a:rPr lang="en-US" altLang="zh-CN" sz="1200" dirty="0">
                <a:solidFill>
                  <a:schemeClr val="tx1"/>
                </a:solidFill>
                <a:latin typeface="华文宋体" panose="02010600040101010101" pitchFamily="2" charset="-122"/>
                <a:ea typeface="华文宋体" panose="02010600040101010101" pitchFamily="2" charset="-122"/>
              </a:rPr>
              <a:t>KDD</a:t>
            </a:r>
            <a:r>
              <a:rPr lang="zh-CN" altLang="en-US" sz="1200" dirty="0">
                <a:solidFill>
                  <a:schemeClr val="tx1"/>
                </a:solidFill>
                <a:latin typeface="华文宋体" panose="02010600040101010101" pitchFamily="2" charset="-122"/>
                <a:ea typeface="华文宋体" panose="02010600040101010101" pitchFamily="2" charset="-122"/>
              </a:rPr>
              <a:t>，</a:t>
            </a:r>
            <a:r>
              <a:rPr lang="en-US" altLang="zh-CN" sz="1200" dirty="0">
                <a:solidFill>
                  <a:schemeClr val="tx1"/>
                </a:solidFill>
                <a:latin typeface="华文宋体" panose="02010600040101010101" pitchFamily="2" charset="-122"/>
                <a:ea typeface="华文宋体" panose="02010600040101010101" pitchFamily="2" charset="-122"/>
              </a:rPr>
              <a:t>VLDB</a:t>
            </a:r>
            <a:r>
              <a:rPr lang="zh-CN" altLang="en-US" sz="1200" dirty="0">
                <a:solidFill>
                  <a:schemeClr val="tx1"/>
                </a:solidFill>
                <a:latin typeface="华文宋体" panose="02010600040101010101" pitchFamily="2" charset="-122"/>
                <a:ea typeface="华文宋体" panose="02010600040101010101" pitchFamily="2" charset="-122"/>
              </a:rPr>
              <a:t>上。他曾两次参加</a:t>
            </a:r>
            <a:r>
              <a:rPr lang="en-US" altLang="zh-CN" sz="1200" dirty="0">
                <a:solidFill>
                  <a:schemeClr val="tx1"/>
                </a:solidFill>
                <a:latin typeface="华文宋体" panose="02010600040101010101" pitchFamily="2" charset="-122"/>
                <a:ea typeface="华文宋体" panose="02010600040101010101" pitchFamily="2" charset="-122"/>
              </a:rPr>
              <a:t>ICPC</a:t>
            </a:r>
            <a:r>
              <a:rPr lang="zh-CN" altLang="en-US" sz="1200" dirty="0">
                <a:solidFill>
                  <a:schemeClr val="tx1"/>
                </a:solidFill>
                <a:latin typeface="华文宋体" panose="02010600040101010101" pitchFamily="2" charset="-122"/>
                <a:ea typeface="华文宋体" panose="02010600040101010101" pitchFamily="2" charset="-122"/>
              </a:rPr>
              <a:t>世界总决赛，曾获得两次</a:t>
            </a:r>
            <a:r>
              <a:rPr lang="en-US" altLang="zh-CN" sz="1200" dirty="0">
                <a:solidFill>
                  <a:schemeClr val="tx1"/>
                </a:solidFill>
                <a:latin typeface="华文宋体" panose="02010600040101010101" pitchFamily="2" charset="-122"/>
                <a:ea typeface="华文宋体" panose="02010600040101010101" pitchFamily="2" charset="-122"/>
              </a:rPr>
              <a:t>ICPC</a:t>
            </a:r>
            <a:r>
              <a:rPr lang="zh-CN" altLang="en-US" sz="1200" dirty="0">
                <a:solidFill>
                  <a:schemeClr val="tx1"/>
                </a:solidFill>
                <a:latin typeface="华文宋体" panose="02010600040101010101" pitchFamily="2" charset="-122"/>
                <a:ea typeface="华文宋体" panose="02010600040101010101" pitchFamily="2" charset="-122"/>
              </a:rPr>
              <a:t>区域赛冠和十二次金奖。他曾担任包含中国区决赛在内多场</a:t>
            </a:r>
            <a:r>
              <a:rPr lang="en-US" altLang="zh-CN" sz="1200" dirty="0">
                <a:solidFill>
                  <a:schemeClr val="tx1"/>
                </a:solidFill>
                <a:latin typeface="华文宋体" panose="02010600040101010101" pitchFamily="2" charset="-122"/>
                <a:ea typeface="华文宋体" panose="02010600040101010101" pitchFamily="2" charset="-122"/>
              </a:rPr>
              <a:t>ICPC</a:t>
            </a:r>
            <a:r>
              <a:rPr lang="zh-CN" altLang="en-US" sz="1200" dirty="0">
                <a:solidFill>
                  <a:schemeClr val="tx1"/>
                </a:solidFill>
                <a:latin typeface="华文宋体" panose="02010600040101010101" pitchFamily="2" charset="-122"/>
                <a:ea typeface="华文宋体" panose="02010600040101010101" pitchFamily="2" charset="-122"/>
              </a:rPr>
              <a:t>亚洲区域赛的命题负责人、裁判长；曾担任佐治亚理工学院校队教练及北美程序设计训练营</a:t>
            </a:r>
            <a:r>
              <a:rPr lang="en-US" altLang="zh-CN" sz="1200" dirty="0">
                <a:solidFill>
                  <a:schemeClr val="tx1"/>
                </a:solidFill>
                <a:latin typeface="华文宋体" panose="02010600040101010101" pitchFamily="2" charset="-122"/>
                <a:ea typeface="华文宋体" panose="02010600040101010101" pitchFamily="2" charset="-122"/>
              </a:rPr>
              <a:t>(NAPC)</a:t>
            </a:r>
            <a:r>
              <a:rPr lang="zh-CN" altLang="en-US" sz="1200" dirty="0">
                <a:solidFill>
                  <a:schemeClr val="tx1"/>
                </a:solidFill>
                <a:latin typeface="华文宋体" panose="02010600040101010101" pitchFamily="2" charset="-122"/>
                <a:ea typeface="华文宋体" panose="02010600040101010101" pitchFamily="2" charset="-122"/>
              </a:rPr>
              <a:t>等训练营教练。他是</a:t>
            </a:r>
            <a:r>
              <a:rPr lang="en-US" altLang="zh-CN" sz="1200" dirty="0">
                <a:solidFill>
                  <a:schemeClr val="tx1"/>
                </a:solidFill>
                <a:latin typeface="华文宋体" panose="02010600040101010101" pitchFamily="2" charset="-122"/>
                <a:ea typeface="华文宋体" panose="02010600040101010101" pitchFamily="2" charset="-122"/>
              </a:rPr>
              <a:t>Universal Cup</a:t>
            </a:r>
            <a:r>
              <a:rPr lang="zh-CN" altLang="en-US" sz="1200" dirty="0">
                <a:solidFill>
                  <a:schemeClr val="tx1"/>
                </a:solidFill>
                <a:latin typeface="华文宋体" panose="02010600040101010101" pitchFamily="2" charset="-122"/>
                <a:ea typeface="华文宋体" panose="02010600040101010101" pitchFamily="2" charset="-122"/>
              </a:rPr>
              <a:t>的创始人和联合主席。</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B87B5-8246-D9EA-152F-3FD435C4576E}"/>
            </a:ext>
          </a:extLst>
        </p:cNvPr>
        <p:cNvGrpSpPr/>
        <p:nvPr/>
      </p:nvGrpSpPr>
      <p:grpSpPr>
        <a:xfrm>
          <a:off x="0" y="0"/>
          <a:ext cx="0" cy="0"/>
          <a:chOff x="0" y="0"/>
          <a:chExt cx="0" cy="0"/>
        </a:xfrm>
      </p:grpSpPr>
      <p:grpSp>
        <p:nvGrpSpPr>
          <p:cNvPr id="654" name="组合 6">
            <a:extLst>
              <a:ext uri="{FF2B5EF4-FFF2-40B4-BE49-F238E27FC236}">
                <a16:creationId xmlns:a16="http://schemas.microsoft.com/office/drawing/2014/main" id="{58D55FCF-5291-188E-DAA3-02871AB9C2F0}"/>
              </a:ext>
            </a:extLst>
          </p:cNvPr>
          <p:cNvGrpSpPr/>
          <p:nvPr/>
        </p:nvGrpSpPr>
        <p:grpSpPr>
          <a:xfrm>
            <a:off x="0" y="378848"/>
            <a:ext cx="7549923" cy="9999797"/>
            <a:chOff x="9752" y="255633"/>
            <a:chExt cx="7549923" cy="9999797"/>
          </a:xfrm>
        </p:grpSpPr>
        <p:pic>
          <p:nvPicPr>
            <p:cNvPr id="655" name="图片 7">
              <a:extLst>
                <a:ext uri="{FF2B5EF4-FFF2-40B4-BE49-F238E27FC236}">
                  <a16:creationId xmlns:a16="http://schemas.microsoft.com/office/drawing/2014/main" id="{AF1CD5BF-7A53-AD95-04B8-571E5F357505}"/>
                </a:ext>
              </a:extLst>
            </p:cNvPr>
            <p:cNvPicPr>
              <a:picLocks noChangeAspect="1"/>
            </p:cNvPicPr>
            <p:nvPr/>
          </p:nvPicPr>
          <p:blipFill>
            <a:blip r:embed="rId2"/>
            <a:srcRect r="1505"/>
            <a:stretch/>
          </p:blipFill>
          <p:spPr>
            <a:xfrm>
              <a:off x="9752" y="255633"/>
              <a:ext cx="7549923" cy="9999797"/>
            </a:xfrm>
            <a:prstGeom prst="rect">
              <a:avLst/>
            </a:prstGeom>
          </p:spPr>
        </p:pic>
        <p:pic>
          <p:nvPicPr>
            <p:cNvPr id="656" name="图片 9">
              <a:extLst>
                <a:ext uri="{FF2B5EF4-FFF2-40B4-BE49-F238E27FC236}">
                  <a16:creationId xmlns:a16="http://schemas.microsoft.com/office/drawing/2014/main" id="{9721D301-F9A2-6BEF-8B5D-659C0EC1D086}"/>
                </a:ext>
              </a:extLst>
            </p:cNvPr>
            <p:cNvPicPr>
              <a:picLocks noChangeAspect="1"/>
            </p:cNvPicPr>
            <p:nvPr/>
          </p:nvPicPr>
          <p:blipFill>
            <a:blip r:embed="rId3"/>
            <a:stretch>
              <a:fillRect/>
            </a:stretch>
          </p:blipFill>
          <p:spPr>
            <a:xfrm>
              <a:off x="2733503" y="958361"/>
              <a:ext cx="4803852" cy="183897"/>
            </a:xfrm>
            <a:prstGeom prst="rect">
              <a:avLst/>
            </a:prstGeom>
          </p:spPr>
        </p:pic>
        <p:pic>
          <p:nvPicPr>
            <p:cNvPr id="657" name="图片 12">
              <a:extLst>
                <a:ext uri="{FF2B5EF4-FFF2-40B4-BE49-F238E27FC236}">
                  <a16:creationId xmlns:a16="http://schemas.microsoft.com/office/drawing/2014/main" id="{5DD27D0D-68C0-9007-8A26-FA3B92F81E0C}"/>
                </a:ext>
              </a:extLst>
            </p:cNvPr>
            <p:cNvPicPr>
              <a:picLocks noChangeAspect="1"/>
            </p:cNvPicPr>
            <p:nvPr/>
          </p:nvPicPr>
          <p:blipFill>
            <a:blip r:embed="rId4"/>
            <a:stretch>
              <a:fillRect/>
            </a:stretch>
          </p:blipFill>
          <p:spPr>
            <a:xfrm>
              <a:off x="2955317" y="489607"/>
              <a:ext cx="4480144" cy="476842"/>
            </a:xfrm>
            <a:prstGeom prst="rect">
              <a:avLst/>
            </a:prstGeom>
          </p:spPr>
        </p:pic>
      </p:grpSp>
      <p:pic>
        <p:nvPicPr>
          <p:cNvPr id="2" name="图片 18">
            <a:extLst>
              <a:ext uri="{FF2B5EF4-FFF2-40B4-BE49-F238E27FC236}">
                <a16:creationId xmlns:a16="http://schemas.microsoft.com/office/drawing/2014/main" id="{57DD76E7-139A-02A6-57A5-77F77D2877B8}"/>
              </a:ext>
            </a:extLst>
          </p:cNvPr>
          <p:cNvPicPr>
            <a:picLocks noChangeAspect="1"/>
          </p:cNvPicPr>
          <p:nvPr/>
        </p:nvPicPr>
        <p:blipFill>
          <a:blip r:embed="rId5" cstate="print"/>
          <a:stretch>
            <a:fillRect/>
          </a:stretch>
        </p:blipFill>
        <p:spPr>
          <a:xfrm>
            <a:off x="-401919" y="196268"/>
            <a:ext cx="6637825" cy="925594"/>
          </a:xfrm>
          <a:prstGeom prst="rect">
            <a:avLst/>
          </a:prstGeom>
        </p:spPr>
      </p:pic>
      <p:sp>
        <p:nvSpPr>
          <p:cNvPr id="3" name="Title Placeholder 1">
            <a:extLst>
              <a:ext uri="{FF2B5EF4-FFF2-40B4-BE49-F238E27FC236}">
                <a16:creationId xmlns:a16="http://schemas.microsoft.com/office/drawing/2014/main" id="{DEA4A910-22EF-CB06-D766-BC0F28FB98BF}"/>
              </a:ext>
            </a:extLst>
          </p:cNvPr>
          <p:cNvSpPr txBox="1"/>
          <p:nvPr/>
        </p:nvSpPr>
        <p:spPr>
          <a:xfrm>
            <a:off x="594000" y="955534"/>
            <a:ext cx="4168132" cy="1043704"/>
          </a:xfrm>
          <a:prstGeom prst="rect">
            <a:avLst/>
          </a:prstGeom>
        </p:spPr>
        <p:txBody>
          <a:bodyPr/>
          <a:lstStyle/>
          <a:p>
            <a:r>
              <a:rPr lang="en-US" sz="3600" dirty="0" err="1"/>
              <a:t>历任队长</a:t>
            </a:r>
          </a:p>
        </p:txBody>
      </p:sp>
      <p:cxnSp>
        <p:nvCxnSpPr>
          <p:cNvPr id="4" name="图形">
            <a:extLst>
              <a:ext uri="{FF2B5EF4-FFF2-40B4-BE49-F238E27FC236}">
                <a16:creationId xmlns:a16="http://schemas.microsoft.com/office/drawing/2014/main" id="{4BB10A2D-A69D-828F-5A00-1B97B5E9E3A6}"/>
              </a:ext>
            </a:extLst>
          </p:cNvPr>
          <p:cNvCxnSpPr>
            <a:cxnSpLocks/>
          </p:cNvCxnSpPr>
          <p:nvPr/>
        </p:nvCxnSpPr>
        <p:spPr>
          <a:xfrm>
            <a:off x="468000" y="1180386"/>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nvGrpSpPr>
          <p:cNvPr id="5" name="组合 4">
            <a:extLst>
              <a:ext uri="{FF2B5EF4-FFF2-40B4-BE49-F238E27FC236}">
                <a16:creationId xmlns:a16="http://schemas.microsoft.com/office/drawing/2014/main" id="{716CBDA7-AD7D-4DEE-88E4-DC7EA20A5875}"/>
              </a:ext>
            </a:extLst>
          </p:cNvPr>
          <p:cNvGrpSpPr/>
          <p:nvPr/>
        </p:nvGrpSpPr>
        <p:grpSpPr>
          <a:xfrm>
            <a:off x="-10000000" y="-10000000"/>
            <a:ext cx="0" cy="0"/>
            <a:chOff x="346291" y="8173265"/>
            <a:chExt cx="6967411" cy="1486230"/>
          </a:xfrm>
        </p:grpSpPr>
        <p:sp>
          <p:nvSpPr>
            <p:cNvPr id="6" name="矩形 1">
              <a:extLst>
                <a:ext uri="{FF2B5EF4-FFF2-40B4-BE49-F238E27FC236}">
                  <a16:creationId xmlns:a16="http://schemas.microsoft.com/office/drawing/2014/main" id="{3F1D06A5-3375-75BC-095D-F3B0D11CE997}"/>
                </a:ext>
              </a:extLst>
            </p:cNvPr>
            <p:cNvSpPr/>
            <p:nvPr/>
          </p:nvSpPr>
          <p:spPr>
            <a:xfrm rot="5400000" flipH="1">
              <a:off x="3086882" y="5432674"/>
              <a:ext cx="1486230" cy="6967411"/>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7"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a:extLst>
                <a:ext uri="{FF2B5EF4-FFF2-40B4-BE49-F238E27FC236}">
                  <a16:creationId xmlns:a16="http://schemas.microsoft.com/office/drawing/2014/main" id="{15AACFE2-317C-AA31-32D2-EF3A083182FC}"/>
                </a:ext>
              </a:extLst>
            </p:cNvPr>
            <p:cNvSpPr txBox="1"/>
            <p:nvPr/>
          </p:nvSpPr>
          <p:spPr>
            <a:xfrm>
              <a:off x="1982708" y="8226065"/>
              <a:ext cx="5065685" cy="1334917"/>
            </a:xfrm>
            <a:prstGeom prst="rect">
              <a:avLst/>
            </a:prstGeom>
            <a:ln w="12700">
              <a:miter lim="400000"/>
            </a:ln>
          </p:spPr>
          <p:txBody>
            <a:bodyPr/>
            <a:lstStyle/>
            <a:p>
              <a:pPr algn="l">
                <a:lnSpc>
                  <a:spcPct val="125000"/>
                </a:lnSpc>
              </a:pPr>
              <a:r>
                <a:rPr sz="1280" lang="zh-CN"/>
                <a:t/>
              </a:r>
            </a:p>
          </p:txBody>
        </p:sp>
        <p:pic>
          <p:nvPicPr>
            <p:cNvPr id="8" name="图片 7" descr="mqy">
              <a:extLst>
                <a:ext uri="{FF2B5EF4-FFF2-40B4-BE49-F238E27FC236}">
                  <a16:creationId xmlns:a16="http://schemas.microsoft.com/office/drawing/2014/main" id="{12A62A0E-EFE1-86BD-8707-BD9BDC5F26E5}"/>
                </a:ext>
              </a:extLst>
            </p:cNvPr>
            <p:cNvPicPr>
              <a:picLocks noChangeAspect="1"/>
            </p:cNvPicPr>
            <p:nvPr/>
          </p:nvPicPr>
          <p:blipFill rotWithShape="1">
            <a:blip r:embed="rId6"/>
            <a:srcRect l="4621" t="3562" r="4108" b="6784"/>
            <a:stretch/>
          </p:blipFill>
          <p:spPr>
            <a:xfrm>
              <a:off x="761259" y="8184834"/>
              <a:ext cx="995565" cy="1406857"/>
            </a:xfrm>
            <a:prstGeom prst="rect">
              <a:avLst/>
            </a:prstGeom>
          </p:spPr>
        </p:pic>
        <p:cxnSp>
          <p:nvCxnSpPr>
            <p:cNvPr id="9" name="图形">
              <a:extLst>
                <a:ext uri="{FF2B5EF4-FFF2-40B4-BE49-F238E27FC236}">
                  <a16:creationId xmlns:a16="http://schemas.microsoft.com/office/drawing/2014/main" id="{82E171DA-0405-D10D-5E1C-E4AD08CA8215}"/>
                </a:ext>
              </a:extLst>
            </p:cNvPr>
            <p:cNvCxnSpPr>
              <a:cxnSpLocks/>
            </p:cNvCxnSpPr>
            <p:nvPr/>
          </p:nvCxnSpPr>
          <p:spPr>
            <a:xfrm>
              <a:off x="2056478" y="8594058"/>
              <a:ext cx="559031"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10" name="组合 9">
            <a:extLst>
              <a:ext uri="{FF2B5EF4-FFF2-40B4-BE49-F238E27FC236}">
                <a16:creationId xmlns:a16="http://schemas.microsoft.com/office/drawing/2014/main" id="{1F4F1BA0-DF2A-11D3-7EBB-802813BAAECE}"/>
              </a:ext>
            </a:extLst>
          </p:cNvPr>
          <p:cNvGrpSpPr/>
          <p:nvPr/>
        </p:nvGrpSpPr>
        <p:grpSpPr>
          <a:xfrm>
            <a:off x="434968" y="5124665"/>
            <a:ext cx="6954557" cy="1482652"/>
            <a:chOff x="346291" y="5155661"/>
            <a:chExt cx="6967409" cy="1482652"/>
          </a:xfrm>
        </p:grpSpPr>
        <p:sp>
          <p:nvSpPr>
            <p:cNvPr id="11" name="矩形 3">
              <a:extLst>
                <a:ext uri="{FF2B5EF4-FFF2-40B4-BE49-F238E27FC236}">
                  <a16:creationId xmlns:a16="http://schemas.microsoft.com/office/drawing/2014/main" id="{EDDC6E2A-997F-380B-DB21-8F4B05679DB3}"/>
                </a:ext>
              </a:extLst>
            </p:cNvPr>
            <p:cNvSpPr/>
            <p:nvPr/>
          </p:nvSpPr>
          <p:spPr>
            <a:xfrm rot="5400000" flipH="1">
              <a:off x="3088670" y="2413282"/>
              <a:ext cx="1482652" cy="6967409"/>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pic>
          <p:nvPicPr>
            <p:cNvPr id="13" name="Picture 5" descr="A person wearing a white shirt  Description automatically generated with medium confidence">
              <a:extLst>
                <a:ext uri="{FF2B5EF4-FFF2-40B4-BE49-F238E27FC236}">
                  <a16:creationId xmlns:a16="http://schemas.microsoft.com/office/drawing/2014/main" id="{554D0507-AD02-3BEA-9012-1EA393B31DB8}"/>
                </a:ext>
              </a:extLst>
            </p:cNvPr>
            <p:cNvPicPr>
              <a:picLocks noChangeAspect="1"/>
            </p:cNvPicPr>
            <p:nvPr/>
          </p:nvPicPr>
          <p:blipFill rotWithShape="1">
            <a:blip r:embed="rId13" cstate="print"/>
            <a:stretch/>
          </p:blipFill>
          <p:spPr>
            <a:xfrm>
              <a:off x="761260" y="5176992"/>
              <a:ext cx="992384" cy="1402362"/>
            </a:xfrm>
            <a:prstGeom prst="rect">
              <a:avLst/>
            </a:prstGeom>
          </p:spPr>
        </p:pic>
        <p:sp>
          <p:nvSpPr>
            <p:cNvPr id="22" name="贺品嘉教授主要研究兴趣包括软件工程、程序设计语言、系统软件、自然语言处理。发表ICSE, ESEC/FSE, OSDI等论文近30篇，谷歌学术引用超2200次，领导的的LogPAI项目在GitHub上被star超过3000次，被下载7万余次。">
              <a:extLst>
                <a:ext uri="{FF2B5EF4-FFF2-40B4-BE49-F238E27FC236}">
                  <a16:creationId xmlns:a16="http://schemas.microsoft.com/office/drawing/2014/main" id="{29E850A6-2D6D-3E2B-CE22-CA4A1094C859}"/>
                </a:ext>
              </a:extLst>
            </p:cNvPr>
            <p:cNvSpPr txBox="1"/>
            <p:nvPr/>
          </p:nvSpPr>
          <p:spPr>
            <a:xfrm>
              <a:off x="1998771" y="5220763"/>
              <a:ext cx="5041399" cy="1334917"/>
            </a:xfrm>
            <a:prstGeom prst="rect">
              <a:avLst/>
            </a:prstGeom>
            <a:ln w="12700">
              <a:miter lim="400000"/>
            </a:ln>
          </p:spPr>
          <p:txBody>
            <a:bodyPr/>
            <a:lstStyle/>
            <a:p>
              <a:pPr algn="l">
                <a:lnSpc>
                  <a:spcPct val="125000"/>
                </a:lnSpc>
              </a:pPr>
              <a:r>
                <a:rPr sz="1280" lang="zh-CN"/>
                <a:t>孙悠然</a:t>
              </a:r>
            </a:p>
            <a:p>
              <a:pPr algn="l">
                <a:lnSpc>
                  <a:spcPct val="125000"/>
                </a:lnSpc>
              </a:pPr>
              <a:r>
                <a:rPr sz="1280" lang="zh-CN"/>
                <a:t/>
              </a:r>
            </a:p>
            <a:p>
              <a:pPr algn="l">
                <a:lnSpc>
                  <a:spcPct val="125000"/>
                </a:lnSpc>
              </a:pPr>
              <a:r>
                <a:rPr sz="1280" lang="zh-CN"/>
                <a:t>数据科学学院，2023级学生</a:t>
              </a:r>
            </a:p>
            <a:p>
              <a:pPr algn="l">
                <a:lnSpc>
                  <a:spcPct val="125000"/>
                </a:lnSpc>
              </a:pPr>
              <a:r>
                <a:rPr sz="1280" lang="zh-CN"/>
                <a:t>代表成绩：2024 CCPC 郑州站季军，2024 ICPC 亚洲区决赛金奖</a:t>
              </a:r>
            </a:p>
            <a:p>
              <a:pPr algn="l">
                <a:lnSpc>
                  <a:spcPct val="125000"/>
                </a:lnSpc>
              </a:pPr>
              <a:r>
                <a:rPr sz="1280" lang="zh-CN"/>
                <a:t>任期：2024.05-2026.05</a:t>
              </a:r>
            </a:p>
          </p:txBody>
        </p:sp>
        <p:cxnSp>
          <p:nvCxnSpPr>
            <p:cNvPr id="23" name="图形">
              <a:extLst>
                <a:ext uri="{FF2B5EF4-FFF2-40B4-BE49-F238E27FC236}">
                  <a16:creationId xmlns:a16="http://schemas.microsoft.com/office/drawing/2014/main" id="{F36FAA9B-C978-3684-DC14-6D2C197C3EFB}"/>
                </a:ext>
              </a:extLst>
            </p:cNvPr>
            <p:cNvCxnSpPr>
              <a:cxnSpLocks/>
            </p:cNvCxnSpPr>
            <p:nvPr/>
          </p:nvCxnSpPr>
          <p:spPr>
            <a:xfrm>
              <a:off x="2056478" y="5569693"/>
              <a:ext cx="559031"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24" name="组合 23">
            <a:extLst>
              <a:ext uri="{FF2B5EF4-FFF2-40B4-BE49-F238E27FC236}">
                <a16:creationId xmlns:a16="http://schemas.microsoft.com/office/drawing/2014/main" id="{E291B0D1-4678-DD98-491C-B8822D187A04}"/>
              </a:ext>
            </a:extLst>
          </p:cNvPr>
          <p:cNvGrpSpPr/>
          <p:nvPr/>
        </p:nvGrpSpPr>
        <p:grpSpPr>
          <a:xfrm>
            <a:off x="-10000000" y="-10000000"/>
            <a:ext cx="0" cy="0"/>
            <a:chOff x="356047" y="6671790"/>
            <a:chExt cx="6957653" cy="1494698"/>
          </a:xfrm>
        </p:grpSpPr>
        <p:sp>
          <p:nvSpPr>
            <p:cNvPr id="25" name="矩形 5">
              <a:extLst>
                <a:ext uri="{FF2B5EF4-FFF2-40B4-BE49-F238E27FC236}">
                  <a16:creationId xmlns:a16="http://schemas.microsoft.com/office/drawing/2014/main" id="{49172C67-F06A-4CAA-6455-759057646D69}"/>
                </a:ext>
              </a:extLst>
            </p:cNvPr>
            <p:cNvSpPr/>
            <p:nvPr/>
          </p:nvSpPr>
          <p:spPr>
            <a:xfrm rot="5400000" flipH="1">
              <a:off x="3087525" y="3940312"/>
              <a:ext cx="1494698" cy="6957653"/>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dirty="0"/>
            </a:p>
          </p:txBody>
        </p:sp>
        <p:pic>
          <p:nvPicPr>
            <p:cNvPr id="26" name="图片 25">
              <a:extLst>
                <a:ext uri="{FF2B5EF4-FFF2-40B4-BE49-F238E27FC236}">
                  <a16:creationId xmlns:a16="http://schemas.microsoft.com/office/drawing/2014/main" id="{197BC647-295B-751C-3E16-919202738D9A}"/>
                </a:ext>
              </a:extLst>
            </p:cNvPr>
            <p:cNvPicPr>
              <a:picLocks noChangeAspect="1"/>
            </p:cNvPicPr>
            <p:nvPr/>
          </p:nvPicPr>
          <p:blipFill rotWithShape="1">
            <a:blip r:embed="rId8" cstate="print"/>
            <a:srcRect l="11604" t="7955" r="11604" b="7955"/>
            <a:stretch/>
          </p:blipFill>
          <p:spPr>
            <a:xfrm>
              <a:off x="761260" y="6677007"/>
              <a:ext cx="992384" cy="1402362"/>
            </a:xfrm>
            <a:prstGeom prst="rect">
              <a:avLst/>
            </a:prstGeom>
          </p:spPr>
        </p:pic>
        <p:sp>
          <p:nvSpPr>
            <p:cNvPr id="27"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a:extLst>
                <a:ext uri="{FF2B5EF4-FFF2-40B4-BE49-F238E27FC236}">
                  <a16:creationId xmlns:a16="http://schemas.microsoft.com/office/drawing/2014/main" id="{F223B9F9-232F-0593-62C3-41B7F2837BF2}"/>
                </a:ext>
              </a:extLst>
            </p:cNvPr>
            <p:cNvSpPr txBox="1"/>
            <p:nvPr/>
          </p:nvSpPr>
          <p:spPr>
            <a:xfrm>
              <a:off x="2009066" y="6735337"/>
              <a:ext cx="4966178" cy="1046377"/>
            </a:xfrm>
            <a:prstGeom prst="rect">
              <a:avLst/>
            </a:prstGeom>
            <a:ln w="12700">
              <a:miter lim="400000"/>
            </a:ln>
          </p:spPr>
          <p:txBody>
            <a:bodyPr/>
            <a:lstStyle/>
            <a:p>
              <a:pPr algn="l">
                <a:lnSpc>
                  <a:spcPct val="125000"/>
                </a:lnSpc>
              </a:pPr>
              <a:r>
                <a:rPr sz="1280" lang="zh-CN"/>
                <a:t/>
              </a:r>
            </a:p>
          </p:txBody>
        </p:sp>
        <p:cxnSp>
          <p:nvCxnSpPr>
            <p:cNvPr id="28" name="图形">
              <a:extLst>
                <a:ext uri="{FF2B5EF4-FFF2-40B4-BE49-F238E27FC236}">
                  <a16:creationId xmlns:a16="http://schemas.microsoft.com/office/drawing/2014/main" id="{58652E62-6E0D-B887-073C-EF4FF8DA56CF}"/>
                </a:ext>
              </a:extLst>
            </p:cNvPr>
            <p:cNvCxnSpPr>
              <a:cxnSpLocks/>
            </p:cNvCxnSpPr>
            <p:nvPr/>
          </p:nvCxnSpPr>
          <p:spPr>
            <a:xfrm>
              <a:off x="2066234" y="7082632"/>
              <a:ext cx="559031"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29" name="组合 28">
            <a:extLst>
              <a:ext uri="{FF2B5EF4-FFF2-40B4-BE49-F238E27FC236}">
                <a16:creationId xmlns:a16="http://schemas.microsoft.com/office/drawing/2014/main" id="{0E72DF3A-F4CA-94B2-AE95-1C8B204649EC}"/>
              </a:ext>
            </a:extLst>
          </p:cNvPr>
          <p:cNvGrpSpPr/>
          <p:nvPr/>
        </p:nvGrpSpPr>
        <p:grpSpPr>
          <a:xfrm>
            <a:off x="434968" y="1927145"/>
            <a:ext cx="6944822" cy="1500128"/>
            <a:chOff x="346291" y="1927145"/>
            <a:chExt cx="6957656" cy="1500128"/>
          </a:xfrm>
        </p:grpSpPr>
        <p:sp>
          <p:nvSpPr>
            <p:cNvPr id="30" name="矩形 7">
              <a:extLst>
                <a:ext uri="{FF2B5EF4-FFF2-40B4-BE49-F238E27FC236}">
                  <a16:creationId xmlns:a16="http://schemas.microsoft.com/office/drawing/2014/main" id="{C2325C59-DDE3-2896-A98E-824B4C91FF98}"/>
                </a:ext>
              </a:extLst>
            </p:cNvPr>
            <p:cNvSpPr/>
            <p:nvPr/>
          </p:nvSpPr>
          <p:spPr>
            <a:xfrm rot="5400000" flipH="1">
              <a:off x="3075055" y="-801619"/>
              <a:ext cx="1500128" cy="6957656"/>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31"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a:extLst>
                <a:ext uri="{FF2B5EF4-FFF2-40B4-BE49-F238E27FC236}">
                  <a16:creationId xmlns:a16="http://schemas.microsoft.com/office/drawing/2014/main" id="{F57F0B9E-9C04-EB8A-106F-683F7D794397}"/>
                </a:ext>
              </a:extLst>
            </p:cNvPr>
            <p:cNvSpPr txBox="1"/>
            <p:nvPr/>
          </p:nvSpPr>
          <p:spPr>
            <a:xfrm>
              <a:off x="1999310" y="2010712"/>
              <a:ext cx="4966178" cy="1046377"/>
            </a:xfrm>
            <a:prstGeom prst="rect">
              <a:avLst/>
            </a:prstGeom>
            <a:ln w="12700">
              <a:miter lim="400000"/>
            </a:ln>
          </p:spPr>
          <p:txBody>
            <a:bodyPr/>
            <a:lstStyle/>
            <a:p>
              <a:pPr algn="l">
                <a:lnSpc>
                  <a:spcPct val="125000"/>
                </a:lnSpc>
              </a:pPr>
              <a:r>
                <a:rPr sz="1280" lang="zh-CN"/>
                <a:t>周莫非</a:t>
              </a:r>
            </a:p>
            <a:p>
              <a:pPr algn="l">
                <a:lnSpc>
                  <a:spcPct val="125000"/>
                </a:lnSpc>
              </a:pPr>
              <a:r>
                <a:rPr sz="1280" lang="zh-CN"/>
                <a:t/>
              </a:r>
            </a:p>
            <a:p>
              <a:pPr algn="l">
                <a:lnSpc>
                  <a:spcPct val="125000"/>
                </a:lnSpc>
              </a:pPr>
              <a:r>
                <a:rPr sz="1280" lang="zh-CN"/>
                <a:t>数据科学学院，2025级学生</a:t>
              </a:r>
            </a:p>
            <a:p>
              <a:pPr algn="l">
                <a:lnSpc>
                  <a:spcPct val="125000"/>
                </a:lnSpc>
              </a:pPr>
              <a:r>
                <a:rPr sz="1280" lang="zh-CN"/>
                <a:t>代表成绩：2025 ICPC 南京站金牌，2025 ICPC 香港站金牌</a:t>
              </a:r>
            </a:p>
            <a:p>
              <a:pPr algn="l">
                <a:lnSpc>
                  <a:spcPct val="125000"/>
                </a:lnSpc>
              </a:pPr>
              <a:r>
                <a:rPr sz="1280" lang="zh-CN"/>
                <a:t>任期：2026.05 至今</a:t>
              </a:r>
            </a:p>
          </p:txBody>
        </p:sp>
        <p:pic>
          <p:nvPicPr>
            <p:cNvPr id="32" name="图片 31" descr="年轻的男人&#10;&#10;AI 生成的内容可能不正确。">
              <a:extLst>
                <a:ext uri="{FF2B5EF4-FFF2-40B4-BE49-F238E27FC236}">
                  <a16:creationId xmlns:a16="http://schemas.microsoft.com/office/drawing/2014/main" id="{4B4175A7-FA1D-182F-46F4-40D31421376B}"/>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51504" y="1939672"/>
              <a:ext cx="992384" cy="1389165"/>
            </a:xfrm>
            <a:prstGeom prst="rect">
              <a:avLst/>
            </a:prstGeom>
          </p:spPr>
        </p:pic>
        <p:cxnSp>
          <p:nvCxnSpPr>
            <p:cNvPr id="33" name="图形">
              <a:extLst>
                <a:ext uri="{FF2B5EF4-FFF2-40B4-BE49-F238E27FC236}">
                  <a16:creationId xmlns:a16="http://schemas.microsoft.com/office/drawing/2014/main" id="{B3A06754-9757-C037-FEBF-B7708D987220}"/>
                </a:ext>
              </a:extLst>
            </p:cNvPr>
            <p:cNvCxnSpPr>
              <a:cxnSpLocks/>
            </p:cNvCxnSpPr>
            <p:nvPr/>
          </p:nvCxnSpPr>
          <p:spPr>
            <a:xfrm>
              <a:off x="2056478" y="2367459"/>
              <a:ext cx="559031"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34" name="组合 33">
            <a:extLst>
              <a:ext uri="{FF2B5EF4-FFF2-40B4-BE49-F238E27FC236}">
                <a16:creationId xmlns:a16="http://schemas.microsoft.com/office/drawing/2014/main" id="{BB93E401-07AF-A53F-7C62-13B4ACA314E1}"/>
              </a:ext>
            </a:extLst>
          </p:cNvPr>
          <p:cNvGrpSpPr/>
          <p:nvPr/>
        </p:nvGrpSpPr>
        <p:grpSpPr>
          <a:xfrm>
            <a:off x="434968" y="3493435"/>
            <a:ext cx="6954560" cy="1499591"/>
            <a:chOff x="333368" y="3493435"/>
            <a:chExt cx="6967411" cy="1499591"/>
          </a:xfrm>
        </p:grpSpPr>
        <p:sp>
          <p:nvSpPr>
            <p:cNvPr id="35" name="矩形 1">
              <a:extLst>
                <a:ext uri="{FF2B5EF4-FFF2-40B4-BE49-F238E27FC236}">
                  <a16:creationId xmlns:a16="http://schemas.microsoft.com/office/drawing/2014/main" id="{DF26D779-FE02-C33C-00F1-9E29D7E5B2E9}"/>
                </a:ext>
              </a:extLst>
            </p:cNvPr>
            <p:cNvSpPr/>
            <p:nvPr/>
          </p:nvSpPr>
          <p:spPr>
            <a:xfrm rot="5400000" flipH="1">
              <a:off x="3067278" y="759525"/>
              <a:ext cx="1499591" cy="6967411"/>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36"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a:extLst>
                <a:ext uri="{FF2B5EF4-FFF2-40B4-BE49-F238E27FC236}">
                  <a16:creationId xmlns:a16="http://schemas.microsoft.com/office/drawing/2014/main" id="{D0AB103E-E33B-5E35-69FD-CEB7AC3A740A}"/>
                </a:ext>
              </a:extLst>
            </p:cNvPr>
            <p:cNvSpPr txBox="1"/>
            <p:nvPr/>
          </p:nvSpPr>
          <p:spPr>
            <a:xfrm>
              <a:off x="1985848" y="3548827"/>
              <a:ext cx="5049622" cy="1334917"/>
            </a:xfrm>
            <a:prstGeom prst="rect">
              <a:avLst/>
            </a:prstGeom>
            <a:ln w="12700">
              <a:miter lim="400000"/>
            </a:ln>
          </p:spPr>
          <p:txBody>
            <a:bodyPr/>
            <a:lstStyle/>
            <a:p>
              <a:pPr algn="l">
                <a:lnSpc>
                  <a:spcPct val="125000"/>
                </a:lnSpc>
              </a:pPr>
              <a:r>
                <a:rPr sz="1280" lang="zh-CN"/>
                <a:t>何润元</a:t>
              </a:r>
            </a:p>
            <a:p>
              <a:pPr algn="l">
                <a:lnSpc>
                  <a:spcPct val="125000"/>
                </a:lnSpc>
              </a:pPr>
              <a:r>
                <a:rPr sz="1280" lang="zh-CN"/>
                <a:t/>
              </a:r>
            </a:p>
            <a:p>
              <a:pPr algn="l">
                <a:lnSpc>
                  <a:spcPct val="125000"/>
                </a:lnSpc>
              </a:pPr>
              <a:r>
                <a:rPr sz="1280" lang="zh-CN"/>
                <a:t>数据科学学院，2023级学生</a:t>
              </a:r>
            </a:p>
            <a:p>
              <a:pPr algn="l">
                <a:lnSpc>
                  <a:spcPct val="125000"/>
                </a:lnSpc>
              </a:pPr>
              <a:r>
                <a:rPr sz="1280" lang="zh-CN"/>
                <a:t>代表成绩：2023 ICPC 澳门站季军，2024 ICPC 全球总决赛资格</a:t>
              </a:r>
            </a:p>
            <a:p>
              <a:pPr algn="l">
                <a:lnSpc>
                  <a:spcPct val="125000"/>
                </a:lnSpc>
              </a:pPr>
              <a:r>
                <a:rPr sz="1280" lang="zh-CN"/>
                <a:t>任期：2025.01 至今</a:t>
              </a:r>
            </a:p>
          </p:txBody>
        </p:sp>
        <p:pic>
          <p:nvPicPr>
            <p:cNvPr id="37" name="图片 21">
              <a:extLst>
                <a:ext uri="{FF2B5EF4-FFF2-40B4-BE49-F238E27FC236}">
                  <a16:creationId xmlns:a16="http://schemas.microsoft.com/office/drawing/2014/main" id="{195E59A7-E2B7-AE84-221D-91C4B3102F54}"/>
                </a:ext>
              </a:extLst>
            </p:cNvPr>
            <p:cNvPicPr>
              <a:picLocks noChangeAspect="1"/>
            </p:cNvPicPr>
            <p:nvPr/>
          </p:nvPicPr>
          <p:blipFill>
            <a:blip r:embed="rId12" cstate="print"/>
            <a:stretch>
              <a:fillRect/>
            </a:stretch>
          </p:blipFill>
          <p:spPr>
            <a:xfrm>
              <a:off x="761619" y="3496984"/>
              <a:ext cx="982270" cy="1428918"/>
            </a:xfrm>
            <a:prstGeom prst="rect">
              <a:avLst/>
            </a:prstGeom>
          </p:spPr>
        </p:pic>
        <p:cxnSp>
          <p:nvCxnSpPr>
            <p:cNvPr id="38" name="图形">
              <a:extLst>
                <a:ext uri="{FF2B5EF4-FFF2-40B4-BE49-F238E27FC236}">
                  <a16:creationId xmlns:a16="http://schemas.microsoft.com/office/drawing/2014/main" id="{01650428-945D-E47C-98DF-33FF7FBCC18D}"/>
                </a:ext>
              </a:extLst>
            </p:cNvPr>
            <p:cNvCxnSpPr>
              <a:cxnSpLocks/>
            </p:cNvCxnSpPr>
            <p:nvPr/>
          </p:nvCxnSpPr>
          <p:spPr>
            <a:xfrm>
              <a:off x="2043554" y="3894871"/>
              <a:ext cx="559031"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sp>
        <p:nvSpPr>
          <p:cNvPr id="39" name="文本框 20">
            <a:extLst>
              <a:ext uri="{FF2B5EF4-FFF2-40B4-BE49-F238E27FC236}">
                <a16:creationId xmlns:a16="http://schemas.microsoft.com/office/drawing/2014/main" id="{644684DA-A881-CBA2-DA4B-14AE4FAFF56E}"/>
              </a:ext>
            </a:extLst>
          </p:cNvPr>
          <p:cNvSpPr txBox="1"/>
          <p:nvPr/>
        </p:nvSpPr>
        <p:spPr>
          <a:xfrm>
            <a:off x="-1664745" y="9558000"/>
            <a:ext cx="4633521" cy="323165"/>
          </a:xfrm>
          <a:prstGeom prst="rect">
            <a:avLst/>
          </a:prstGeom>
          <a:noFill/>
        </p:spPr>
        <p:txBody>
          <a:bodyPr/>
          <a:lstStyle/>
          <a:p>
            <a:r>
              <a:rPr sz="1500" lang="zh-CN"/>
              <a:t>5</a:t>
            </a:r>
          </a:p>
        </p:txBody>
      </p:sp>
    </p:spTree>
    <p:extLst>
      <p:ext uri="{BB962C8B-B14F-4D97-AF65-F5344CB8AC3E}">
        <p14:creationId xmlns:p14="http://schemas.microsoft.com/office/powerpoint/2010/main" val="2250670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139F7-4993-D1A6-26B1-733F6F1AA6FE}"/>
            </a:ext>
          </a:extLst>
        </p:cNvPr>
        <p:cNvGrpSpPr/>
        <p:nvPr/>
      </p:nvGrpSpPr>
      <p:grpSpPr>
        <a:xfrm>
          <a:off x="0" y="0"/>
          <a:ext cx="0" cy="0"/>
          <a:chOff x="0" y="0"/>
          <a:chExt cx="0" cy="0"/>
        </a:xfrm>
      </p:grpSpPr>
      <p:grpSp>
        <p:nvGrpSpPr>
          <p:cNvPr id="61" name="组合 5">
            <a:extLst>
              <a:ext uri="{FF2B5EF4-FFF2-40B4-BE49-F238E27FC236}">
                <a16:creationId xmlns:a16="http://schemas.microsoft.com/office/drawing/2014/main" id="{92D4C8D5-8FD9-1ECF-143B-DD08C185D7E0}"/>
              </a:ext>
            </a:extLst>
          </p:cNvPr>
          <p:cNvGrpSpPr/>
          <p:nvPr/>
        </p:nvGrpSpPr>
        <p:grpSpPr>
          <a:xfrm>
            <a:off x="9752" y="255633"/>
            <a:ext cx="7549923" cy="9999797"/>
            <a:chOff x="9752" y="255633"/>
            <a:chExt cx="7549923" cy="9999797"/>
          </a:xfrm>
        </p:grpSpPr>
        <p:pic>
          <p:nvPicPr>
            <p:cNvPr id="62" name="图片 6">
              <a:extLst>
                <a:ext uri="{FF2B5EF4-FFF2-40B4-BE49-F238E27FC236}">
                  <a16:creationId xmlns:a16="http://schemas.microsoft.com/office/drawing/2014/main" id="{A470035C-B795-9162-BEAC-3119E339FA9E}"/>
                </a:ext>
              </a:extLst>
            </p:cNvPr>
            <p:cNvPicPr>
              <a:picLocks noChangeAspect="1"/>
            </p:cNvPicPr>
            <p:nvPr/>
          </p:nvPicPr>
          <p:blipFill>
            <a:blip r:embed="rId3"/>
            <a:srcRect r="1505"/>
            <a:stretch/>
          </p:blipFill>
          <p:spPr>
            <a:xfrm>
              <a:off x="9752" y="255633"/>
              <a:ext cx="7549923" cy="9999797"/>
            </a:xfrm>
            <a:prstGeom prst="rect">
              <a:avLst/>
            </a:prstGeom>
          </p:spPr>
        </p:pic>
        <p:pic>
          <p:nvPicPr>
            <p:cNvPr id="63" name="图片 7">
              <a:extLst>
                <a:ext uri="{FF2B5EF4-FFF2-40B4-BE49-F238E27FC236}">
                  <a16:creationId xmlns:a16="http://schemas.microsoft.com/office/drawing/2014/main" id="{4B901FE0-7877-4D7D-18AD-F390F9EB3A90}"/>
                </a:ext>
              </a:extLst>
            </p:cNvPr>
            <p:cNvPicPr>
              <a:picLocks noChangeAspect="1"/>
            </p:cNvPicPr>
            <p:nvPr/>
          </p:nvPicPr>
          <p:blipFill>
            <a:blip r:embed="rId4"/>
            <a:stretch>
              <a:fillRect/>
            </a:stretch>
          </p:blipFill>
          <p:spPr>
            <a:xfrm>
              <a:off x="2733503" y="958361"/>
              <a:ext cx="4803852" cy="183897"/>
            </a:xfrm>
            <a:prstGeom prst="rect">
              <a:avLst/>
            </a:prstGeom>
          </p:spPr>
        </p:pic>
        <p:pic>
          <p:nvPicPr>
            <p:cNvPr id="64" name="图片 8">
              <a:extLst>
                <a:ext uri="{FF2B5EF4-FFF2-40B4-BE49-F238E27FC236}">
                  <a16:creationId xmlns:a16="http://schemas.microsoft.com/office/drawing/2014/main" id="{F682D657-4699-517B-F1B9-496BA7453A0E}"/>
                </a:ext>
              </a:extLst>
            </p:cNvPr>
            <p:cNvPicPr>
              <a:picLocks noChangeAspect="1"/>
            </p:cNvPicPr>
            <p:nvPr/>
          </p:nvPicPr>
          <p:blipFill>
            <a:blip r:embed="rId5"/>
            <a:stretch>
              <a:fillRect/>
            </a:stretch>
          </p:blipFill>
          <p:spPr>
            <a:xfrm>
              <a:off x="2955317" y="489607"/>
              <a:ext cx="4480144" cy="476842"/>
            </a:xfrm>
            <a:prstGeom prst="rect">
              <a:avLst/>
            </a:prstGeom>
          </p:spPr>
        </p:pic>
      </p:grpSp>
      <p:sp>
        <p:nvSpPr>
          <p:cNvPr id="66" name="Title Placeholder 1">
            <a:extLst>
              <a:ext uri="{FF2B5EF4-FFF2-40B4-BE49-F238E27FC236}">
                <a16:creationId xmlns:a16="http://schemas.microsoft.com/office/drawing/2014/main" id="{A928BB6A-A272-8A57-875B-7A96B84FE3FA}"/>
              </a:ext>
            </a:extLst>
          </p:cNvPr>
          <p:cNvSpPr txBox="1"/>
          <p:nvPr/>
        </p:nvSpPr>
        <p:spPr>
          <a:xfrm>
            <a:off x="594000" y="955534"/>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en-US" sz="3200" dirty="0" err="1"/>
              <a:t>全栈式培养</a:t>
            </a:r>
            <a:endParaRPr lang="en-CN" sz="3200"/>
          </a:p>
        </p:txBody>
      </p:sp>
      <p:cxnSp>
        <p:nvCxnSpPr>
          <p:cNvPr id="73" name="图形">
            <a:extLst>
              <a:ext uri="{FF2B5EF4-FFF2-40B4-BE49-F238E27FC236}">
                <a16:creationId xmlns:a16="http://schemas.microsoft.com/office/drawing/2014/main" id="{3092908C-76E0-7B7D-DF22-4941CC7E00BB}"/>
              </a:ext>
            </a:extLst>
          </p:cNvPr>
          <p:cNvCxnSpPr>
            <a:cxnSpLocks/>
          </p:cNvCxnSpPr>
          <p:nvPr/>
        </p:nvCxnSpPr>
        <p:spPr>
          <a:xfrm>
            <a:off x="468000" y="1180386"/>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pic>
        <p:nvPicPr>
          <p:cNvPr id="2" name="图片 29">
            <a:extLst>
              <a:ext uri="{FF2B5EF4-FFF2-40B4-BE49-F238E27FC236}">
                <a16:creationId xmlns:a16="http://schemas.microsoft.com/office/drawing/2014/main" id="{F0421B36-060E-64F3-7BF0-ECE18F33D7F0}"/>
              </a:ext>
            </a:extLst>
          </p:cNvPr>
          <p:cNvPicPr>
            <a:picLocks noChangeAspect="1"/>
          </p:cNvPicPr>
          <p:nvPr/>
        </p:nvPicPr>
        <p:blipFill>
          <a:blip r:embed="rId6" cstate="print"/>
          <a:stretch>
            <a:fillRect/>
          </a:stretch>
        </p:blipFill>
        <p:spPr>
          <a:xfrm>
            <a:off x="1336928" y="196268"/>
            <a:ext cx="6637825" cy="925594"/>
          </a:xfrm>
          <a:prstGeom prst="rect">
            <a:avLst/>
          </a:prstGeom>
        </p:spPr>
      </p:pic>
      <p:sp>
        <p:nvSpPr>
          <p:cNvPr id="30" name="矩形 70">
            <a:extLst>
              <a:ext uri="{FF2B5EF4-FFF2-40B4-BE49-F238E27FC236}">
                <a16:creationId xmlns:a16="http://schemas.microsoft.com/office/drawing/2014/main" id="{011C1827-8F9C-B357-7555-4286FFC7D131}"/>
              </a:ext>
            </a:extLst>
          </p:cNvPr>
          <p:cNvSpPr/>
          <p:nvPr/>
        </p:nvSpPr>
        <p:spPr>
          <a:xfrm rot="10800000">
            <a:off x="-1" y="2197930"/>
            <a:ext cx="7540170" cy="1007726"/>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311" dirty="0"/>
          </a:p>
          <a:p>
            <a:pPr algn="ctr"/>
            <a:endParaRPr lang="en-US" altLang="zh-CN" sz="311" dirty="0"/>
          </a:p>
          <a:p>
            <a:pPr algn="ctr"/>
            <a:endParaRPr lang="en-US" altLang="zh-CN" sz="311" dirty="0"/>
          </a:p>
          <a:p>
            <a:pPr algn="ctr"/>
            <a:endParaRPr lang="en-US" altLang="zh-CN" sz="311" dirty="0"/>
          </a:p>
          <a:p>
            <a:pPr algn="ctr"/>
            <a:endParaRPr lang="en-US" altLang="zh-CN" sz="311" dirty="0"/>
          </a:p>
          <a:p>
            <a:pPr algn="ctr"/>
            <a:endParaRPr lang="en-US" altLang="zh-CN" sz="311" dirty="0"/>
          </a:p>
          <a:p>
            <a:pPr algn="ctr"/>
            <a:endParaRPr lang="en-US" altLang="zh-CN" sz="311" dirty="0"/>
          </a:p>
          <a:p>
            <a:pPr algn="ctr"/>
            <a:endParaRPr lang="en-US" altLang="zh-CN" sz="311" dirty="0"/>
          </a:p>
          <a:p>
            <a:pPr algn="ctr"/>
            <a:endParaRPr lang="en-US" altLang="zh-CN" sz="311" dirty="0"/>
          </a:p>
          <a:p>
            <a:pPr algn="ctr"/>
            <a:endParaRPr lang="zh-CN" altLang="en-US" sz="311" dirty="0"/>
          </a:p>
        </p:txBody>
      </p:sp>
      <p:sp>
        <p:nvSpPr>
          <p:cNvPr id="31" name="文本框 26">
            <a:extLst>
              <a:ext uri="{FF2B5EF4-FFF2-40B4-BE49-F238E27FC236}">
                <a16:creationId xmlns:a16="http://schemas.microsoft.com/office/drawing/2014/main" id="{92CBEF49-9925-6541-568E-0DFEEE61F1C6}"/>
              </a:ext>
            </a:extLst>
          </p:cNvPr>
          <p:cNvSpPr txBox="1"/>
          <p:nvPr/>
        </p:nvSpPr>
        <p:spPr>
          <a:xfrm>
            <a:off x="871093" y="2197930"/>
            <a:ext cx="5827236" cy="925703"/>
          </a:xfrm>
          <a:prstGeom prst="rect">
            <a:avLst/>
          </a:prstGeom>
          <a:noFill/>
        </p:spPr>
        <p:txBody>
          <a:bodyPr wrap="none" rtlCol="0">
            <a:spAutoFit/>
          </a:bodyPr>
          <a:lstStyle/>
          <a:p>
            <a:pPr defTabSz="494172">
              <a:lnSpc>
                <a:spcPct val="125000"/>
              </a:lnSpc>
              <a:spcBef>
                <a:spcPts val="220"/>
              </a:spcBef>
              <a:defRPr sz="1715" b="1"/>
            </a:pPr>
            <a:r>
              <a:rPr lang="zh-CN" altLang="en-US" sz="2200" dirty="0">
                <a:solidFill>
                  <a:srgbClr val="F29624"/>
                </a:solidFill>
                <a:latin typeface="微软雅黑" panose="020B0503020204020204" pitchFamily="34" charset="-122"/>
                <a:ea typeface="微软雅黑" panose="020B0503020204020204" pitchFamily="34" charset="-122"/>
              </a:rPr>
              <a:t>竞赛队秉持全栈式培养理念</a:t>
            </a:r>
            <a:endParaRPr lang="en-US" altLang="zh-CN" sz="2200" dirty="0">
              <a:solidFill>
                <a:srgbClr val="F29624"/>
              </a:solidFill>
              <a:latin typeface="微软雅黑" panose="020B0503020204020204" pitchFamily="34" charset="-122"/>
              <a:ea typeface="微软雅黑" panose="020B0503020204020204" pitchFamily="34" charset="-122"/>
            </a:endParaRPr>
          </a:p>
          <a:p>
            <a:pPr defTabSz="494172">
              <a:lnSpc>
                <a:spcPct val="125000"/>
              </a:lnSpc>
              <a:spcBef>
                <a:spcPts val="220"/>
              </a:spcBef>
              <a:defRPr sz="1715" b="1"/>
            </a:pPr>
            <a:r>
              <a:rPr lang="zh-CN" altLang="en-US" sz="2200" dirty="0">
                <a:solidFill>
                  <a:srgbClr val="F29624"/>
                </a:solidFill>
                <a:latin typeface="微软雅黑" panose="020B0503020204020204" pitchFamily="34" charset="-122"/>
                <a:ea typeface="微软雅黑" panose="020B0503020204020204" pitchFamily="34" charset="-122"/>
              </a:rPr>
              <a:t>为全体队员在校四年期间提供全面成长的机会</a:t>
            </a:r>
            <a:endParaRPr lang="en-US" altLang="zh-CN" sz="2200" dirty="0">
              <a:solidFill>
                <a:srgbClr val="F29624"/>
              </a:solidFill>
              <a:latin typeface="微软雅黑" panose="020B0503020204020204" pitchFamily="34" charset="-122"/>
              <a:ea typeface="微软雅黑" panose="020B0503020204020204" pitchFamily="34" charset="-122"/>
            </a:endParaRPr>
          </a:p>
        </p:txBody>
      </p:sp>
      <p:sp>
        <p:nvSpPr>
          <p:cNvPr id="32" name="2020年9月团队成立">
            <a:extLst>
              <a:ext uri="{FF2B5EF4-FFF2-40B4-BE49-F238E27FC236}">
                <a16:creationId xmlns:a16="http://schemas.microsoft.com/office/drawing/2014/main" id="{D20B1B59-F81B-BB58-AAFA-A2EB9EB90381}"/>
              </a:ext>
            </a:extLst>
          </p:cNvPr>
          <p:cNvSpPr txBox="1"/>
          <p:nvPr/>
        </p:nvSpPr>
        <p:spPr>
          <a:xfrm>
            <a:off x="-107559" y="8818827"/>
            <a:ext cx="2062786" cy="618118"/>
          </a:xfrm>
          <a:prstGeom prst="rect">
            <a:avLst/>
          </a:prstGeom>
          <a:ln w="12700">
            <a:miter lim="400000"/>
          </a:ln>
        </p:spPr>
        <p:txBody>
          <a:bodyPr wrap="square" lIns="50397" rIns="50397">
            <a:spAutoFit/>
          </a:bodyPr>
          <a:lstStyle>
            <a:lvl1pPr>
              <a:spcBef>
                <a:spcPts val="500"/>
              </a:spcBef>
              <a:defRPr sz="1800" b="1">
                <a:solidFill>
                  <a:srgbClr val="002673"/>
                </a:solidFill>
                <a:latin typeface="Times New Roman" panose="02020603050405020304"/>
                <a:ea typeface="Times New Roman" panose="02020603050405020304"/>
                <a:cs typeface="Times New Roman" panose="02020603050405020304"/>
                <a:sym typeface="Times New Roman" panose="02020603050405020304"/>
              </a:defRPr>
            </a:lvl1pPr>
          </a:lstStyle>
          <a:p>
            <a:r>
              <a:rPr lang="zh-CN" altLang="en-US" sz="1500" dirty="0">
                <a:solidFill>
                  <a:schemeClr val="tx1"/>
                </a:solidFill>
                <a:latin typeface="微软雅黑" panose="020B0503020204020204" pitchFamily="34" charset="-122"/>
                <a:ea typeface="微软雅黑" panose="020B0503020204020204" pitchFamily="34" charset="-122"/>
              </a:rPr>
              <a:t>新生入学</a:t>
            </a:r>
            <a:endParaRPr lang="en-US" altLang="zh-CN" sz="1500" dirty="0">
              <a:solidFill>
                <a:schemeClr val="tx1"/>
              </a:solidFill>
              <a:latin typeface="微软雅黑" panose="020B0503020204020204" pitchFamily="34" charset="-122"/>
              <a:ea typeface="微软雅黑" panose="020B0503020204020204" pitchFamily="34" charset="-122"/>
            </a:endParaRPr>
          </a:p>
          <a:p>
            <a:r>
              <a:rPr lang="zh-CN" altLang="en-US" sz="1500" b="0" dirty="0">
                <a:solidFill>
                  <a:schemeClr val="tx1"/>
                </a:solidFill>
                <a:latin typeface="SimSun" panose="02010600030101010101" pitchFamily="2" charset="-122"/>
                <a:ea typeface="SimSun" panose="02010600030101010101" pitchFamily="2" charset="-122"/>
              </a:rPr>
              <a:t>暑期集训</a:t>
            </a:r>
            <a:endParaRPr sz="1500" b="0" dirty="0">
              <a:latin typeface="SimSun" panose="02010600030101010101" pitchFamily="2" charset="-122"/>
              <a:ea typeface="SimSun" panose="02010600030101010101" pitchFamily="2" charset="-122"/>
            </a:endParaRPr>
          </a:p>
        </p:txBody>
      </p:sp>
      <p:sp>
        <p:nvSpPr>
          <p:cNvPr id="33" name="2020年11月 第一次参加程序设计竞赛">
            <a:extLst>
              <a:ext uri="{FF2B5EF4-FFF2-40B4-BE49-F238E27FC236}">
                <a16:creationId xmlns:a16="http://schemas.microsoft.com/office/drawing/2014/main" id="{D5D6B091-567D-47D0-D93A-EA450A5A3716}"/>
              </a:ext>
            </a:extLst>
          </p:cNvPr>
          <p:cNvSpPr txBox="1"/>
          <p:nvPr/>
        </p:nvSpPr>
        <p:spPr>
          <a:xfrm>
            <a:off x="1577044" y="8529654"/>
            <a:ext cx="2801013" cy="913070"/>
          </a:xfrm>
          <a:prstGeom prst="rect">
            <a:avLst/>
          </a:prstGeom>
          <a:ln w="12700">
            <a:miter lim="400000"/>
          </a:ln>
        </p:spPr>
        <p:txBody>
          <a:bodyPr wrap="square" lIns="50397" rIns="50397">
            <a:spAutoFit/>
          </a:bodyPr>
          <a:lstStyle>
            <a:lvl1pPr>
              <a:spcBef>
                <a:spcPts val="500"/>
              </a:spcBef>
              <a:defRPr sz="1800" b="1">
                <a:solidFill>
                  <a:srgbClr val="002673"/>
                </a:solidFill>
                <a:latin typeface="Times New Roman" panose="02020603050405020304"/>
                <a:ea typeface="Times New Roman" panose="02020603050405020304"/>
                <a:cs typeface="Times New Roman" panose="02020603050405020304"/>
                <a:sym typeface="Times New Roman" panose="02020603050405020304"/>
              </a:defRPr>
            </a:lvl1pPr>
          </a:lstStyle>
          <a:p>
            <a:r>
              <a:rPr lang="zh-CN" altLang="en-US" sz="1500" dirty="0">
                <a:solidFill>
                  <a:schemeClr val="tx1"/>
                </a:solidFill>
                <a:latin typeface="微软雅黑" panose="020B0503020204020204" pitchFamily="34" charset="-122"/>
                <a:ea typeface="微软雅黑" panose="020B0503020204020204" pitchFamily="34" charset="-122"/>
              </a:rPr>
              <a:t>大一期间</a:t>
            </a:r>
            <a:endParaRPr lang="en-US" altLang="zh-CN" sz="1500" dirty="0">
              <a:solidFill>
                <a:schemeClr val="tx1"/>
              </a:solidFill>
              <a:latin typeface="微软雅黑" panose="020B0503020204020204" pitchFamily="34" charset="-122"/>
              <a:ea typeface="微软雅黑" panose="020B0503020204020204" pitchFamily="34" charset="-122"/>
            </a:endParaRPr>
          </a:p>
          <a:p>
            <a:r>
              <a:rPr lang="zh-CN" altLang="en-US" sz="1500" b="0" dirty="0">
                <a:solidFill>
                  <a:schemeClr val="tx1"/>
                </a:solidFill>
                <a:latin typeface="华文宋体" panose="02010600040101010101" pitchFamily="2" charset="-122"/>
                <a:ea typeface="华文宋体" panose="02010600040101010101" pitchFamily="2" charset="-122"/>
                <a:sym typeface="Helvetica Neue"/>
              </a:rPr>
              <a:t>组织队员集训</a:t>
            </a:r>
            <a:endParaRPr lang="en-US" altLang="zh-CN" sz="1500" b="0" dirty="0">
              <a:solidFill>
                <a:schemeClr val="tx1"/>
              </a:solidFill>
              <a:latin typeface="华文宋体" panose="02010600040101010101" pitchFamily="2" charset="-122"/>
              <a:ea typeface="华文宋体" panose="02010600040101010101" pitchFamily="2" charset="-122"/>
              <a:sym typeface="Helvetica Neue"/>
            </a:endParaRPr>
          </a:p>
          <a:p>
            <a:r>
              <a:rPr lang="zh-CN" altLang="en-US" sz="1500" b="0" dirty="0">
                <a:solidFill>
                  <a:schemeClr val="tx1"/>
                </a:solidFill>
                <a:latin typeface="华文宋体" panose="02010600040101010101" pitchFamily="2" charset="-122"/>
                <a:ea typeface="华文宋体" panose="02010600040101010101" pitchFamily="2" charset="-122"/>
                <a:sym typeface="Helvetica Neue"/>
              </a:rPr>
              <a:t>参加编程大赛</a:t>
            </a:r>
            <a:endParaRPr sz="1500" b="0" dirty="0">
              <a:solidFill>
                <a:schemeClr val="tx1"/>
              </a:solidFill>
              <a:latin typeface="华文宋体" panose="02010600040101010101" pitchFamily="2" charset="-122"/>
              <a:ea typeface="华文宋体" panose="02010600040101010101" pitchFamily="2" charset="-122"/>
              <a:sym typeface="Helvetica Neue"/>
            </a:endParaRPr>
          </a:p>
        </p:txBody>
      </p:sp>
      <p:grpSp>
        <p:nvGrpSpPr>
          <p:cNvPr id="34" name="组合 11">
            <a:extLst>
              <a:ext uri="{FF2B5EF4-FFF2-40B4-BE49-F238E27FC236}">
                <a16:creationId xmlns:a16="http://schemas.microsoft.com/office/drawing/2014/main" id="{EF475CA3-9061-4DF1-2158-90584FA05895}"/>
              </a:ext>
            </a:extLst>
          </p:cNvPr>
          <p:cNvGrpSpPr/>
          <p:nvPr/>
        </p:nvGrpSpPr>
        <p:grpSpPr>
          <a:xfrm>
            <a:off x="854554" y="8367226"/>
            <a:ext cx="1648911" cy="415617"/>
            <a:chOff x="1571263" y="5376608"/>
            <a:chExt cx="2264935" cy="522466"/>
          </a:xfrm>
          <a:gradFill flip="none" rotWithShape="1">
            <a:gsLst>
              <a:gs pos="0">
                <a:srgbClr val="441D85"/>
              </a:gs>
              <a:gs pos="68000">
                <a:srgbClr val="D8D2F6">
                  <a:lumMod val="100000"/>
                </a:srgbClr>
              </a:gs>
            </a:gsLst>
            <a:lin ang="0" scaled="1"/>
            <a:tileRect/>
          </a:gradFill>
        </p:grpSpPr>
        <p:sp>
          <p:nvSpPr>
            <p:cNvPr id="35" name="圆角矩形">
              <a:extLst>
                <a:ext uri="{FF2B5EF4-FFF2-40B4-BE49-F238E27FC236}">
                  <a16:creationId xmlns:a16="http://schemas.microsoft.com/office/drawing/2014/main" id="{9C54170A-5FDD-0881-7A37-344D8ADC551F}"/>
                </a:ext>
              </a:extLst>
            </p:cNvPr>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36" name="圆形">
              <a:extLst>
                <a:ext uri="{FF2B5EF4-FFF2-40B4-BE49-F238E27FC236}">
                  <a16:creationId xmlns:a16="http://schemas.microsoft.com/office/drawing/2014/main" id="{7EAACCFA-3829-37C7-FF3B-E2CCFF971BE3}"/>
                </a:ext>
              </a:extLst>
            </p:cNvPr>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37" name="组合 14">
            <a:extLst>
              <a:ext uri="{FF2B5EF4-FFF2-40B4-BE49-F238E27FC236}">
                <a16:creationId xmlns:a16="http://schemas.microsoft.com/office/drawing/2014/main" id="{66A7759B-2462-A07F-0BB0-842D94460C46}"/>
              </a:ext>
            </a:extLst>
          </p:cNvPr>
          <p:cNvGrpSpPr/>
          <p:nvPr/>
        </p:nvGrpSpPr>
        <p:grpSpPr>
          <a:xfrm>
            <a:off x="2068438" y="7180831"/>
            <a:ext cx="448741" cy="1596063"/>
            <a:chOff x="3374387" y="3821452"/>
            <a:chExt cx="461811" cy="2070141"/>
          </a:xfrm>
          <a:gradFill>
            <a:gsLst>
              <a:gs pos="66000">
                <a:srgbClr val="D8D2F6"/>
              </a:gs>
              <a:gs pos="0">
                <a:srgbClr val="F29624"/>
              </a:gs>
            </a:gsLst>
            <a:lin ang="16200000" scaled="1"/>
          </a:gradFill>
        </p:grpSpPr>
        <p:sp>
          <p:nvSpPr>
            <p:cNvPr id="38" name="圆角矩形">
              <a:extLst>
                <a:ext uri="{FF2B5EF4-FFF2-40B4-BE49-F238E27FC236}">
                  <a16:creationId xmlns:a16="http://schemas.microsoft.com/office/drawing/2014/main" id="{160D4EE2-77CA-6256-752F-1A79E1C4B8E3}"/>
                </a:ext>
              </a:extLst>
            </p:cNvPr>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39" name="圆形">
              <a:extLst>
                <a:ext uri="{FF2B5EF4-FFF2-40B4-BE49-F238E27FC236}">
                  <a16:creationId xmlns:a16="http://schemas.microsoft.com/office/drawing/2014/main" id="{1D31261E-974E-7A58-9B81-441A7E621EB7}"/>
                </a:ext>
              </a:extLst>
            </p:cNvPr>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40" name="组合 1">
            <a:extLst>
              <a:ext uri="{FF2B5EF4-FFF2-40B4-BE49-F238E27FC236}">
                <a16:creationId xmlns:a16="http://schemas.microsoft.com/office/drawing/2014/main" id="{DDE34DAE-5637-085F-B65A-87BA6D6C3828}"/>
              </a:ext>
            </a:extLst>
          </p:cNvPr>
          <p:cNvGrpSpPr/>
          <p:nvPr/>
        </p:nvGrpSpPr>
        <p:grpSpPr>
          <a:xfrm>
            <a:off x="2059107" y="7123052"/>
            <a:ext cx="1648911" cy="415617"/>
            <a:chOff x="1571263" y="5376608"/>
            <a:chExt cx="2264935" cy="522466"/>
          </a:xfrm>
          <a:gradFill flip="none" rotWithShape="1">
            <a:gsLst>
              <a:gs pos="0">
                <a:srgbClr val="441D85"/>
              </a:gs>
              <a:gs pos="68000">
                <a:srgbClr val="D8D2F6">
                  <a:lumMod val="100000"/>
                </a:srgbClr>
              </a:gs>
            </a:gsLst>
            <a:lin ang="0" scaled="1"/>
            <a:tileRect/>
          </a:gradFill>
        </p:grpSpPr>
        <p:sp>
          <p:nvSpPr>
            <p:cNvPr id="41" name="圆角矩形">
              <a:extLst>
                <a:ext uri="{FF2B5EF4-FFF2-40B4-BE49-F238E27FC236}">
                  <a16:creationId xmlns:a16="http://schemas.microsoft.com/office/drawing/2014/main" id="{70EF0D23-98D4-145C-9D9A-2455EEAD8E28}"/>
                </a:ext>
              </a:extLst>
            </p:cNvPr>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42" name="圆形">
              <a:extLst>
                <a:ext uri="{FF2B5EF4-FFF2-40B4-BE49-F238E27FC236}">
                  <a16:creationId xmlns:a16="http://schemas.microsoft.com/office/drawing/2014/main" id="{17E2E4F5-AB0B-91F2-F998-1AAE758441B0}"/>
                </a:ext>
              </a:extLst>
            </p:cNvPr>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43" name="组合 21">
            <a:extLst>
              <a:ext uri="{FF2B5EF4-FFF2-40B4-BE49-F238E27FC236}">
                <a16:creationId xmlns:a16="http://schemas.microsoft.com/office/drawing/2014/main" id="{129570FD-1397-8C2B-2E06-C9DDB1B19B1A}"/>
              </a:ext>
            </a:extLst>
          </p:cNvPr>
          <p:cNvGrpSpPr/>
          <p:nvPr/>
        </p:nvGrpSpPr>
        <p:grpSpPr>
          <a:xfrm>
            <a:off x="3256058" y="5939250"/>
            <a:ext cx="448741" cy="1596063"/>
            <a:chOff x="3374387" y="3821452"/>
            <a:chExt cx="461811" cy="2070141"/>
          </a:xfrm>
          <a:gradFill>
            <a:gsLst>
              <a:gs pos="66000">
                <a:srgbClr val="D8D2F6"/>
              </a:gs>
              <a:gs pos="0">
                <a:srgbClr val="F29624"/>
              </a:gs>
            </a:gsLst>
            <a:lin ang="16200000" scaled="1"/>
          </a:gradFill>
        </p:grpSpPr>
        <p:sp>
          <p:nvSpPr>
            <p:cNvPr id="44" name="圆角矩形">
              <a:extLst>
                <a:ext uri="{FF2B5EF4-FFF2-40B4-BE49-F238E27FC236}">
                  <a16:creationId xmlns:a16="http://schemas.microsoft.com/office/drawing/2014/main" id="{2E5B8F3A-19F0-937C-5591-E9CFA012B5C1}"/>
                </a:ext>
              </a:extLst>
            </p:cNvPr>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45" name="圆形">
              <a:extLst>
                <a:ext uri="{FF2B5EF4-FFF2-40B4-BE49-F238E27FC236}">
                  <a16:creationId xmlns:a16="http://schemas.microsoft.com/office/drawing/2014/main" id="{AE0B65D0-A907-087D-48C3-63172DC0D3EB}"/>
                </a:ext>
              </a:extLst>
            </p:cNvPr>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46" name="组合 57">
            <a:extLst>
              <a:ext uri="{FF2B5EF4-FFF2-40B4-BE49-F238E27FC236}">
                <a16:creationId xmlns:a16="http://schemas.microsoft.com/office/drawing/2014/main" id="{1908FD21-4D8C-53ED-BDA6-CACCA5AE3168}"/>
              </a:ext>
            </a:extLst>
          </p:cNvPr>
          <p:cNvGrpSpPr/>
          <p:nvPr/>
        </p:nvGrpSpPr>
        <p:grpSpPr>
          <a:xfrm>
            <a:off x="3243037" y="5932840"/>
            <a:ext cx="1648911" cy="415617"/>
            <a:chOff x="1571263" y="5376608"/>
            <a:chExt cx="2264935" cy="522466"/>
          </a:xfrm>
          <a:gradFill flip="none" rotWithShape="1">
            <a:gsLst>
              <a:gs pos="0">
                <a:srgbClr val="441D85"/>
              </a:gs>
              <a:gs pos="68000">
                <a:srgbClr val="D8D2F6">
                  <a:lumMod val="100000"/>
                </a:srgbClr>
              </a:gs>
            </a:gsLst>
            <a:lin ang="0" scaled="1"/>
            <a:tileRect/>
          </a:gradFill>
        </p:grpSpPr>
        <p:sp>
          <p:nvSpPr>
            <p:cNvPr id="47" name="圆角矩形">
              <a:extLst>
                <a:ext uri="{FF2B5EF4-FFF2-40B4-BE49-F238E27FC236}">
                  <a16:creationId xmlns:a16="http://schemas.microsoft.com/office/drawing/2014/main" id="{47ECA7AB-901B-A9E4-F572-31100FD09BDD}"/>
                </a:ext>
              </a:extLst>
            </p:cNvPr>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48" name="圆形">
              <a:extLst>
                <a:ext uri="{FF2B5EF4-FFF2-40B4-BE49-F238E27FC236}">
                  <a16:creationId xmlns:a16="http://schemas.microsoft.com/office/drawing/2014/main" id="{6F56C8E8-052E-4990-A160-F885B4F0B1ED}"/>
                </a:ext>
              </a:extLst>
            </p:cNvPr>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49" name="组合 60">
            <a:extLst>
              <a:ext uri="{FF2B5EF4-FFF2-40B4-BE49-F238E27FC236}">
                <a16:creationId xmlns:a16="http://schemas.microsoft.com/office/drawing/2014/main" id="{2D3550D1-778B-767A-4F0A-E0ED13B851C6}"/>
              </a:ext>
            </a:extLst>
          </p:cNvPr>
          <p:cNvGrpSpPr/>
          <p:nvPr/>
        </p:nvGrpSpPr>
        <p:grpSpPr>
          <a:xfrm>
            <a:off x="4462007" y="4752394"/>
            <a:ext cx="448741" cy="1596063"/>
            <a:chOff x="3374387" y="3821452"/>
            <a:chExt cx="461811" cy="2070141"/>
          </a:xfrm>
          <a:gradFill>
            <a:gsLst>
              <a:gs pos="66000">
                <a:srgbClr val="D8D2F6"/>
              </a:gs>
              <a:gs pos="0">
                <a:srgbClr val="F29624"/>
              </a:gs>
            </a:gsLst>
            <a:lin ang="16200000" scaled="1"/>
          </a:gradFill>
        </p:grpSpPr>
        <p:sp>
          <p:nvSpPr>
            <p:cNvPr id="50" name="圆角矩形">
              <a:extLst>
                <a:ext uri="{FF2B5EF4-FFF2-40B4-BE49-F238E27FC236}">
                  <a16:creationId xmlns:a16="http://schemas.microsoft.com/office/drawing/2014/main" id="{BA601050-65F3-D608-8DFA-930BFDE281AA}"/>
                </a:ext>
              </a:extLst>
            </p:cNvPr>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51" name="圆形">
              <a:extLst>
                <a:ext uri="{FF2B5EF4-FFF2-40B4-BE49-F238E27FC236}">
                  <a16:creationId xmlns:a16="http://schemas.microsoft.com/office/drawing/2014/main" id="{4BF291F8-FF10-72D6-0C70-31B4D8FE3C6A}"/>
                </a:ext>
              </a:extLst>
            </p:cNvPr>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52" name="组合 63">
            <a:extLst>
              <a:ext uri="{FF2B5EF4-FFF2-40B4-BE49-F238E27FC236}">
                <a16:creationId xmlns:a16="http://schemas.microsoft.com/office/drawing/2014/main" id="{4EDE4B1F-5DBD-4401-082D-6DC1C60EB3A7}"/>
              </a:ext>
            </a:extLst>
          </p:cNvPr>
          <p:cNvGrpSpPr/>
          <p:nvPr/>
        </p:nvGrpSpPr>
        <p:grpSpPr>
          <a:xfrm>
            <a:off x="4451988" y="4712739"/>
            <a:ext cx="1648911" cy="415617"/>
            <a:chOff x="1571263" y="5376608"/>
            <a:chExt cx="2264935" cy="522466"/>
          </a:xfrm>
          <a:gradFill flip="none" rotWithShape="1">
            <a:gsLst>
              <a:gs pos="0">
                <a:srgbClr val="441D85"/>
              </a:gs>
              <a:gs pos="68000">
                <a:srgbClr val="D8D2F6">
                  <a:lumMod val="100000"/>
                </a:srgbClr>
              </a:gs>
            </a:gsLst>
            <a:lin ang="0" scaled="1"/>
            <a:tileRect/>
          </a:gradFill>
        </p:grpSpPr>
        <p:sp>
          <p:nvSpPr>
            <p:cNvPr id="53" name="圆角矩形">
              <a:extLst>
                <a:ext uri="{FF2B5EF4-FFF2-40B4-BE49-F238E27FC236}">
                  <a16:creationId xmlns:a16="http://schemas.microsoft.com/office/drawing/2014/main" id="{E5565FF0-4493-5D91-8015-15899616E997}"/>
                </a:ext>
              </a:extLst>
            </p:cNvPr>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54" name="圆形">
              <a:extLst>
                <a:ext uri="{FF2B5EF4-FFF2-40B4-BE49-F238E27FC236}">
                  <a16:creationId xmlns:a16="http://schemas.microsoft.com/office/drawing/2014/main" id="{495F94C6-99FE-93E9-95DB-D3850D0D58AA}"/>
                </a:ext>
              </a:extLst>
            </p:cNvPr>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55" name="组合 66">
            <a:extLst>
              <a:ext uri="{FF2B5EF4-FFF2-40B4-BE49-F238E27FC236}">
                <a16:creationId xmlns:a16="http://schemas.microsoft.com/office/drawing/2014/main" id="{9E6EE8C9-C543-C7CC-CDFC-B8FE627CD962}"/>
              </a:ext>
            </a:extLst>
          </p:cNvPr>
          <p:cNvGrpSpPr/>
          <p:nvPr/>
        </p:nvGrpSpPr>
        <p:grpSpPr>
          <a:xfrm>
            <a:off x="5661538" y="3535819"/>
            <a:ext cx="448741" cy="1596063"/>
            <a:chOff x="3374387" y="3821452"/>
            <a:chExt cx="461811" cy="2070141"/>
          </a:xfrm>
          <a:gradFill>
            <a:gsLst>
              <a:gs pos="66000">
                <a:srgbClr val="D8D2F6"/>
              </a:gs>
              <a:gs pos="0">
                <a:srgbClr val="F29624"/>
              </a:gs>
            </a:gsLst>
            <a:lin ang="16200000" scaled="1"/>
          </a:gradFill>
        </p:grpSpPr>
        <p:sp>
          <p:nvSpPr>
            <p:cNvPr id="56" name="圆角矩形">
              <a:extLst>
                <a:ext uri="{FF2B5EF4-FFF2-40B4-BE49-F238E27FC236}">
                  <a16:creationId xmlns:a16="http://schemas.microsoft.com/office/drawing/2014/main" id="{0A9D5022-F089-ECDC-021F-7E81B717A1DF}"/>
                </a:ext>
              </a:extLst>
            </p:cNvPr>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57" name="圆形">
              <a:extLst>
                <a:ext uri="{FF2B5EF4-FFF2-40B4-BE49-F238E27FC236}">
                  <a16:creationId xmlns:a16="http://schemas.microsoft.com/office/drawing/2014/main" id="{2D905940-ABE8-9C80-B55A-3D05F54787F5}"/>
                </a:ext>
              </a:extLst>
            </p:cNvPr>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sp>
        <p:nvSpPr>
          <p:cNvPr id="58" name="2020年11月 第一次参加程序设计竞赛">
            <a:extLst>
              <a:ext uri="{FF2B5EF4-FFF2-40B4-BE49-F238E27FC236}">
                <a16:creationId xmlns:a16="http://schemas.microsoft.com/office/drawing/2014/main" id="{BFA24814-5080-2821-DBB2-DDAA04E92250}"/>
              </a:ext>
            </a:extLst>
          </p:cNvPr>
          <p:cNvSpPr txBox="1"/>
          <p:nvPr/>
        </p:nvSpPr>
        <p:spPr>
          <a:xfrm>
            <a:off x="2826226" y="7258362"/>
            <a:ext cx="2801013" cy="913070"/>
          </a:xfrm>
          <a:prstGeom prst="rect">
            <a:avLst/>
          </a:prstGeom>
          <a:ln w="12700">
            <a:miter lim="400000"/>
          </a:ln>
        </p:spPr>
        <p:txBody>
          <a:bodyPr wrap="square" lIns="50397" rIns="50397">
            <a:spAutoFit/>
          </a:bodyPr>
          <a:lstStyle>
            <a:lvl1pPr>
              <a:spcBef>
                <a:spcPts val="500"/>
              </a:spcBef>
              <a:defRPr sz="1800" b="1">
                <a:solidFill>
                  <a:srgbClr val="002673"/>
                </a:solidFill>
                <a:latin typeface="Times New Roman" panose="02020603050405020304"/>
                <a:ea typeface="Times New Roman" panose="02020603050405020304"/>
                <a:cs typeface="Times New Roman" panose="02020603050405020304"/>
                <a:sym typeface="Times New Roman" panose="02020603050405020304"/>
              </a:defRPr>
            </a:lvl1pPr>
          </a:lstStyle>
          <a:p>
            <a:r>
              <a:rPr lang="zh-CN" altLang="en-US" sz="1500" dirty="0">
                <a:solidFill>
                  <a:schemeClr val="tx1"/>
                </a:solidFill>
                <a:latin typeface="微软雅黑" panose="020B0503020204020204" pitchFamily="34" charset="-122"/>
                <a:ea typeface="微软雅黑" panose="020B0503020204020204" pitchFamily="34" charset="-122"/>
              </a:rPr>
              <a:t>大二期间</a:t>
            </a:r>
          </a:p>
          <a:p>
            <a:r>
              <a:rPr lang="zh-CN" altLang="en-US" sz="1500" b="0" dirty="0">
                <a:solidFill>
                  <a:schemeClr val="tx1"/>
                </a:solidFill>
                <a:latin typeface="华文宋体" panose="02010600040101010101" pitchFamily="2" charset="-122"/>
                <a:ea typeface="华文宋体" panose="02010600040101010101" pitchFamily="2" charset="-122"/>
                <a:sym typeface="Helvetica Neue"/>
              </a:rPr>
              <a:t>组织队员集训</a:t>
            </a:r>
            <a:endParaRPr lang="en-US" altLang="zh-CN" sz="1500" b="0" dirty="0">
              <a:solidFill>
                <a:schemeClr val="tx1"/>
              </a:solidFill>
              <a:latin typeface="华文宋体" panose="02010600040101010101" pitchFamily="2" charset="-122"/>
              <a:ea typeface="华文宋体" panose="02010600040101010101" pitchFamily="2" charset="-122"/>
              <a:sym typeface="Helvetica Neue"/>
            </a:endParaRPr>
          </a:p>
          <a:p>
            <a:r>
              <a:rPr lang="zh-CN" altLang="en-US" sz="1500" b="0" dirty="0">
                <a:solidFill>
                  <a:schemeClr val="tx1"/>
                </a:solidFill>
                <a:latin typeface="华文宋体" panose="02010600040101010101" pitchFamily="2" charset="-122"/>
                <a:ea typeface="华文宋体" panose="02010600040101010101" pitchFamily="2" charset="-122"/>
                <a:sym typeface="Helvetica Neue"/>
              </a:rPr>
              <a:t>参加编程大赛</a:t>
            </a:r>
          </a:p>
        </p:txBody>
      </p:sp>
      <p:sp>
        <p:nvSpPr>
          <p:cNvPr id="59" name="2020年11月 第一次参加程序设计竞赛">
            <a:extLst>
              <a:ext uri="{FF2B5EF4-FFF2-40B4-BE49-F238E27FC236}">
                <a16:creationId xmlns:a16="http://schemas.microsoft.com/office/drawing/2014/main" id="{4F467FF5-798D-E30A-5E6B-FE09D2B55F79}"/>
              </a:ext>
            </a:extLst>
          </p:cNvPr>
          <p:cNvSpPr txBox="1"/>
          <p:nvPr/>
        </p:nvSpPr>
        <p:spPr>
          <a:xfrm>
            <a:off x="4042655" y="6104504"/>
            <a:ext cx="2801013" cy="1208023"/>
          </a:xfrm>
          <a:prstGeom prst="rect">
            <a:avLst/>
          </a:prstGeom>
          <a:ln w="12700">
            <a:miter lim="400000"/>
          </a:ln>
        </p:spPr>
        <p:txBody>
          <a:bodyPr wrap="square" lIns="50397" rIns="50397">
            <a:spAutoFit/>
          </a:bodyPr>
          <a:lstStyle>
            <a:lvl1pPr>
              <a:spcBef>
                <a:spcPts val="500"/>
              </a:spcBef>
              <a:defRPr sz="1800" b="1">
                <a:solidFill>
                  <a:srgbClr val="002673"/>
                </a:solidFill>
                <a:latin typeface="Times New Roman" panose="02020603050405020304"/>
                <a:ea typeface="Times New Roman" panose="02020603050405020304"/>
                <a:cs typeface="Times New Roman" panose="02020603050405020304"/>
                <a:sym typeface="Times New Roman" panose="02020603050405020304"/>
              </a:defRPr>
            </a:lvl1pPr>
          </a:lstStyle>
          <a:p>
            <a:r>
              <a:rPr lang="zh-CN" altLang="en-US" sz="1500" dirty="0">
                <a:solidFill>
                  <a:schemeClr val="tx1"/>
                </a:solidFill>
                <a:latin typeface="微软雅黑" panose="020B0503020204020204" pitchFamily="34" charset="-122"/>
                <a:ea typeface="微软雅黑" panose="020B0503020204020204" pitchFamily="34" charset="-122"/>
              </a:rPr>
              <a:t>大三期间</a:t>
            </a:r>
          </a:p>
          <a:p>
            <a:r>
              <a:rPr lang="zh-CN" altLang="en-US" sz="1500" b="0" dirty="0">
                <a:solidFill>
                  <a:schemeClr val="tx1"/>
                </a:solidFill>
                <a:latin typeface="华文宋体" panose="02010600040101010101" pitchFamily="2" charset="-122"/>
                <a:ea typeface="华文宋体" panose="02010600040101010101" pitchFamily="2" charset="-122"/>
                <a:sym typeface="Helvetica Neue"/>
              </a:rPr>
              <a:t>推荐企业实习</a:t>
            </a:r>
            <a:endParaRPr lang="en-US" altLang="zh-CN" sz="1500" b="0" dirty="0">
              <a:solidFill>
                <a:schemeClr val="tx1"/>
              </a:solidFill>
              <a:latin typeface="华文宋体" panose="02010600040101010101" pitchFamily="2" charset="-122"/>
              <a:ea typeface="华文宋体" panose="02010600040101010101" pitchFamily="2" charset="-122"/>
              <a:sym typeface="Helvetica Neue"/>
            </a:endParaRPr>
          </a:p>
          <a:p>
            <a:r>
              <a:rPr lang="zh-CN" altLang="en-US" sz="1500" b="0" dirty="0">
                <a:solidFill>
                  <a:schemeClr val="tx1"/>
                </a:solidFill>
                <a:latin typeface="华文宋体" panose="02010600040101010101" pitchFamily="2" charset="-122"/>
                <a:ea typeface="华文宋体" panose="02010600040101010101" pitchFamily="2" charset="-122"/>
                <a:sym typeface="Helvetica Neue"/>
              </a:rPr>
              <a:t>参与科研活动</a:t>
            </a:r>
            <a:endParaRPr lang="en-US" altLang="zh-CN" sz="1500" b="0" dirty="0">
              <a:solidFill>
                <a:schemeClr val="tx1"/>
              </a:solidFill>
              <a:latin typeface="华文宋体" panose="02010600040101010101" pitchFamily="2" charset="-122"/>
              <a:ea typeface="华文宋体" panose="02010600040101010101" pitchFamily="2" charset="-122"/>
              <a:sym typeface="Helvetica Neue"/>
            </a:endParaRPr>
          </a:p>
          <a:p>
            <a:r>
              <a:rPr lang="zh-CN" altLang="en-US" sz="1500" b="0" dirty="0">
                <a:solidFill>
                  <a:schemeClr val="tx1"/>
                </a:solidFill>
                <a:latin typeface="华文宋体" panose="02010600040101010101" pitchFamily="2" charset="-122"/>
                <a:ea typeface="华文宋体" panose="02010600040101010101" pitchFamily="2" charset="-122"/>
                <a:sym typeface="Helvetica Neue"/>
              </a:rPr>
              <a:t>提供升学指导</a:t>
            </a:r>
          </a:p>
        </p:txBody>
      </p:sp>
      <p:sp>
        <p:nvSpPr>
          <p:cNvPr id="60" name="2020年11月 第一次参加程序设计竞赛">
            <a:extLst>
              <a:ext uri="{FF2B5EF4-FFF2-40B4-BE49-F238E27FC236}">
                <a16:creationId xmlns:a16="http://schemas.microsoft.com/office/drawing/2014/main" id="{F6D65D0F-02B0-47A4-1EDB-72923DDF8A81}"/>
              </a:ext>
            </a:extLst>
          </p:cNvPr>
          <p:cNvSpPr txBox="1"/>
          <p:nvPr/>
        </p:nvSpPr>
        <p:spPr>
          <a:xfrm>
            <a:off x="5315338" y="4841602"/>
            <a:ext cx="2801013" cy="1208023"/>
          </a:xfrm>
          <a:prstGeom prst="rect">
            <a:avLst/>
          </a:prstGeom>
          <a:ln w="12700">
            <a:miter lim="400000"/>
          </a:ln>
        </p:spPr>
        <p:txBody>
          <a:bodyPr wrap="square" lIns="50397" rIns="50397">
            <a:spAutoFit/>
          </a:bodyPr>
          <a:lstStyle>
            <a:lvl1pPr>
              <a:spcBef>
                <a:spcPts val="500"/>
              </a:spcBef>
              <a:defRPr sz="1800" b="1">
                <a:solidFill>
                  <a:srgbClr val="002673"/>
                </a:solidFill>
                <a:latin typeface="Times New Roman" panose="02020603050405020304"/>
                <a:ea typeface="Times New Roman" panose="02020603050405020304"/>
                <a:cs typeface="Times New Roman" panose="02020603050405020304"/>
                <a:sym typeface="Times New Roman" panose="02020603050405020304"/>
              </a:defRPr>
            </a:lvl1pPr>
          </a:lstStyle>
          <a:p>
            <a:r>
              <a:rPr lang="zh-CN" altLang="en-US" sz="1500" dirty="0">
                <a:solidFill>
                  <a:schemeClr val="tx1"/>
                </a:solidFill>
                <a:latin typeface="微软雅黑" panose="020B0503020204020204" pitchFamily="34" charset="-122"/>
                <a:ea typeface="微软雅黑" panose="020B0503020204020204" pitchFamily="34" charset="-122"/>
              </a:rPr>
              <a:t>大四期间</a:t>
            </a:r>
          </a:p>
          <a:p>
            <a:r>
              <a:rPr lang="zh-CN" altLang="en-US" sz="1500" b="0" dirty="0">
                <a:solidFill>
                  <a:schemeClr val="tx1"/>
                </a:solidFill>
                <a:latin typeface="华文宋体" panose="02010600040101010101" pitchFamily="2" charset="-122"/>
                <a:ea typeface="华文宋体" panose="02010600040101010101" pitchFamily="2" charset="-122"/>
                <a:sym typeface="Helvetica Neue"/>
              </a:rPr>
              <a:t>推荐企业实习</a:t>
            </a:r>
            <a:endParaRPr lang="en-US" altLang="zh-CN" sz="1500" b="0" dirty="0">
              <a:solidFill>
                <a:schemeClr val="tx1"/>
              </a:solidFill>
              <a:latin typeface="华文宋体" panose="02010600040101010101" pitchFamily="2" charset="-122"/>
              <a:ea typeface="华文宋体" panose="02010600040101010101" pitchFamily="2" charset="-122"/>
              <a:sym typeface="Helvetica Neue"/>
            </a:endParaRPr>
          </a:p>
          <a:p>
            <a:r>
              <a:rPr lang="zh-CN" altLang="en-US" sz="1500" b="0" dirty="0">
                <a:solidFill>
                  <a:schemeClr val="tx1"/>
                </a:solidFill>
                <a:latin typeface="华文宋体" panose="02010600040101010101" pitchFamily="2" charset="-122"/>
                <a:ea typeface="华文宋体" panose="02010600040101010101" pitchFamily="2" charset="-122"/>
                <a:sym typeface="Helvetica Neue"/>
              </a:rPr>
              <a:t>参与科研活动</a:t>
            </a:r>
            <a:endParaRPr lang="en-US" altLang="zh-CN" sz="1500" b="0" dirty="0">
              <a:solidFill>
                <a:schemeClr val="tx1"/>
              </a:solidFill>
              <a:latin typeface="华文宋体" panose="02010600040101010101" pitchFamily="2" charset="-122"/>
              <a:ea typeface="华文宋体" panose="02010600040101010101" pitchFamily="2" charset="-122"/>
              <a:sym typeface="Helvetica Neue"/>
            </a:endParaRPr>
          </a:p>
          <a:p>
            <a:r>
              <a:rPr lang="zh-CN" altLang="en-US" sz="1500" b="0" dirty="0">
                <a:solidFill>
                  <a:schemeClr val="tx1"/>
                </a:solidFill>
                <a:latin typeface="华文宋体" panose="02010600040101010101" pitchFamily="2" charset="-122"/>
                <a:ea typeface="华文宋体" panose="02010600040101010101" pitchFamily="2" charset="-122"/>
                <a:sym typeface="Helvetica Neue"/>
              </a:rPr>
              <a:t>提供升学指导</a:t>
            </a:r>
          </a:p>
        </p:txBody>
      </p:sp>
      <p:sp>
        <p:nvSpPr>
          <p:cNvPr id="65" name="2020年11月 第一次参加程序设计竞赛">
            <a:extLst>
              <a:ext uri="{FF2B5EF4-FFF2-40B4-BE49-F238E27FC236}">
                <a16:creationId xmlns:a16="http://schemas.microsoft.com/office/drawing/2014/main" id="{ADA0156D-9701-1212-787A-6295749F3E23}"/>
              </a:ext>
            </a:extLst>
          </p:cNvPr>
          <p:cNvSpPr txBox="1"/>
          <p:nvPr/>
        </p:nvSpPr>
        <p:spPr>
          <a:xfrm>
            <a:off x="1586995" y="6484468"/>
            <a:ext cx="1648911" cy="618118"/>
          </a:xfrm>
          <a:prstGeom prst="rect">
            <a:avLst/>
          </a:prstGeom>
          <a:ln w="12700">
            <a:miter lim="400000"/>
          </a:ln>
        </p:spPr>
        <p:txBody>
          <a:bodyPr wrap="square" lIns="50397" rIns="50397">
            <a:spAutoFit/>
          </a:bodyPr>
          <a:lstStyle>
            <a:lvl1pPr>
              <a:spcBef>
                <a:spcPts val="500"/>
              </a:spcBef>
              <a:defRPr sz="1800" b="1">
                <a:solidFill>
                  <a:srgbClr val="002673"/>
                </a:solidFill>
                <a:latin typeface="Times New Roman" panose="02020603050405020304"/>
                <a:ea typeface="Times New Roman" panose="02020603050405020304"/>
                <a:cs typeface="Times New Roman" panose="02020603050405020304"/>
                <a:sym typeface="Times New Roman" panose="02020603050405020304"/>
              </a:defRPr>
            </a:lvl1pPr>
          </a:lstStyle>
          <a:p>
            <a:r>
              <a:rPr lang="zh-CN" altLang="en-US" sz="1500" dirty="0">
                <a:solidFill>
                  <a:schemeClr val="tx1"/>
                </a:solidFill>
                <a:latin typeface="微软雅黑" panose="020B0503020204020204" pitchFamily="34" charset="-122"/>
                <a:ea typeface="微软雅黑" panose="020B0503020204020204" pitchFamily="34" charset="-122"/>
              </a:rPr>
              <a:t>锤炼技能</a:t>
            </a:r>
            <a:endParaRPr lang="en-US" altLang="zh-CN" sz="1500" dirty="0">
              <a:solidFill>
                <a:schemeClr val="tx1"/>
              </a:solidFill>
              <a:latin typeface="微软雅黑" panose="020B0503020204020204" pitchFamily="34" charset="-122"/>
              <a:ea typeface="微软雅黑" panose="020B0503020204020204" pitchFamily="34" charset="-122"/>
            </a:endParaRPr>
          </a:p>
          <a:p>
            <a:r>
              <a:rPr lang="zh-CN" altLang="en-US" sz="1500" dirty="0">
                <a:solidFill>
                  <a:schemeClr val="tx1"/>
                </a:solidFill>
                <a:latin typeface="微软雅黑" panose="020B0503020204020204" pitchFamily="34" charset="-122"/>
                <a:ea typeface="微软雅黑" panose="020B0503020204020204" pitchFamily="34" charset="-122"/>
                <a:sym typeface="Helvetica Neue"/>
              </a:rPr>
              <a:t>初入赛场</a:t>
            </a:r>
            <a:endParaRPr sz="1500" dirty="0">
              <a:solidFill>
                <a:schemeClr val="tx1"/>
              </a:solidFill>
              <a:latin typeface="华文宋体" panose="02010600040101010101" pitchFamily="2" charset="-122"/>
              <a:ea typeface="华文宋体" panose="02010600040101010101" pitchFamily="2" charset="-122"/>
              <a:sym typeface="Helvetica Neue"/>
            </a:endParaRPr>
          </a:p>
        </p:txBody>
      </p:sp>
      <p:sp>
        <p:nvSpPr>
          <p:cNvPr id="67" name="2020年11月 第一次参加程序设计竞赛">
            <a:extLst>
              <a:ext uri="{FF2B5EF4-FFF2-40B4-BE49-F238E27FC236}">
                <a16:creationId xmlns:a16="http://schemas.microsoft.com/office/drawing/2014/main" id="{7B1AB2F5-9A42-37D7-888D-AF0BC4F3C2A9}"/>
              </a:ext>
            </a:extLst>
          </p:cNvPr>
          <p:cNvSpPr txBox="1"/>
          <p:nvPr/>
        </p:nvSpPr>
        <p:spPr>
          <a:xfrm>
            <a:off x="2827370" y="5273054"/>
            <a:ext cx="1648911" cy="618118"/>
          </a:xfrm>
          <a:prstGeom prst="rect">
            <a:avLst/>
          </a:prstGeom>
          <a:ln w="12700">
            <a:miter lim="400000"/>
          </a:ln>
        </p:spPr>
        <p:txBody>
          <a:bodyPr wrap="square" lIns="50397" rIns="50397">
            <a:spAutoFit/>
          </a:bodyPr>
          <a:lstStyle>
            <a:lvl1pPr>
              <a:spcBef>
                <a:spcPts val="500"/>
              </a:spcBef>
              <a:defRPr sz="1800" b="1">
                <a:solidFill>
                  <a:srgbClr val="002673"/>
                </a:solidFill>
                <a:latin typeface="Times New Roman" panose="02020603050405020304"/>
                <a:ea typeface="Times New Roman" panose="02020603050405020304"/>
                <a:cs typeface="Times New Roman" panose="02020603050405020304"/>
                <a:sym typeface="Times New Roman" panose="02020603050405020304"/>
              </a:defRPr>
            </a:lvl1pPr>
          </a:lstStyle>
          <a:p>
            <a:r>
              <a:rPr lang="zh-CN" altLang="en-US" sz="1500" dirty="0">
                <a:solidFill>
                  <a:schemeClr val="tx1"/>
                </a:solidFill>
                <a:latin typeface="微软雅黑" panose="020B0503020204020204" pitchFamily="34" charset="-122"/>
                <a:ea typeface="微软雅黑" panose="020B0503020204020204" pitchFamily="34" charset="-122"/>
              </a:rPr>
              <a:t>深化技能</a:t>
            </a:r>
            <a:endParaRPr lang="en-US" altLang="zh-CN" sz="1500" dirty="0">
              <a:solidFill>
                <a:schemeClr val="tx1"/>
              </a:solidFill>
              <a:latin typeface="微软雅黑" panose="020B0503020204020204" pitchFamily="34" charset="-122"/>
              <a:ea typeface="微软雅黑" panose="020B0503020204020204" pitchFamily="34" charset="-122"/>
            </a:endParaRPr>
          </a:p>
          <a:p>
            <a:r>
              <a:rPr lang="zh-CN" altLang="en-US" sz="1500" dirty="0">
                <a:solidFill>
                  <a:schemeClr val="tx1"/>
                </a:solidFill>
                <a:latin typeface="微软雅黑" panose="020B0503020204020204" pitchFamily="34" charset="-122"/>
                <a:ea typeface="微软雅黑" panose="020B0503020204020204" pitchFamily="34" charset="-122"/>
              </a:rPr>
              <a:t>收获奖牌</a:t>
            </a:r>
            <a:endParaRPr sz="1500" b="0" dirty="0">
              <a:solidFill>
                <a:schemeClr val="tx1"/>
              </a:solidFill>
              <a:latin typeface="华文宋体" panose="02010600040101010101" pitchFamily="2" charset="-122"/>
              <a:ea typeface="华文宋体" panose="02010600040101010101" pitchFamily="2" charset="-122"/>
              <a:sym typeface="Helvetica Neue"/>
            </a:endParaRPr>
          </a:p>
        </p:txBody>
      </p:sp>
      <p:sp>
        <p:nvSpPr>
          <p:cNvPr id="68" name="2020年11月 第一次参加程序设计竞赛">
            <a:extLst>
              <a:ext uri="{FF2B5EF4-FFF2-40B4-BE49-F238E27FC236}">
                <a16:creationId xmlns:a16="http://schemas.microsoft.com/office/drawing/2014/main" id="{BE57366C-74A8-726D-15F3-D1B611A5F235}"/>
              </a:ext>
            </a:extLst>
          </p:cNvPr>
          <p:cNvSpPr txBox="1"/>
          <p:nvPr/>
        </p:nvSpPr>
        <p:spPr>
          <a:xfrm>
            <a:off x="4026094" y="4085669"/>
            <a:ext cx="1648911" cy="618118"/>
          </a:xfrm>
          <a:prstGeom prst="rect">
            <a:avLst/>
          </a:prstGeom>
          <a:ln w="12700">
            <a:miter lim="400000"/>
          </a:ln>
        </p:spPr>
        <p:txBody>
          <a:bodyPr wrap="square" lIns="50397" rIns="50397">
            <a:spAutoFit/>
          </a:bodyPr>
          <a:lstStyle>
            <a:lvl1pPr>
              <a:spcBef>
                <a:spcPts val="500"/>
              </a:spcBef>
              <a:defRPr sz="1800" b="1">
                <a:solidFill>
                  <a:srgbClr val="002673"/>
                </a:solidFill>
                <a:latin typeface="Times New Roman" panose="02020603050405020304"/>
                <a:ea typeface="Times New Roman" panose="02020603050405020304"/>
                <a:cs typeface="Times New Roman" panose="02020603050405020304"/>
                <a:sym typeface="Times New Roman" panose="02020603050405020304"/>
              </a:defRPr>
            </a:lvl1pPr>
          </a:lstStyle>
          <a:p>
            <a:r>
              <a:rPr lang="zh-CN" altLang="en-US" sz="1500" dirty="0">
                <a:solidFill>
                  <a:schemeClr val="tx1"/>
                </a:solidFill>
                <a:latin typeface="微软雅黑" panose="020B0503020204020204" pitchFamily="34" charset="-122"/>
                <a:ea typeface="微软雅黑" panose="020B0503020204020204" pitchFamily="34" charset="-122"/>
              </a:rPr>
              <a:t>发表论文</a:t>
            </a:r>
            <a:endParaRPr lang="en-US" altLang="zh-CN" sz="1500" dirty="0">
              <a:solidFill>
                <a:schemeClr val="tx1"/>
              </a:solidFill>
              <a:latin typeface="微软雅黑" panose="020B0503020204020204" pitchFamily="34" charset="-122"/>
              <a:ea typeface="微软雅黑" panose="020B0503020204020204" pitchFamily="34" charset="-122"/>
            </a:endParaRPr>
          </a:p>
          <a:p>
            <a:r>
              <a:rPr lang="zh-CN" altLang="en-US" sz="1500" dirty="0">
                <a:solidFill>
                  <a:schemeClr val="tx1"/>
                </a:solidFill>
                <a:latin typeface="微软雅黑" panose="020B0503020204020204" pitchFamily="34" charset="-122"/>
                <a:ea typeface="微软雅黑" panose="020B0503020204020204" pitchFamily="34" charset="-122"/>
                <a:sym typeface="Helvetica Neue"/>
              </a:rPr>
              <a:t>企业实战</a:t>
            </a:r>
            <a:endParaRPr sz="1500" dirty="0">
              <a:solidFill>
                <a:schemeClr val="tx1"/>
              </a:solidFill>
              <a:latin typeface="华文宋体" panose="02010600040101010101" pitchFamily="2" charset="-122"/>
              <a:ea typeface="华文宋体" panose="02010600040101010101" pitchFamily="2" charset="-122"/>
              <a:sym typeface="Helvetica Neue"/>
            </a:endParaRPr>
          </a:p>
        </p:txBody>
      </p:sp>
      <p:sp>
        <p:nvSpPr>
          <p:cNvPr id="70" name="文本框 17">
            <a:extLst>
              <a:ext uri="{FF2B5EF4-FFF2-40B4-BE49-F238E27FC236}">
                <a16:creationId xmlns:a16="http://schemas.microsoft.com/office/drawing/2014/main" id="{2168D408-6538-9283-22CA-8E9568406755}"/>
              </a:ext>
            </a:extLst>
          </p:cNvPr>
          <p:cNvSpPr txBox="1"/>
          <p:nvPr/>
        </p:nvSpPr>
        <p:spPr>
          <a:xfrm>
            <a:off x="4778527" y="9557605"/>
            <a:ext cx="4633521" cy="323165"/>
          </a:xfrm>
          <a:prstGeom prst="rect">
            <a:avLst/>
          </a:prstGeom>
          <a:noFill/>
        </p:spPr>
        <p:txBody>
          <a:bodyPr/>
          <a:lstStyle/>
          <a:p>
            <a:r>
              <a:rPr sz="1500" lang="zh-CN"/>
              <a:t>7</a:t>
            </a:r>
          </a:p>
        </p:txBody>
      </p:sp>
    </p:spTree>
    <p:extLst>
      <p:ext uri="{BB962C8B-B14F-4D97-AF65-F5344CB8AC3E}">
        <p14:creationId xmlns:p14="http://schemas.microsoft.com/office/powerpoint/2010/main" val="39736226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6"/>
          <p:cNvGrpSpPr/>
          <p:nvPr/>
        </p:nvGrpSpPr>
        <p:grpSpPr>
          <a:xfrm>
            <a:off x="9752" y="255633"/>
            <a:ext cx="7549923" cy="9999797"/>
            <a:chOff x="9752" y="255633"/>
            <a:chExt cx="7549923" cy="9999797"/>
          </a:xfrm>
        </p:grpSpPr>
        <p:pic>
          <p:nvPicPr>
            <p:cNvPr id="3" name="图片 49"/>
            <p:cNvPicPr>
              <a:picLocks noChangeAspect="1"/>
            </p:cNvPicPr>
            <p:nvPr/>
          </p:nvPicPr>
          <p:blipFill>
            <a:blip r:embed="rId3"/>
            <a:srcRect r="1505"/>
            <a:stretch/>
          </p:blipFill>
          <p:spPr>
            <a:xfrm>
              <a:off x="9752" y="255633"/>
              <a:ext cx="7549923" cy="9999797"/>
            </a:xfrm>
            <a:prstGeom prst="rect">
              <a:avLst/>
            </a:prstGeom>
          </p:spPr>
        </p:pic>
        <p:pic>
          <p:nvPicPr>
            <p:cNvPr id="4" name="图片 50"/>
            <p:cNvPicPr>
              <a:picLocks noChangeAspect="1"/>
            </p:cNvPicPr>
            <p:nvPr/>
          </p:nvPicPr>
          <p:blipFill>
            <a:blip r:embed="rId4"/>
            <a:stretch>
              <a:fillRect/>
            </a:stretch>
          </p:blipFill>
          <p:spPr>
            <a:xfrm>
              <a:off x="2733503" y="958361"/>
              <a:ext cx="4803852" cy="183897"/>
            </a:xfrm>
            <a:prstGeom prst="rect">
              <a:avLst/>
            </a:prstGeom>
          </p:spPr>
        </p:pic>
        <p:pic>
          <p:nvPicPr>
            <p:cNvPr id="5" name="图片 52"/>
            <p:cNvPicPr>
              <a:picLocks noChangeAspect="1"/>
            </p:cNvPicPr>
            <p:nvPr/>
          </p:nvPicPr>
          <p:blipFill>
            <a:blip r:embed="rId5"/>
            <a:stretch>
              <a:fillRect/>
            </a:stretch>
          </p:blipFill>
          <p:spPr>
            <a:xfrm>
              <a:off x="2955317" y="489607"/>
              <a:ext cx="4480144" cy="476842"/>
            </a:xfrm>
            <a:prstGeom prst="rect">
              <a:avLst/>
            </a:prstGeom>
          </p:spPr>
        </p:pic>
      </p:grpSp>
      <p:sp>
        <p:nvSpPr>
          <p:cNvPr id="6" name="矩形 48"/>
          <p:cNvSpPr/>
          <p:nvPr/>
        </p:nvSpPr>
        <p:spPr>
          <a:xfrm>
            <a:off x="-10000000" y="-10000000"/>
            <a:ext cx="0" cy="0"/>
          </a:xfrm>
          <a:prstGeom prst="rect">
            <a:avLst/>
          </a:prstGeom>
          <a:gradFill flip="none" rotWithShape="1">
            <a:gsLst>
              <a:gs pos="0">
                <a:schemeClr val="bg1"/>
              </a:gs>
              <a:gs pos="100000">
                <a:schemeClr val="bg1">
                  <a:alpha val="0"/>
                </a:schemeClr>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b="1" sz="100" lang="zh-CN">
                <a:latin typeface="Microsoft YaHei"/>
                <a:ea typeface="Microsoft YaHei"/>
                <a:solidFill>
                  <a:srgbClr val="4B2A88"/>
                </a:solidFill>
              </a:rPr>
              <a:t/>
            </a:r>
          </a:p>
        </p:txBody>
      </p:sp>
      <p:sp>
        <p:nvSpPr>
          <p:cNvPr id="7" name="2020年9月团队成立"/>
          <p:cNvSpPr txBox="1"/>
          <p:nvPr/>
        </p:nvSpPr>
        <p:spPr>
          <a:xfrm>
            <a:off x="610000" y="2200000"/>
            <a:ext cx="3000000" cy="1050000"/>
          </a:xfrm>
          <a:prstGeom prst="rect">
            <a:avLst/>
          </a:prstGeom>
          <a:solidFill>
            <a:srgbClr val="FFFFFF"/>
          </a:solidFill>
          <a:ln w="9525">
            <a:solidFill>
              <a:srgbClr val="D8CFF1"/>
            </a:solidFill>
          </a:ln>
        </p:spPr>
        <p:txBody>
          <a:bodyPr anchor="ctr"/>
          <a:lstStyle/>
          <a:p>
            <a:pPr algn="ctr"/>
            <a:r>
              <a:rPr b="1" sz="1360" lang="zh-CN">
                <a:latin typeface="Microsoft YaHei"/>
                <a:ea typeface="Microsoft YaHei"/>
                <a:solidFill>
                  <a:srgbClr val="4B2A88"/>
                </a:solidFill>
              </a:rPr>
              <a:t>2020年09月</a:t>
            </a:r>
          </a:p>
          <a:p>
            <a:pPr algn="ctr"/>
            <a:r>
              <a:rPr b="1" sz="1360" lang="zh-CN">
                <a:latin typeface="Microsoft YaHei"/>
                <a:ea typeface="Microsoft YaHei"/>
                <a:solidFill>
                  <a:srgbClr val="4B2A88"/>
                </a:solidFill>
              </a:rPr>
              <a:t>团队成立</a:t>
            </a:r>
          </a:p>
        </p:txBody>
      </p:sp>
      <p:sp>
        <p:nvSpPr>
          <p:cNvPr id="8" name="2020年11月 第一次参加程序设计竞赛"/>
          <p:cNvSpPr txBox="1"/>
          <p:nvPr/>
        </p:nvSpPr>
        <p:spPr>
          <a:xfrm>
            <a:off x="3960000" y="2200000"/>
            <a:ext cx="3000000" cy="1050000"/>
          </a:xfrm>
          <a:prstGeom prst="rect">
            <a:avLst/>
          </a:prstGeom>
          <a:solidFill>
            <a:srgbClr val="FFFFFF"/>
          </a:solidFill>
          <a:ln w="9525">
            <a:solidFill>
              <a:srgbClr val="D8CFF1"/>
            </a:solidFill>
          </a:ln>
        </p:spPr>
        <p:txBody>
          <a:bodyPr anchor="ctr"/>
          <a:lstStyle/>
          <a:p>
            <a:pPr algn="ctr"/>
            <a:r>
              <a:rPr b="1" sz="1360" lang="zh-CN">
                <a:latin typeface="Microsoft YaHei"/>
                <a:ea typeface="Microsoft YaHei"/>
                <a:solidFill>
                  <a:srgbClr val="4B2A88"/>
                </a:solidFill>
              </a:rPr>
              <a:t>2020年11月</a:t>
            </a:r>
          </a:p>
          <a:p>
            <a:pPr algn="ctr"/>
            <a:r>
              <a:rPr b="1" sz="1360" lang="zh-CN">
                <a:latin typeface="Microsoft YaHei"/>
                <a:ea typeface="Microsoft YaHei"/>
                <a:solidFill>
                  <a:srgbClr val="4B2A88"/>
                </a:solidFill>
              </a:rPr>
              <a:t>第一次参赛</a:t>
            </a:r>
          </a:p>
        </p:txBody>
      </p:sp>
      <p:sp>
        <p:nvSpPr>
          <p:cNvPr id="9" name="2020年12月 ICPC济南站 首获银奖"/>
          <p:cNvSpPr txBox="1"/>
          <p:nvPr/>
        </p:nvSpPr>
        <p:spPr>
          <a:xfrm>
            <a:off x="610000" y="3520000"/>
            <a:ext cx="3000000" cy="1050000"/>
          </a:xfrm>
          <a:prstGeom prst="rect">
            <a:avLst/>
          </a:prstGeom>
          <a:solidFill>
            <a:srgbClr val="FFFFFF"/>
          </a:solidFill>
          <a:ln w="9525">
            <a:solidFill>
              <a:srgbClr val="D8CFF1"/>
            </a:solidFill>
          </a:ln>
        </p:spPr>
        <p:txBody>
          <a:bodyPr anchor="ctr"/>
          <a:lstStyle/>
          <a:p>
            <a:pPr algn="ctr"/>
            <a:r>
              <a:rPr b="1" sz="1360" lang="zh-CN">
                <a:latin typeface="Microsoft YaHei"/>
                <a:ea typeface="Microsoft YaHei"/>
                <a:solidFill>
                  <a:srgbClr val="4B2A88"/>
                </a:solidFill>
              </a:rPr>
              <a:t>2020年12月</a:t>
            </a:r>
          </a:p>
          <a:p>
            <a:pPr algn="ctr"/>
            <a:r>
              <a:rPr b="1" sz="1360" lang="zh-CN">
                <a:latin typeface="Microsoft YaHei"/>
                <a:ea typeface="Microsoft YaHei"/>
                <a:solidFill>
                  <a:srgbClr val="4B2A88"/>
                </a:solidFill>
              </a:rPr>
              <a:t>ICPC 济南站首获银牌</a:t>
            </a:r>
          </a:p>
        </p:txBody>
      </p:sp>
      <p:sp>
        <p:nvSpPr>
          <p:cNvPr id="10" name="2021年10月 首次参加CCPC女生赛"/>
          <p:cNvSpPr txBox="1"/>
          <p:nvPr/>
        </p:nvSpPr>
        <p:spPr>
          <a:xfrm>
            <a:off x="3960000" y="3520000"/>
            <a:ext cx="3000000" cy="1050000"/>
          </a:xfrm>
          <a:prstGeom prst="rect">
            <a:avLst/>
          </a:prstGeom>
          <a:solidFill>
            <a:srgbClr val="FFFFFF"/>
          </a:solidFill>
          <a:ln w="9525">
            <a:solidFill>
              <a:srgbClr val="D8CFF1"/>
            </a:solidFill>
          </a:ln>
        </p:spPr>
        <p:txBody>
          <a:bodyPr anchor="ctr"/>
          <a:lstStyle/>
          <a:p>
            <a:pPr algn="ctr"/>
            <a:r>
              <a:rPr b="1" sz="1360" lang="zh-CN">
                <a:latin typeface="Microsoft YaHei"/>
                <a:ea typeface="Microsoft YaHei"/>
                <a:solidFill>
                  <a:srgbClr val="4B2A88"/>
                </a:solidFill>
              </a:rPr>
              <a:t>2021年10月</a:t>
            </a:r>
          </a:p>
          <a:p>
            <a:pPr algn="ctr"/>
            <a:r>
              <a:rPr b="1" sz="1360" lang="zh-CN">
                <a:latin typeface="Microsoft YaHei"/>
                <a:ea typeface="Microsoft YaHei"/>
                <a:solidFill>
                  <a:srgbClr val="4B2A88"/>
                </a:solidFill>
              </a:rPr>
              <a:t>首次参加 CCPC 女生赛</a:t>
            </a:r>
          </a:p>
        </p:txBody>
      </p:sp>
      <p:sp>
        <p:nvSpPr>
          <p:cNvPr id="11" name="2021年11月 CCPC桂林站 首获金奖"/>
          <p:cNvSpPr txBox="1"/>
          <p:nvPr/>
        </p:nvSpPr>
        <p:spPr>
          <a:xfrm>
            <a:off x="610000" y="4840000"/>
            <a:ext cx="3000000" cy="1050000"/>
          </a:xfrm>
          <a:prstGeom prst="rect">
            <a:avLst/>
          </a:prstGeom>
          <a:solidFill>
            <a:srgbClr val="FFFFFF"/>
          </a:solidFill>
          <a:ln w="9525">
            <a:solidFill>
              <a:srgbClr val="D8CFF1"/>
            </a:solidFill>
          </a:ln>
        </p:spPr>
        <p:txBody>
          <a:bodyPr anchor="ctr"/>
          <a:lstStyle/>
          <a:p>
            <a:pPr algn="ctr"/>
            <a:r>
              <a:rPr b="1" sz="1360" lang="zh-CN">
                <a:latin typeface="Microsoft YaHei"/>
                <a:ea typeface="Microsoft YaHei"/>
                <a:solidFill>
                  <a:srgbClr val="4B2A88"/>
                </a:solidFill>
              </a:rPr>
              <a:t>2021年11月</a:t>
            </a:r>
          </a:p>
          <a:p>
            <a:pPr algn="ctr"/>
            <a:r>
              <a:rPr b="1" sz="1360" lang="zh-CN">
                <a:latin typeface="Microsoft YaHei"/>
                <a:ea typeface="Microsoft YaHei"/>
                <a:solidFill>
                  <a:srgbClr val="4B2A88"/>
                </a:solidFill>
              </a:rPr>
              <a:t>CCPC 桂林站首获金牌</a:t>
            </a:r>
          </a:p>
        </p:txBody>
      </p:sp>
      <p:sp>
        <p:nvSpPr>
          <p:cNvPr id="12" name="2021年12月 锁定World Final 名额"/>
          <p:cNvSpPr txBox="1"/>
          <p:nvPr/>
        </p:nvSpPr>
        <p:spPr>
          <a:xfrm>
            <a:off x="3960000" y="4840000"/>
            <a:ext cx="3000000" cy="1050000"/>
          </a:xfrm>
          <a:prstGeom prst="rect">
            <a:avLst/>
          </a:prstGeom>
          <a:solidFill>
            <a:srgbClr val="FFFFFF"/>
          </a:solidFill>
          <a:ln w="9525">
            <a:solidFill>
              <a:srgbClr val="D8CFF1"/>
            </a:solidFill>
          </a:ln>
        </p:spPr>
        <p:txBody>
          <a:bodyPr anchor="ctr"/>
          <a:lstStyle/>
          <a:p>
            <a:pPr algn="ctr"/>
            <a:r>
              <a:rPr b="1" sz="1360" lang="zh-CN">
                <a:latin typeface="Microsoft YaHei"/>
                <a:ea typeface="Microsoft YaHei"/>
                <a:solidFill>
                  <a:srgbClr val="4B2A88"/>
                </a:solidFill>
              </a:rPr>
              <a:t>2021年11月</a:t>
            </a:r>
          </a:p>
          <a:p>
            <a:pPr algn="ctr"/>
            <a:r>
              <a:rPr b="1" sz="1360" lang="zh-CN">
                <a:latin typeface="Microsoft YaHei"/>
                <a:ea typeface="Microsoft YaHei"/>
                <a:solidFill>
                  <a:srgbClr val="4B2A88"/>
                </a:solidFill>
              </a:rPr>
              <a:t>CCPC 桂林站首获奖杯</a:t>
            </a:r>
          </a:p>
        </p:txBody>
      </p:sp>
      <p:sp>
        <p:nvSpPr>
          <p:cNvPr id="13" name="未完待续……"/>
          <p:cNvSpPr txBox="1"/>
          <p:nvPr/>
        </p:nvSpPr>
        <p:spPr>
          <a:xfrm>
            <a:off x="-10000000" y="-10000000"/>
            <a:ext cx="0" cy="0"/>
          </a:xfrm>
          <a:prstGeom prst="rect">
            <a:avLst/>
          </a:prstGeom>
          <a:ln w="12700">
            <a:miter lim="400000"/>
          </a:ln>
        </p:spPr>
        <p:txBody>
          <a:bodyPr anchor="ctr"/>
          <a:lstStyle/>
          <a:p>
            <a:pPr algn="ctr"/>
            <a:r>
              <a:rPr b="1" sz="100" lang="zh-CN">
                <a:latin typeface="Microsoft YaHei"/>
                <a:ea typeface="Microsoft YaHei"/>
                <a:solidFill>
                  <a:srgbClr val="4B2A88"/>
                </a:solidFill>
              </a:rPr>
              <a:t/>
            </a:r>
          </a:p>
        </p:txBody>
      </p:sp>
      <p:sp>
        <p:nvSpPr>
          <p:cNvPr id="14" name="2021年12月 锁定World Final 名额"/>
          <p:cNvSpPr txBox="1"/>
          <p:nvPr/>
        </p:nvSpPr>
        <p:spPr>
          <a:xfrm>
            <a:off x="610000" y="6160000"/>
            <a:ext cx="3000000" cy="1050000"/>
          </a:xfrm>
          <a:prstGeom prst="rect">
            <a:avLst/>
          </a:prstGeom>
          <a:solidFill>
            <a:srgbClr val="FFFFFF"/>
          </a:solidFill>
          <a:ln w="9525">
            <a:solidFill>
              <a:srgbClr val="D8CFF1"/>
            </a:solidFill>
          </a:ln>
        </p:spPr>
        <p:txBody>
          <a:bodyPr anchor="ctr"/>
          <a:lstStyle/>
          <a:p>
            <a:pPr algn="ctr"/>
            <a:r>
              <a:rPr b="1" sz="1360" lang="zh-CN">
                <a:latin typeface="Microsoft YaHei"/>
                <a:ea typeface="Microsoft YaHei"/>
                <a:solidFill>
                  <a:srgbClr val="4B2A88"/>
                </a:solidFill>
              </a:rPr>
              <a:t>2021年12月</a:t>
            </a:r>
          </a:p>
          <a:p>
            <a:pPr algn="ctr"/>
            <a:r>
              <a:rPr b="1" sz="1360" lang="zh-CN">
                <a:latin typeface="Microsoft YaHei"/>
                <a:ea typeface="Microsoft YaHei"/>
                <a:solidFill>
                  <a:srgbClr val="4B2A88"/>
                </a:solidFill>
              </a:rPr>
              <a:t>锁定 World Final 名额</a:t>
            </a:r>
          </a:p>
        </p:txBody>
      </p:sp>
      <p:grpSp>
        <p:nvGrpSpPr>
          <p:cNvPr id="15" name="组合 11"/>
          <p:cNvGrpSpPr/>
          <p:nvPr/>
        </p:nvGrpSpPr>
        <p:grpSpPr>
          <a:xfrm>
            <a:off x="-10000000" y="-10000000"/>
            <a:ext cx="0" cy="0"/>
            <a:chOff x="1571263" y="5376608"/>
            <a:chExt cx="2264935" cy="522466"/>
          </a:xfrm>
          <a:gradFill flip="none" rotWithShape="1">
            <a:gsLst>
              <a:gs pos="0">
                <a:srgbClr val="441D85"/>
              </a:gs>
              <a:gs pos="68000">
                <a:srgbClr val="D8D2F6">
                  <a:lumMod val="100000"/>
                </a:srgbClr>
              </a:gs>
            </a:gsLst>
            <a:lin ang="0" scaled="1"/>
            <a:tileRect/>
          </a:gradFill>
        </p:grpSpPr>
        <p:sp>
          <p:nvSpPr>
            <p:cNvPr id="16" name="圆角矩形"/>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17" name="圆形"/>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18" name="组合 14"/>
          <p:cNvGrpSpPr/>
          <p:nvPr/>
        </p:nvGrpSpPr>
        <p:grpSpPr>
          <a:xfrm>
            <a:off x="-10000000" y="-10000000"/>
            <a:ext cx="0" cy="0"/>
            <a:chOff x="3374387" y="3821452"/>
            <a:chExt cx="461811" cy="2070141"/>
          </a:xfrm>
          <a:gradFill>
            <a:gsLst>
              <a:gs pos="66000">
                <a:srgbClr val="D8D2F6"/>
              </a:gs>
              <a:gs pos="0">
                <a:srgbClr val="F29624"/>
              </a:gs>
            </a:gsLst>
            <a:lin ang="16200000" scaled="1"/>
          </a:gradFill>
        </p:grpSpPr>
        <p:sp>
          <p:nvSpPr>
            <p:cNvPr id="19" name="圆角矩形"/>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20" name="圆形"/>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sp>
        <p:nvSpPr>
          <p:cNvPr id="21" name="2021年12月 锁定World Final 名额"/>
          <p:cNvSpPr txBox="1"/>
          <p:nvPr/>
        </p:nvSpPr>
        <p:spPr>
          <a:xfrm>
            <a:off x="3960000" y="6160000"/>
            <a:ext cx="3000000" cy="1050000"/>
          </a:xfrm>
          <a:prstGeom prst="rect">
            <a:avLst/>
          </a:prstGeom>
          <a:solidFill>
            <a:srgbClr val="FFFFFF"/>
          </a:solidFill>
          <a:ln w="9525">
            <a:solidFill>
              <a:srgbClr val="D8CFF1"/>
            </a:solidFill>
          </a:ln>
        </p:spPr>
        <p:txBody>
          <a:bodyPr anchor="ctr"/>
          <a:lstStyle/>
          <a:p>
            <a:pPr algn="ctr"/>
            <a:r>
              <a:rPr b="1" sz="1360" lang="zh-CN">
                <a:latin typeface="Microsoft YaHei"/>
                <a:ea typeface="Microsoft YaHei"/>
                <a:solidFill>
                  <a:srgbClr val="4B2A88"/>
                </a:solidFill>
              </a:rPr>
              <a:t>2022年07月</a:t>
            </a:r>
          </a:p>
          <a:p>
            <a:pPr algn="ctr"/>
            <a:r>
              <a:rPr b="1" sz="1360" lang="zh-CN">
                <a:latin typeface="Microsoft YaHei"/>
                <a:ea typeface="Microsoft YaHei"/>
                <a:solidFill>
                  <a:srgbClr val="4B2A88"/>
                </a:solidFill>
              </a:rPr>
              <a:t>ICPC 亚洲区决赛金牌</a:t>
            </a:r>
          </a:p>
        </p:txBody>
      </p:sp>
      <p:sp>
        <p:nvSpPr>
          <p:cNvPr id="22" name="2021年12月 锁定World Final 名额"/>
          <p:cNvSpPr txBox="1"/>
          <p:nvPr/>
        </p:nvSpPr>
        <p:spPr>
          <a:xfrm>
            <a:off x="-10000000" y="-10000000"/>
            <a:ext cx="0" cy="0"/>
          </a:xfrm>
          <a:prstGeom prst="rect">
            <a:avLst/>
          </a:prstGeom>
          <a:ln w="12700">
            <a:miter lim="400000"/>
          </a:ln>
        </p:spPr>
        <p:txBody>
          <a:bodyPr anchor="ctr"/>
          <a:lstStyle/>
          <a:p>
            <a:pPr algn="ctr"/>
            <a:r>
              <a:rPr b="1" sz="100" lang="zh-CN">
                <a:latin typeface="Microsoft YaHei"/>
                <a:ea typeface="Microsoft YaHei"/>
                <a:solidFill>
                  <a:srgbClr val="4B2A88"/>
                </a:solidFill>
              </a:rPr>
              <a:t/>
            </a:r>
          </a:p>
        </p:txBody>
      </p:sp>
      <p:sp>
        <p:nvSpPr>
          <p:cNvPr id="23" name="Title Placeholder 1"/>
          <p:cNvSpPr txBox="1"/>
          <p:nvPr/>
        </p:nvSpPr>
        <p:spPr>
          <a:xfrm>
            <a:off x="594000" y="954000"/>
            <a:ext cx="4168132" cy="1043704"/>
          </a:xfrm>
          <a:prstGeom prst="rect">
            <a:avLst/>
          </a:prstGeom>
        </p:spPr>
        <p:txBody>
          <a:bodyPr/>
          <a:lstStyle/>
          <a:p>
            <a:r>
              <a:rPr b="1" lang="zh-CN" altLang="en-US" sz="3600" dirty="0">
                <a:latin typeface="Microsoft YaHei"/>
                <a:ea typeface="Microsoft YaHei"/>
                <a:solidFill>
                  <a:srgbClr val="4B2A88"/>
                </a:solidFill>
              </a:rPr>
              <a:t>团队发展</a:t>
            </a:r>
          </a:p>
        </p:txBody>
      </p:sp>
      <p:cxnSp>
        <p:nvCxnSpPr>
          <p:cNvPr id="24" name="图形"/>
          <p:cNvCxnSpPr/>
          <p:nvPr/>
        </p:nvCxnSpPr>
        <p:spPr>
          <a:xfrm flipH="1">
            <a:off x="5403602" y="9113566"/>
            <a:ext cx="1721902"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cxnSp>
        <p:nvCxnSpPr>
          <p:cNvPr id="25" name="图形"/>
          <p:cNvCxnSpPr/>
          <p:nvPr/>
        </p:nvCxnSpPr>
        <p:spPr>
          <a:xfrm>
            <a:off x="466621"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nvGrpSpPr>
          <p:cNvPr id="28" name="组合 1"/>
          <p:cNvGrpSpPr/>
          <p:nvPr/>
        </p:nvGrpSpPr>
        <p:grpSpPr>
          <a:xfrm>
            <a:off x="-10000000" y="-10000000"/>
            <a:ext cx="0" cy="0"/>
            <a:chOff x="1571263" y="5376608"/>
            <a:chExt cx="2264935" cy="522466"/>
          </a:xfrm>
          <a:gradFill flip="none" rotWithShape="1">
            <a:gsLst>
              <a:gs pos="0">
                <a:srgbClr val="441D85"/>
              </a:gs>
              <a:gs pos="68000">
                <a:srgbClr val="D8D2F6">
                  <a:lumMod val="100000"/>
                </a:srgbClr>
              </a:gs>
            </a:gsLst>
            <a:lin ang="0" scaled="1"/>
            <a:tileRect/>
          </a:gradFill>
        </p:grpSpPr>
        <p:sp>
          <p:nvSpPr>
            <p:cNvPr id="29" name="圆角矩形"/>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30" name="圆形"/>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31" name="组合 21"/>
          <p:cNvGrpSpPr/>
          <p:nvPr/>
        </p:nvGrpSpPr>
        <p:grpSpPr>
          <a:xfrm>
            <a:off x="-10000000" y="-10000000"/>
            <a:ext cx="0" cy="0"/>
            <a:chOff x="3374387" y="3821452"/>
            <a:chExt cx="461811" cy="2070141"/>
          </a:xfrm>
          <a:gradFill>
            <a:gsLst>
              <a:gs pos="66000">
                <a:srgbClr val="D8D2F6"/>
              </a:gs>
              <a:gs pos="0">
                <a:srgbClr val="F29624"/>
              </a:gs>
            </a:gsLst>
            <a:lin ang="16200000" scaled="1"/>
          </a:gradFill>
        </p:grpSpPr>
        <p:sp>
          <p:nvSpPr>
            <p:cNvPr id="32" name="圆角矩形"/>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33" name="圆形"/>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34" name="组合 57"/>
          <p:cNvGrpSpPr/>
          <p:nvPr/>
        </p:nvGrpSpPr>
        <p:grpSpPr>
          <a:xfrm>
            <a:off x="-10000000" y="-10000000"/>
            <a:ext cx="0" cy="0"/>
            <a:chOff x="1571263" y="5376608"/>
            <a:chExt cx="2264935" cy="522466"/>
          </a:xfrm>
          <a:gradFill flip="none" rotWithShape="1">
            <a:gsLst>
              <a:gs pos="0">
                <a:srgbClr val="441D85"/>
              </a:gs>
              <a:gs pos="68000">
                <a:srgbClr val="D8D2F6">
                  <a:lumMod val="100000"/>
                </a:srgbClr>
              </a:gs>
            </a:gsLst>
            <a:lin ang="0" scaled="1"/>
            <a:tileRect/>
          </a:gradFill>
        </p:grpSpPr>
        <p:sp>
          <p:nvSpPr>
            <p:cNvPr id="35" name="圆角矩形"/>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36" name="圆形"/>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37" name="组合 60"/>
          <p:cNvGrpSpPr/>
          <p:nvPr/>
        </p:nvGrpSpPr>
        <p:grpSpPr>
          <a:xfrm>
            <a:off x="-10000000" y="-10000000"/>
            <a:ext cx="0" cy="0"/>
            <a:chOff x="3374387" y="3821452"/>
            <a:chExt cx="461811" cy="2070141"/>
          </a:xfrm>
          <a:gradFill>
            <a:gsLst>
              <a:gs pos="66000">
                <a:srgbClr val="D8D2F6"/>
              </a:gs>
              <a:gs pos="0">
                <a:srgbClr val="F29624"/>
              </a:gs>
            </a:gsLst>
            <a:lin ang="16200000" scaled="1"/>
          </a:gradFill>
        </p:grpSpPr>
        <p:sp>
          <p:nvSpPr>
            <p:cNvPr id="38" name="圆角矩形"/>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39" name="圆形"/>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40" name="组合 63"/>
          <p:cNvGrpSpPr/>
          <p:nvPr/>
        </p:nvGrpSpPr>
        <p:grpSpPr>
          <a:xfrm>
            <a:off x="-10000000" y="-10000000"/>
            <a:ext cx="0" cy="0"/>
            <a:chOff x="1571263" y="5376608"/>
            <a:chExt cx="2264935" cy="522466"/>
          </a:xfrm>
          <a:gradFill flip="none" rotWithShape="1">
            <a:gsLst>
              <a:gs pos="0">
                <a:srgbClr val="441D85"/>
              </a:gs>
              <a:gs pos="68000">
                <a:srgbClr val="D8D2F6">
                  <a:lumMod val="100000"/>
                </a:srgbClr>
              </a:gs>
            </a:gsLst>
            <a:lin ang="0" scaled="1"/>
            <a:tileRect/>
          </a:gradFill>
        </p:grpSpPr>
        <p:sp>
          <p:nvSpPr>
            <p:cNvPr id="41" name="圆角矩形"/>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42" name="圆形"/>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43" name="组合 66"/>
          <p:cNvGrpSpPr/>
          <p:nvPr/>
        </p:nvGrpSpPr>
        <p:grpSpPr>
          <a:xfrm>
            <a:off x="-10000000" y="-10000000"/>
            <a:ext cx="0" cy="0"/>
            <a:chOff x="3374387" y="3821452"/>
            <a:chExt cx="461811" cy="2070141"/>
          </a:xfrm>
          <a:gradFill>
            <a:gsLst>
              <a:gs pos="66000">
                <a:srgbClr val="D8D2F6"/>
              </a:gs>
              <a:gs pos="0">
                <a:srgbClr val="F29624"/>
              </a:gs>
            </a:gsLst>
            <a:lin ang="16200000" scaled="1"/>
          </a:gradFill>
        </p:grpSpPr>
        <p:sp>
          <p:nvSpPr>
            <p:cNvPr id="44" name="圆角矩形"/>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45" name="圆形"/>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46" name="组合 69"/>
          <p:cNvGrpSpPr/>
          <p:nvPr/>
        </p:nvGrpSpPr>
        <p:grpSpPr>
          <a:xfrm>
            <a:off x="-10000000" y="-10000000"/>
            <a:ext cx="0" cy="0"/>
            <a:chOff x="1571263" y="5376608"/>
            <a:chExt cx="2264935" cy="522466"/>
          </a:xfrm>
          <a:gradFill flip="none" rotWithShape="1">
            <a:gsLst>
              <a:gs pos="0">
                <a:srgbClr val="441D85"/>
              </a:gs>
              <a:gs pos="68000">
                <a:srgbClr val="D8D2F6">
                  <a:lumMod val="100000"/>
                </a:srgbClr>
              </a:gs>
            </a:gsLst>
            <a:lin ang="0" scaled="1"/>
            <a:tileRect/>
          </a:gradFill>
        </p:grpSpPr>
        <p:sp>
          <p:nvSpPr>
            <p:cNvPr id="47" name="圆角矩形"/>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48" name="圆形"/>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49" name="组合 72"/>
          <p:cNvGrpSpPr/>
          <p:nvPr/>
        </p:nvGrpSpPr>
        <p:grpSpPr>
          <a:xfrm>
            <a:off x="-10000000" y="-10000000"/>
            <a:ext cx="0" cy="0"/>
            <a:chOff x="3374387" y="3821452"/>
            <a:chExt cx="461811" cy="2070141"/>
          </a:xfrm>
          <a:gradFill>
            <a:gsLst>
              <a:gs pos="66000">
                <a:srgbClr val="D8D2F6"/>
              </a:gs>
              <a:gs pos="0">
                <a:srgbClr val="F29624"/>
              </a:gs>
            </a:gsLst>
            <a:lin ang="16200000" scaled="1"/>
          </a:gradFill>
        </p:grpSpPr>
        <p:sp>
          <p:nvSpPr>
            <p:cNvPr id="50" name="圆角矩形"/>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51" name="圆形"/>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52" name="组合 75"/>
          <p:cNvGrpSpPr/>
          <p:nvPr/>
        </p:nvGrpSpPr>
        <p:grpSpPr>
          <a:xfrm>
            <a:off x="-10000000" y="-10000000"/>
            <a:ext cx="0" cy="0"/>
            <a:chOff x="1571263" y="5376608"/>
            <a:chExt cx="2264935" cy="522466"/>
          </a:xfrm>
          <a:gradFill flip="none" rotWithShape="1">
            <a:gsLst>
              <a:gs pos="0">
                <a:srgbClr val="441D85"/>
              </a:gs>
              <a:gs pos="68000">
                <a:srgbClr val="D8D2F6">
                  <a:lumMod val="100000"/>
                </a:srgbClr>
              </a:gs>
            </a:gsLst>
            <a:lin ang="0" scaled="1"/>
            <a:tileRect/>
          </a:gradFill>
        </p:grpSpPr>
        <p:sp>
          <p:nvSpPr>
            <p:cNvPr id="53" name="圆角矩形"/>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54" name="圆形"/>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55" name="组合 78"/>
          <p:cNvGrpSpPr/>
          <p:nvPr/>
        </p:nvGrpSpPr>
        <p:grpSpPr>
          <a:xfrm>
            <a:off x="-10000000" y="-10000000"/>
            <a:ext cx="0" cy="0"/>
            <a:chOff x="3374387" y="3821452"/>
            <a:chExt cx="461811" cy="2070141"/>
          </a:xfrm>
          <a:gradFill>
            <a:gsLst>
              <a:gs pos="66000">
                <a:srgbClr val="D8D2F6"/>
              </a:gs>
              <a:gs pos="0">
                <a:srgbClr val="F29624"/>
              </a:gs>
            </a:gsLst>
            <a:lin ang="16200000" scaled="1"/>
          </a:gradFill>
        </p:grpSpPr>
        <p:sp>
          <p:nvSpPr>
            <p:cNvPr id="56" name="圆角矩形"/>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57" name="圆形"/>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sp>
        <p:nvSpPr>
          <p:cNvPr id="58" name="文本框 84"/>
          <p:cNvSpPr txBox="1"/>
          <p:nvPr/>
        </p:nvSpPr>
        <p:spPr>
          <a:xfrm>
            <a:off x="-10000000" y="-10000000"/>
            <a:ext cx="0" cy="0"/>
          </a:xfrm>
          <a:prstGeom prst="rect">
            <a:avLst/>
          </a:prstGeom>
          <a:noFill/>
        </p:spPr>
        <p:txBody>
          <a:bodyPr anchor="ctr"/>
          <a:lstStyle/>
          <a:p>
            <a:pPr marL="0" marR="0" lvl="0" indent="0" algn="ctr" defTabSz="1167686" rtl="0" eaLnBrk="1" fontAlgn="auto" latinLnBrk="0" hangingPunct="0">
              <a:lnSpc>
                <a:spcPct val="100000"/>
              </a:lnSpc>
              <a:spcBef>
                <a:spcPts val="0"/>
              </a:spcBef>
              <a:spcAft>
                <a:spcPts val="0"/>
              </a:spcAft>
              <a:buClrTx/>
              <a:buSzTx/>
              <a:buFontTx/>
              <a:buNone/>
              <a:tabLst/>
              <a:defRPr/>
            </a:pPr>
            <a:r>
              <a:rPr b="1" sz="100" lang="zh-CN">
                <a:latin typeface="Microsoft YaHei"/>
                <a:ea typeface="Microsoft YaHei"/>
                <a:solidFill>
                  <a:srgbClr val="4B2A88"/>
                </a:solidFill>
              </a:rPr>
              <a:t/>
            </a:r>
          </a:p>
        </p:txBody>
      </p:sp>
      <p:sp>
        <p:nvSpPr>
          <p:cNvPr id="59" name="2021年12月 锁定World Final 名额"/>
          <p:cNvSpPr txBox="1"/>
          <p:nvPr/>
        </p:nvSpPr>
        <p:spPr>
          <a:xfrm>
            <a:off x="-10000000" y="-10000000"/>
            <a:ext cx="0" cy="0"/>
          </a:xfrm>
          <a:prstGeom prst="rect">
            <a:avLst/>
          </a:prstGeom>
          <a:ln w="12700">
            <a:miter lim="400000"/>
          </a:ln>
        </p:spPr>
        <p:txBody>
          <a:bodyPr anchor="ctr"/>
          <a:lstStyle/>
          <a:p>
            <a:pPr algn="ctr"/>
            <a:r>
              <a:rPr b="1" sz="100" lang="zh-CN">
                <a:latin typeface="Microsoft YaHei"/>
                <a:ea typeface="Microsoft YaHei"/>
                <a:solidFill>
                  <a:srgbClr val="4B2A88"/>
                </a:solidFill>
              </a:rPr>
              <a:t/>
            </a:r>
          </a:p>
        </p:txBody>
      </p:sp>
      <p:pic>
        <p:nvPicPr>
          <p:cNvPr id="60" name="图片 18">
            <a:extLst>
              <a:ext uri="{FF2B5EF4-FFF2-40B4-BE49-F238E27FC236}">
                <a16:creationId xmlns:a16="http://schemas.microsoft.com/office/drawing/2014/main" id="{D2759A77-42EE-267A-1EE6-98C884A460C6}"/>
              </a:ext>
            </a:extLst>
          </p:cNvPr>
          <p:cNvPicPr>
            <a:picLocks noChangeAspect="1"/>
          </p:cNvPicPr>
          <p:nvPr/>
        </p:nvPicPr>
        <p:blipFill>
          <a:blip r:embed="rId6" cstate="print"/>
          <a:stretch>
            <a:fillRect/>
          </a:stretch>
        </p:blipFill>
        <p:spPr>
          <a:xfrm>
            <a:off x="-401919" y="196268"/>
            <a:ext cx="6637825" cy="925594"/>
          </a:xfrm>
          <a:prstGeom prst="rect">
            <a:avLst/>
          </a:prstGeom>
        </p:spPr>
      </p:pic>
      <p:sp>
        <p:nvSpPr>
          <p:cNvPr id="27" name="文本框 11">
            <a:extLst>
              <a:ext uri="{FF2B5EF4-FFF2-40B4-BE49-F238E27FC236}">
                <a16:creationId xmlns:a16="http://schemas.microsoft.com/office/drawing/2014/main" id="{D269CFF6-5C55-2B19-7A97-AEAEC68C37C9}"/>
              </a:ext>
            </a:extLst>
          </p:cNvPr>
          <p:cNvSpPr txBox="1"/>
          <p:nvPr/>
        </p:nvSpPr>
        <p:spPr>
          <a:xfrm>
            <a:off x="-1817145" y="9557605"/>
            <a:ext cx="4633521" cy="323165"/>
          </a:xfrm>
          <a:prstGeom prst="rect">
            <a:avLst/>
          </a:prstGeom>
          <a:noFill/>
        </p:spPr>
        <p:txBody>
          <a:bodyPr/>
          <a:lstStyle/>
          <a:p>
            <a:r>
              <a:rPr sz="1500" lang="zh-CN"/>
              <a:t>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926EE-7507-1BCD-A969-6F31D99CFC5C}"/>
            </a:ext>
          </a:extLst>
        </p:cNvPr>
        <p:cNvGrpSpPr/>
        <p:nvPr/>
      </p:nvGrpSpPr>
      <p:grpSpPr>
        <a:xfrm>
          <a:off x="0" y="0"/>
          <a:ext cx="0" cy="0"/>
          <a:chOff x="0" y="0"/>
          <a:chExt cx="0" cy="0"/>
        </a:xfrm>
      </p:grpSpPr>
      <p:grpSp>
        <p:nvGrpSpPr>
          <p:cNvPr id="61" name="组合 5">
            <a:extLst>
              <a:ext uri="{FF2B5EF4-FFF2-40B4-BE49-F238E27FC236}">
                <a16:creationId xmlns:a16="http://schemas.microsoft.com/office/drawing/2014/main" id="{CC2D1FDA-686E-E6B7-72A7-F557DFAE2F39}"/>
              </a:ext>
            </a:extLst>
          </p:cNvPr>
          <p:cNvGrpSpPr/>
          <p:nvPr/>
        </p:nvGrpSpPr>
        <p:grpSpPr>
          <a:xfrm>
            <a:off x="9752" y="255633"/>
            <a:ext cx="7549923" cy="9999797"/>
            <a:chOff x="9752" y="255633"/>
            <a:chExt cx="7549923" cy="9999797"/>
          </a:xfrm>
        </p:grpSpPr>
        <p:pic>
          <p:nvPicPr>
            <p:cNvPr id="62" name="图片 6">
              <a:extLst>
                <a:ext uri="{FF2B5EF4-FFF2-40B4-BE49-F238E27FC236}">
                  <a16:creationId xmlns:a16="http://schemas.microsoft.com/office/drawing/2014/main" id="{2B91E54F-27A4-06A2-E466-B197C236EC77}"/>
                </a:ext>
              </a:extLst>
            </p:cNvPr>
            <p:cNvPicPr>
              <a:picLocks noChangeAspect="1"/>
            </p:cNvPicPr>
            <p:nvPr/>
          </p:nvPicPr>
          <p:blipFill>
            <a:blip r:embed="rId3"/>
            <a:srcRect r="1505"/>
            <a:stretch/>
          </p:blipFill>
          <p:spPr>
            <a:xfrm>
              <a:off x="9752" y="255633"/>
              <a:ext cx="7549923" cy="9999797"/>
            </a:xfrm>
            <a:prstGeom prst="rect">
              <a:avLst/>
            </a:prstGeom>
          </p:spPr>
        </p:pic>
        <p:pic>
          <p:nvPicPr>
            <p:cNvPr id="63" name="图片 7">
              <a:extLst>
                <a:ext uri="{FF2B5EF4-FFF2-40B4-BE49-F238E27FC236}">
                  <a16:creationId xmlns:a16="http://schemas.microsoft.com/office/drawing/2014/main" id="{38E17662-FEAE-1533-B1C5-E8347B9E1098}"/>
                </a:ext>
              </a:extLst>
            </p:cNvPr>
            <p:cNvPicPr>
              <a:picLocks noChangeAspect="1"/>
            </p:cNvPicPr>
            <p:nvPr/>
          </p:nvPicPr>
          <p:blipFill>
            <a:blip r:embed="rId4"/>
            <a:stretch>
              <a:fillRect/>
            </a:stretch>
          </p:blipFill>
          <p:spPr>
            <a:xfrm>
              <a:off x="2733503" y="958361"/>
              <a:ext cx="4803852" cy="183897"/>
            </a:xfrm>
            <a:prstGeom prst="rect">
              <a:avLst/>
            </a:prstGeom>
          </p:spPr>
        </p:pic>
        <p:pic>
          <p:nvPicPr>
            <p:cNvPr id="64" name="图片 8">
              <a:extLst>
                <a:ext uri="{FF2B5EF4-FFF2-40B4-BE49-F238E27FC236}">
                  <a16:creationId xmlns:a16="http://schemas.microsoft.com/office/drawing/2014/main" id="{5C3BA506-2B0C-30E7-4A8E-86E4961B29A0}"/>
                </a:ext>
              </a:extLst>
            </p:cNvPr>
            <p:cNvPicPr>
              <a:picLocks noChangeAspect="1"/>
            </p:cNvPicPr>
            <p:nvPr/>
          </p:nvPicPr>
          <p:blipFill>
            <a:blip r:embed="rId5"/>
            <a:stretch>
              <a:fillRect/>
            </a:stretch>
          </p:blipFill>
          <p:spPr>
            <a:xfrm>
              <a:off x="2955317" y="489607"/>
              <a:ext cx="4480144" cy="476842"/>
            </a:xfrm>
            <a:prstGeom prst="rect">
              <a:avLst/>
            </a:prstGeom>
          </p:spPr>
        </p:pic>
      </p:grpSp>
      <p:pic>
        <p:nvPicPr>
          <p:cNvPr id="2" name="图片 29">
            <a:extLst>
              <a:ext uri="{FF2B5EF4-FFF2-40B4-BE49-F238E27FC236}">
                <a16:creationId xmlns:a16="http://schemas.microsoft.com/office/drawing/2014/main" id="{CD34C236-DFD4-8789-C873-AE2BEBEF63F0}"/>
              </a:ext>
            </a:extLst>
          </p:cNvPr>
          <p:cNvPicPr>
            <a:picLocks noChangeAspect="1"/>
          </p:cNvPicPr>
          <p:nvPr/>
        </p:nvPicPr>
        <p:blipFill>
          <a:blip r:embed="rId6" cstate="print"/>
          <a:stretch>
            <a:fillRect/>
          </a:stretch>
        </p:blipFill>
        <p:spPr>
          <a:xfrm>
            <a:off x="1336928" y="196268"/>
            <a:ext cx="6637825" cy="925594"/>
          </a:xfrm>
          <a:prstGeom prst="rect">
            <a:avLst/>
          </a:prstGeom>
        </p:spPr>
      </p:pic>
      <p:sp>
        <p:nvSpPr>
          <p:cNvPr id="3" name="矩形: 圆角 71">
            <a:extLst>
              <a:ext uri="{FF2B5EF4-FFF2-40B4-BE49-F238E27FC236}">
                <a16:creationId xmlns:a16="http://schemas.microsoft.com/office/drawing/2014/main" id="{41EDAF81-EAAE-B242-AC4A-DD650807503D}"/>
              </a:ext>
            </a:extLst>
          </p:cNvPr>
          <p:cNvSpPr/>
          <p:nvPr/>
        </p:nvSpPr>
        <p:spPr>
          <a:xfrm>
            <a:off x="613065" y="7674515"/>
            <a:ext cx="2362036" cy="1841123"/>
          </a:xfrm>
          <a:prstGeom prst="rect">
            <a:avLst/>
          </a:prstGeom>
          <a:solidFill>
            <a:srgbClr val="9C8AD0"/>
          </a:solidFill>
          <a:ln w="9525">
            <a:noFill/>
          </a:ln>
          <a:effectLst/>
        </p:spPr>
        <p:txBody>
          <a:bodyPr lIns="27955" tIns="14568" rIns="27955" bIns="14568" anchor="ctr"/>
          <a:lstStyle/>
          <a:p>
            <a:pPr algn="l" defTabSz="283534" hangingPunct="1">
              <a:buFont typeface="阿里巴巴普惠体 Heavy" panose="00020600040101010101" charset="-122"/>
            </a:pPr>
            <a:endParaRPr lang="zh-CN" altLang="en-US" sz="558" kern="1200">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sp>
        <p:nvSpPr>
          <p:cNvPr id="4" name="矩形 26">
            <a:extLst>
              <a:ext uri="{FF2B5EF4-FFF2-40B4-BE49-F238E27FC236}">
                <a16:creationId xmlns:a16="http://schemas.microsoft.com/office/drawing/2014/main" id="{9ACE9844-256A-0FF1-0D50-CB7526E51C2E}"/>
              </a:ext>
            </a:extLst>
          </p:cNvPr>
          <p:cNvSpPr/>
          <p:nvPr/>
        </p:nvSpPr>
        <p:spPr>
          <a:xfrm rot="5400000" flipH="1">
            <a:off x="3515717" y="-971165"/>
            <a:ext cx="888289" cy="6946555"/>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5" name="object 18">
            <a:extLst>
              <a:ext uri="{FF2B5EF4-FFF2-40B4-BE49-F238E27FC236}">
                <a16:creationId xmlns:a16="http://schemas.microsoft.com/office/drawing/2014/main" id="{837CB0D3-2266-4D65-4DF6-750EF8F3D9D7}"/>
              </a:ext>
            </a:extLst>
          </p:cNvPr>
          <p:cNvSpPr/>
          <p:nvPr/>
        </p:nvSpPr>
        <p:spPr>
          <a:xfrm rot="16200000" flipV="1">
            <a:off x="36807" y="1982878"/>
            <a:ext cx="384083" cy="873033"/>
          </a:xfrm>
          <a:custGeom>
            <a:avLst/>
            <a:gdLst/>
            <a:ahLst/>
            <a:cxnLst/>
            <a:rect l="l" t="t" r="r" b="b"/>
            <a:pathLst>
              <a:path w="18185765">
                <a:moveTo>
                  <a:pt x="0" y="0"/>
                </a:moveTo>
                <a:lnTo>
                  <a:pt x="18185310" y="0"/>
                </a:lnTo>
              </a:path>
            </a:pathLst>
          </a:custGeom>
          <a:ln w="73025">
            <a:solidFill>
              <a:srgbClr val="FFA701"/>
            </a:solidFill>
          </a:ln>
        </p:spPr>
        <p:txBody>
          <a:bodyPr wrap="square" lIns="0" tIns="0" rIns="0" bIns="0" rtlCol="0"/>
          <a:lstStyle/>
          <a:p>
            <a:pPr>
              <a:defRPr/>
            </a:pPr>
            <a:endParaRPr sz="903">
              <a:latin typeface="Microsoft YaHei" panose="020B0503020204020204" pitchFamily="34" charset="-122"/>
              <a:ea typeface="Microsoft YaHei" panose="020B0503020204020204" pitchFamily="34" charset="-122"/>
              <a:cs typeface="Helvetica Neue"/>
            </a:endParaRPr>
          </a:p>
        </p:txBody>
      </p:sp>
      <p:sp>
        <p:nvSpPr>
          <p:cNvPr id="6" name="文本框 8">
            <a:extLst>
              <a:ext uri="{FF2B5EF4-FFF2-40B4-BE49-F238E27FC236}">
                <a16:creationId xmlns:a16="http://schemas.microsoft.com/office/drawing/2014/main" id="{5A1A0D0B-D45D-8781-1489-7F81D0E0DDFA}"/>
              </a:ext>
            </a:extLst>
          </p:cNvPr>
          <p:cNvSpPr txBox="1"/>
          <p:nvPr/>
        </p:nvSpPr>
        <p:spPr>
          <a:xfrm>
            <a:off x="690000" y="2180000"/>
            <a:ext cx="6650000" cy="1430000"/>
          </a:xfrm>
          <a:prstGeom prst="rect">
            <a:avLst/>
          </a:prstGeom>
          <a:noFill/>
        </p:spPr>
        <p:txBody>
          <a:bodyPr/>
          <a:lstStyle/>
          <a:p>
            <a:pPr algn="l">
              <a:lnSpc>
                <a:spcPct val="125000"/>
              </a:lnSpc>
            </a:pPr>
            <a:r>
              <a:rPr sz="1280" lang="zh-CN"/>
              <a:t>截止2026年，累计获得38枚金奖、37枚银奖、20枚铜奖</a:t>
            </a:r>
          </a:p>
          <a:p>
            <a:pPr algn="l">
              <a:lnSpc>
                <a:spcPct val="125000"/>
              </a:lnSpc>
            </a:pPr>
            <a:r>
              <a:rPr sz="1280" lang="zh-CN"/>
              <a:t>曾获得ICPC亚洲区域赛亚军、季军等奖项</a:t>
            </a:r>
          </a:p>
          <a:p>
            <a:pPr algn="l">
              <a:lnSpc>
                <a:spcPct val="125000"/>
              </a:lnSpc>
            </a:pPr>
            <a:r>
              <a:rPr sz="1280" lang="zh-CN"/>
              <a:t>WTYTO队获2025年中国大学生程序设计竞赛女生专场冠军。</a:t>
            </a:r>
          </a:p>
          <a:p>
            <a:pPr algn="l">
              <a:lnSpc>
                <a:spcPct val="125000"/>
              </a:lnSpc>
            </a:pPr>
            <a:r>
              <a:rPr sz="1280" lang="zh-CN"/>
              <a:t>Mynoghra队获得2026年广东大学生程序设计竞赛冠军。</a:t>
            </a:r>
          </a:p>
        </p:txBody>
      </p:sp>
      <p:grpSp>
        <p:nvGrpSpPr>
          <p:cNvPr id="7" name="组合 6">
            <a:extLst>
              <a:ext uri="{FF2B5EF4-FFF2-40B4-BE49-F238E27FC236}">
                <a16:creationId xmlns:a16="http://schemas.microsoft.com/office/drawing/2014/main" id="{510080E3-767C-3EAB-D0B3-9011799C908D}"/>
              </a:ext>
            </a:extLst>
          </p:cNvPr>
          <p:cNvGrpSpPr/>
          <p:nvPr/>
        </p:nvGrpSpPr>
        <p:grpSpPr>
          <a:xfrm>
            <a:off x="466621" y="4017649"/>
            <a:ext cx="6958509" cy="730196"/>
            <a:chOff x="756913" y="4002815"/>
            <a:chExt cx="6276329" cy="730196"/>
          </a:xfrm>
        </p:grpSpPr>
        <p:sp>
          <p:nvSpPr>
            <p:cNvPr id="8" name="矩形 32">
              <a:extLst>
                <a:ext uri="{FF2B5EF4-FFF2-40B4-BE49-F238E27FC236}">
                  <a16:creationId xmlns:a16="http://schemas.microsoft.com/office/drawing/2014/main" id="{21447E49-E04C-04CF-CB4B-D026D7C2CC96}"/>
                </a:ext>
              </a:extLst>
            </p:cNvPr>
            <p:cNvSpPr/>
            <p:nvPr/>
          </p:nvSpPr>
          <p:spPr>
            <a:xfrm rot="5400000" flipH="1">
              <a:off x="3534719" y="1234488"/>
              <a:ext cx="730196" cy="626685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9" name="object 18">
              <a:extLst>
                <a:ext uri="{FF2B5EF4-FFF2-40B4-BE49-F238E27FC236}">
                  <a16:creationId xmlns:a16="http://schemas.microsoft.com/office/drawing/2014/main" id="{B4F795AF-382F-078F-BC28-459F7FCD890F}"/>
                </a:ext>
              </a:extLst>
            </p:cNvPr>
            <p:cNvSpPr/>
            <p:nvPr/>
          </p:nvSpPr>
          <p:spPr>
            <a:xfrm rot="16200000" flipV="1">
              <a:off x="660918" y="4240165"/>
              <a:ext cx="373192" cy="181201"/>
            </a:xfrm>
            <a:custGeom>
              <a:avLst/>
              <a:gdLst/>
              <a:ahLst/>
              <a:cxnLst/>
              <a:rect l="l" t="t" r="r" b="b"/>
              <a:pathLst>
                <a:path w="18185765">
                  <a:moveTo>
                    <a:pt x="0" y="0"/>
                  </a:moveTo>
                  <a:lnTo>
                    <a:pt x="18185310" y="0"/>
                  </a:lnTo>
                </a:path>
              </a:pathLst>
            </a:custGeom>
            <a:ln w="73025">
              <a:solidFill>
                <a:srgbClr val="FFA701"/>
              </a:solidFill>
            </a:ln>
          </p:spPr>
          <p:txBody>
            <a:bodyPr wrap="square" lIns="0" tIns="0" rIns="0" bIns="0" rtlCol="0"/>
            <a:lstStyle/>
            <a:p>
              <a:pPr>
                <a:defRPr/>
              </a:pPr>
              <a:endParaRPr sz="903">
                <a:latin typeface="Microsoft YaHei" panose="020B0503020204020204" pitchFamily="34" charset="-122"/>
                <a:ea typeface="Microsoft YaHei" panose="020B0503020204020204" pitchFamily="34" charset="-122"/>
                <a:cs typeface="Helvetica Neue"/>
              </a:endParaRPr>
            </a:p>
          </p:txBody>
        </p:sp>
        <p:sp>
          <p:nvSpPr>
            <p:cNvPr id="10" name="文本框 10">
              <a:extLst>
                <a:ext uri="{FF2B5EF4-FFF2-40B4-BE49-F238E27FC236}">
                  <a16:creationId xmlns:a16="http://schemas.microsoft.com/office/drawing/2014/main" id="{7F49DA22-0C31-9867-64D2-D784A4DBA4F1}"/>
                </a:ext>
              </a:extLst>
            </p:cNvPr>
            <p:cNvSpPr txBox="1"/>
            <p:nvPr/>
          </p:nvSpPr>
          <p:spPr>
            <a:xfrm>
              <a:off x="975280" y="4150435"/>
              <a:ext cx="5433471" cy="369332"/>
            </a:xfrm>
            <a:prstGeom prst="rect">
              <a:avLst/>
            </a:prstGeom>
            <a:noFill/>
          </p:spPr>
          <p:txBody>
            <a:bodyPr wrap="square">
              <a:spAutoFit/>
            </a:bodyPr>
            <a:lstStyle/>
            <a:p>
              <a:pPr algn="l" defTabSz="1007943" hangingPunct="1">
                <a:lnSpc>
                  <a:spcPct val="90000"/>
                </a:lnSpc>
                <a:spcBef>
                  <a:spcPct val="1"/>
                </a:spcBef>
                <a:defRPr sz="1715" b="1"/>
              </a:pPr>
              <a:r>
                <a:rPr lang="zh-CN" altLang="en-US" sz="2000" b="1" kern="1200" dirty="0">
                  <a:solidFill>
                    <a:srgbClr val="441D85"/>
                  </a:solidFill>
                  <a:latin typeface="Microsoft YaHei" panose="020B0503020204020204" pitchFamily="34" charset="-122"/>
                  <a:ea typeface="Microsoft YaHei" panose="020B0503020204020204" pitchFamily="34" charset="-122"/>
                </a:rPr>
                <a:t>连续举办</a:t>
              </a:r>
              <a:r>
                <a:rPr lang="en-US" altLang="zh-CN" sz="2000" b="1" kern="1200" dirty="0">
                  <a:solidFill>
                    <a:srgbClr val="441D85"/>
                  </a:solidFill>
                  <a:latin typeface="Microsoft YaHei" panose="020B0503020204020204" pitchFamily="34" charset="-122"/>
                  <a:ea typeface="Microsoft YaHei" panose="020B0503020204020204" pitchFamily="34" charset="-122"/>
                </a:rPr>
                <a:t>2023-2026</a:t>
              </a:r>
              <a:r>
                <a:rPr lang="zh-CN" altLang="en-US" sz="2000" b="1" kern="1200" dirty="0">
                  <a:solidFill>
                    <a:srgbClr val="441D85"/>
                  </a:solidFill>
                  <a:latin typeface="Microsoft YaHei" panose="020B0503020204020204" pitchFamily="34" charset="-122"/>
                  <a:ea typeface="Microsoft YaHei" panose="020B0503020204020204" pitchFamily="34" charset="-122"/>
                </a:rPr>
                <a:t>年校内程序设计竞赛</a:t>
              </a:r>
            </a:p>
          </p:txBody>
        </p:sp>
      </p:grpSp>
      <p:pic>
        <p:nvPicPr>
          <p:cNvPr id="11" name="IMG_0586.jpeg" descr="IMG_0586.jpeg">
            <a:extLst>
              <a:ext uri="{FF2B5EF4-FFF2-40B4-BE49-F238E27FC236}">
                <a16:creationId xmlns:a16="http://schemas.microsoft.com/office/drawing/2014/main" id="{E5A39C91-5B06-4FA9-6FA6-636AA89BDA63}"/>
              </a:ext>
            </a:extLst>
          </p:cNvPr>
          <p:cNvPicPr>
            <a:picLocks noChangeAspect="1"/>
          </p:cNvPicPr>
          <p:nvPr/>
        </p:nvPicPr>
        <p:blipFill rotWithShape="1">
          <a:blip r:embed="rId7"/>
          <a:srcRect r="1304"/>
          <a:stretch/>
        </p:blipFill>
        <p:spPr>
          <a:xfrm>
            <a:off x="801837" y="6970747"/>
            <a:ext cx="3470905" cy="2344506"/>
          </a:xfrm>
          <a:prstGeom prst="rect">
            <a:avLst/>
          </a:prstGeom>
          <a:ln w="12700">
            <a:miter lim="400000"/>
            <a:headEnd/>
            <a:tailEnd/>
          </a:ln>
          <a:effectLst>
            <a:outerShdw blurRad="558800" dist="38100" dir="18900000" sx="96000" sy="96000" algn="bl" rotWithShape="0">
              <a:srgbClr val="441D85">
                <a:alpha val="52000"/>
              </a:srgbClr>
            </a:outerShdw>
          </a:effectLst>
        </p:spPr>
      </p:pic>
      <p:sp>
        <p:nvSpPr>
          <p:cNvPr id="12" name="Title Placeholder 1">
            <a:extLst>
              <a:ext uri="{FF2B5EF4-FFF2-40B4-BE49-F238E27FC236}">
                <a16:creationId xmlns:a16="http://schemas.microsoft.com/office/drawing/2014/main" id="{2DAC03FF-340C-1BEC-9CFA-E275DBC46AE9}"/>
              </a:ext>
            </a:extLst>
          </p:cNvPr>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竞赛队成果</a:t>
            </a:r>
            <a:endParaRPr lang="en-CN" sz="3200"/>
          </a:p>
        </p:txBody>
      </p:sp>
      <p:cxnSp>
        <p:nvCxnSpPr>
          <p:cNvPr id="13" name="图形">
            <a:extLst>
              <a:ext uri="{FF2B5EF4-FFF2-40B4-BE49-F238E27FC236}">
                <a16:creationId xmlns:a16="http://schemas.microsoft.com/office/drawing/2014/main" id="{9A928D4A-8155-2A65-94EE-407ADC7ED97E}"/>
              </a:ext>
            </a:extLst>
          </p:cNvPr>
          <p:cNvCxnSpPr/>
          <p:nvPr/>
        </p:nvCxnSpPr>
        <p:spPr>
          <a:xfrm>
            <a:off x="466621"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nvGrpSpPr>
          <p:cNvPr id="14" name="组合 13">
            <a:extLst>
              <a:ext uri="{FF2B5EF4-FFF2-40B4-BE49-F238E27FC236}">
                <a16:creationId xmlns:a16="http://schemas.microsoft.com/office/drawing/2014/main" id="{C969B675-B01C-D532-7C4B-CD68456B0B37}"/>
              </a:ext>
            </a:extLst>
          </p:cNvPr>
          <p:cNvGrpSpPr/>
          <p:nvPr/>
        </p:nvGrpSpPr>
        <p:grpSpPr>
          <a:xfrm>
            <a:off x="486584" y="4667700"/>
            <a:ext cx="6958507" cy="730196"/>
            <a:chOff x="774919" y="3739733"/>
            <a:chExt cx="6276327" cy="730196"/>
          </a:xfrm>
        </p:grpSpPr>
        <p:sp>
          <p:nvSpPr>
            <p:cNvPr id="15" name="矩形 32">
              <a:extLst>
                <a:ext uri="{FF2B5EF4-FFF2-40B4-BE49-F238E27FC236}">
                  <a16:creationId xmlns:a16="http://schemas.microsoft.com/office/drawing/2014/main" id="{205E3DE3-028E-E257-832C-D30C71E5C28B}"/>
                </a:ext>
              </a:extLst>
            </p:cNvPr>
            <p:cNvSpPr/>
            <p:nvPr/>
          </p:nvSpPr>
          <p:spPr>
            <a:xfrm rot="5400000" flipH="1">
              <a:off x="3552723" y="971406"/>
              <a:ext cx="730196" cy="626685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16" name="object 18">
              <a:extLst>
                <a:ext uri="{FF2B5EF4-FFF2-40B4-BE49-F238E27FC236}">
                  <a16:creationId xmlns:a16="http://schemas.microsoft.com/office/drawing/2014/main" id="{FA92C1B2-1CAD-420C-BD70-9FF4E64776AD}"/>
                </a:ext>
              </a:extLst>
            </p:cNvPr>
            <p:cNvSpPr/>
            <p:nvPr/>
          </p:nvSpPr>
          <p:spPr>
            <a:xfrm rot="16200000" flipV="1">
              <a:off x="678924" y="3977083"/>
              <a:ext cx="373192" cy="181201"/>
            </a:xfrm>
            <a:custGeom>
              <a:avLst/>
              <a:gdLst/>
              <a:ahLst/>
              <a:cxnLst/>
              <a:rect l="l" t="t" r="r" b="b"/>
              <a:pathLst>
                <a:path w="18185765">
                  <a:moveTo>
                    <a:pt x="0" y="0"/>
                  </a:moveTo>
                  <a:lnTo>
                    <a:pt x="18185310" y="0"/>
                  </a:lnTo>
                </a:path>
              </a:pathLst>
            </a:custGeom>
            <a:ln w="73025">
              <a:solidFill>
                <a:srgbClr val="FFA701"/>
              </a:solidFill>
            </a:ln>
          </p:spPr>
          <p:txBody>
            <a:bodyPr wrap="square" lIns="0" tIns="0" rIns="0" bIns="0" rtlCol="0"/>
            <a:lstStyle/>
            <a:p>
              <a:pPr>
                <a:defRPr/>
              </a:pPr>
              <a:endParaRPr sz="903">
                <a:latin typeface="Microsoft YaHei" panose="020B0503020204020204" pitchFamily="34" charset="-122"/>
                <a:ea typeface="Microsoft YaHei" panose="020B0503020204020204" pitchFamily="34" charset="-122"/>
                <a:cs typeface="Helvetica Neue"/>
              </a:endParaRPr>
            </a:p>
          </p:txBody>
        </p:sp>
        <p:sp>
          <p:nvSpPr>
            <p:cNvPr id="17" name="文本框 10">
              <a:extLst>
                <a:ext uri="{FF2B5EF4-FFF2-40B4-BE49-F238E27FC236}">
                  <a16:creationId xmlns:a16="http://schemas.microsoft.com/office/drawing/2014/main" id="{4AC7A539-883D-111D-9021-647AA9290F0A}"/>
                </a:ext>
              </a:extLst>
            </p:cNvPr>
            <p:cNvSpPr txBox="1"/>
            <p:nvPr/>
          </p:nvSpPr>
          <p:spPr>
            <a:xfrm>
              <a:off x="993286" y="3887353"/>
              <a:ext cx="5433471" cy="369332"/>
            </a:xfrm>
            <a:prstGeom prst="rect">
              <a:avLst/>
            </a:prstGeom>
            <a:noFill/>
          </p:spPr>
          <p:txBody>
            <a:bodyPr wrap="square">
              <a:spAutoFit/>
            </a:bodyPr>
            <a:lstStyle/>
            <a:p>
              <a:pPr algn="l" defTabSz="1007943" hangingPunct="1">
                <a:lnSpc>
                  <a:spcPct val="90000"/>
                </a:lnSpc>
                <a:spcBef>
                  <a:spcPct val="1"/>
                </a:spcBef>
                <a:defRPr sz="1715" b="1"/>
              </a:pPr>
              <a:r>
                <a:rPr lang="zh-CN" altLang="en-US" sz="2000" b="1" kern="1200" dirty="0">
                  <a:solidFill>
                    <a:srgbClr val="441D85"/>
                  </a:solidFill>
                  <a:latin typeface="Microsoft YaHei" panose="020B0503020204020204" pitchFamily="34" charset="-122"/>
                  <a:ea typeface="Microsoft YaHei" panose="020B0503020204020204" pitchFamily="34" charset="-122"/>
                  <a:cs typeface="+mj-cs"/>
                </a:rPr>
                <a:t>连续举办</a:t>
              </a:r>
              <a:r>
                <a:rPr lang="en-US" altLang="zh-CN" sz="2000" b="1" kern="1200" dirty="0">
                  <a:solidFill>
                    <a:srgbClr val="441D85"/>
                  </a:solidFill>
                  <a:latin typeface="Microsoft YaHei" panose="020B0503020204020204" pitchFamily="34" charset="-122"/>
                  <a:ea typeface="Microsoft YaHei" panose="020B0503020204020204" pitchFamily="34" charset="-122"/>
                  <a:cs typeface="+mj-cs"/>
                </a:rPr>
                <a:t>2025-2026</a:t>
              </a:r>
              <a:r>
                <a:rPr lang="zh-CN" altLang="en-US" sz="2000" b="1" kern="1200" dirty="0">
                  <a:solidFill>
                    <a:srgbClr val="441D85"/>
                  </a:solidFill>
                  <a:latin typeface="Microsoft YaHei" panose="020B0503020204020204" pitchFamily="34" charset="-122"/>
                  <a:ea typeface="Microsoft YaHei" panose="020B0503020204020204" pitchFamily="34" charset="-122"/>
                  <a:cs typeface="+mj-cs"/>
                </a:rPr>
                <a:t>年粤港澳大湾区国际编程大赛</a:t>
              </a:r>
            </a:p>
          </p:txBody>
        </p:sp>
      </p:grpSp>
      <p:grpSp>
        <p:nvGrpSpPr>
          <p:cNvPr id="18" name="组合 17">
            <a:extLst>
              <a:ext uri="{FF2B5EF4-FFF2-40B4-BE49-F238E27FC236}">
                <a16:creationId xmlns:a16="http://schemas.microsoft.com/office/drawing/2014/main" id="{A8960B98-A112-1077-BDD7-8D8CE0B24D94}"/>
              </a:ext>
            </a:extLst>
          </p:cNvPr>
          <p:cNvGrpSpPr/>
          <p:nvPr/>
        </p:nvGrpSpPr>
        <p:grpSpPr>
          <a:xfrm>
            <a:off x="-10000000" y="-10000000"/>
            <a:ext cx="0" cy="0"/>
            <a:chOff x="756913" y="4002815"/>
            <a:chExt cx="6283553" cy="730196"/>
          </a:xfrm>
        </p:grpSpPr>
        <p:sp>
          <p:nvSpPr>
            <p:cNvPr id="19" name="矩形 32">
              <a:extLst>
                <a:ext uri="{FF2B5EF4-FFF2-40B4-BE49-F238E27FC236}">
                  <a16:creationId xmlns:a16="http://schemas.microsoft.com/office/drawing/2014/main" id="{40ED07E6-3768-0F0D-B35E-E9DB8DF4584A}"/>
                </a:ext>
              </a:extLst>
            </p:cNvPr>
            <p:cNvSpPr/>
            <p:nvPr/>
          </p:nvSpPr>
          <p:spPr>
            <a:xfrm rot="5400000" flipH="1">
              <a:off x="3534719" y="1234488"/>
              <a:ext cx="730196" cy="626685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tx1"/>
                </a:solidFill>
              </a:endParaRPr>
            </a:p>
          </p:txBody>
        </p:sp>
        <p:sp>
          <p:nvSpPr>
            <p:cNvPr id="20" name="object 18">
              <a:extLst>
                <a:ext uri="{FF2B5EF4-FFF2-40B4-BE49-F238E27FC236}">
                  <a16:creationId xmlns:a16="http://schemas.microsoft.com/office/drawing/2014/main" id="{85878168-D4F3-6CCC-6E35-586B7429283E}"/>
                </a:ext>
              </a:extLst>
            </p:cNvPr>
            <p:cNvSpPr/>
            <p:nvPr/>
          </p:nvSpPr>
          <p:spPr>
            <a:xfrm rot="16200000" flipV="1">
              <a:off x="660918" y="4240165"/>
              <a:ext cx="373192" cy="181201"/>
            </a:xfrm>
            <a:custGeom>
              <a:avLst/>
              <a:gdLst/>
              <a:ahLst/>
              <a:cxnLst/>
              <a:rect l="l" t="t" r="r" b="b"/>
              <a:pathLst>
                <a:path w="18185765">
                  <a:moveTo>
                    <a:pt x="0" y="0"/>
                  </a:moveTo>
                  <a:lnTo>
                    <a:pt x="18185310" y="0"/>
                  </a:lnTo>
                </a:path>
              </a:pathLst>
            </a:custGeom>
            <a:ln w="73025">
              <a:solidFill>
                <a:srgbClr val="FFA701"/>
              </a:solidFill>
            </a:ln>
          </p:spPr>
          <p:txBody>
            <a:bodyPr wrap="square" lIns="0" tIns="0" rIns="0" bIns="0" rtlCol="0"/>
            <a:lstStyle/>
            <a:p>
              <a:pPr>
                <a:defRPr/>
              </a:pPr>
              <a:endParaRPr sz="903">
                <a:solidFill>
                  <a:schemeClr val="tx1"/>
                </a:solidFill>
                <a:latin typeface="Microsoft YaHei" panose="020B0503020204020204" pitchFamily="34" charset="-122"/>
                <a:ea typeface="Microsoft YaHei" panose="020B0503020204020204" pitchFamily="34" charset="-122"/>
                <a:cs typeface="Helvetica Neue"/>
              </a:endParaRPr>
            </a:p>
          </p:txBody>
        </p:sp>
        <p:sp>
          <p:nvSpPr>
            <p:cNvPr id="21" name="文本框 20">
              <a:extLst>
                <a:ext uri="{FF2B5EF4-FFF2-40B4-BE49-F238E27FC236}">
                  <a16:creationId xmlns:a16="http://schemas.microsoft.com/office/drawing/2014/main" id="{953D248B-AD93-379D-DA3A-0C27564F70E9}"/>
                </a:ext>
              </a:extLst>
            </p:cNvPr>
            <p:cNvSpPr txBox="1"/>
            <p:nvPr/>
          </p:nvSpPr>
          <p:spPr>
            <a:xfrm>
              <a:off x="975280" y="4150435"/>
              <a:ext cx="6065186" cy="369332"/>
            </a:xfrm>
            <a:prstGeom prst="rect">
              <a:avLst/>
            </a:prstGeom>
            <a:noFill/>
          </p:spPr>
          <p:txBody>
            <a:bodyPr wrap="square">
              <a:spAutoFit/>
            </a:bodyPr>
            <a:lstStyle/>
            <a:p>
              <a:pPr algn="l" defTabSz="1007943" hangingPunct="1">
                <a:lnSpc>
                  <a:spcPct val="90000"/>
                </a:lnSpc>
                <a:spcBef>
                  <a:spcPct val="1"/>
                </a:spcBef>
                <a:defRPr sz="1715" b="1"/>
              </a:pPr>
              <a:r>
                <a:rPr lang="zh-CN" altLang="en-US" sz="2000" b="1" kern="1200" dirty="0">
                  <a:solidFill>
                    <a:schemeClr val="tx1"/>
                  </a:solidFill>
                  <a:latin typeface="Microsoft YaHei" panose="020B0503020204020204" pitchFamily="34" charset="-122"/>
                  <a:ea typeface="Microsoft YaHei" panose="020B0503020204020204" pitchFamily="34" charset="-122"/>
                  <a:cs typeface="+mj-cs"/>
                </a:rPr>
                <a:t>参与大学招生、开设复习讲座、协助附属学校信奥培训等</a:t>
              </a:r>
            </a:p>
          </p:txBody>
        </p:sp>
      </p:grpSp>
      <p:sp>
        <p:nvSpPr>
          <p:cNvPr id="22" name="文本框 17">
            <a:extLst>
              <a:ext uri="{FF2B5EF4-FFF2-40B4-BE49-F238E27FC236}">
                <a16:creationId xmlns:a16="http://schemas.microsoft.com/office/drawing/2014/main" id="{9ACD5727-0B7F-4264-BABC-F81680548558}"/>
              </a:ext>
            </a:extLst>
          </p:cNvPr>
          <p:cNvSpPr txBox="1"/>
          <p:nvPr/>
        </p:nvSpPr>
        <p:spPr>
          <a:xfrm>
            <a:off x="4778527" y="9557605"/>
            <a:ext cx="4633521" cy="323165"/>
          </a:xfrm>
          <a:prstGeom prst="rect">
            <a:avLst/>
          </a:prstGeom>
          <a:noFill/>
        </p:spPr>
        <p:txBody>
          <a:bodyPr/>
          <a:lstStyle/>
          <a:p>
            <a:r>
              <a:rPr sz="1500" lang="zh-CN"/>
              <a:t>10</a:t>
            </a:r>
          </a:p>
        </p:txBody>
      </p:sp>
      <p:sp>
        <p:nvSpPr>
          <p:cNvPr id="34" name="矩形 32">
            <a:extLst>
              <a:ext uri="{FF2B5EF4-FFF2-40B4-BE49-F238E27FC236}">
                <a16:creationId xmlns:a16="http://schemas.microsoft.com/office/drawing/2014/main" id="{404EF5AD-63C7-4BED-A2EB-3AF91A088442}"/>
              </a:ext>
            </a:extLst>
          </p:cNvPr>
          <p:cNvSpPr/>
          <p:nvPr/>
        </p:nvSpPr>
        <p:spPr>
          <a:xfrm rot="5400000" flipH="1">
            <a:off x="3586032" y="233805"/>
            <a:ext cx="730196" cy="694800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35" name="object 18">
            <a:extLst>
              <a:ext uri="{FF2B5EF4-FFF2-40B4-BE49-F238E27FC236}">
                <a16:creationId xmlns:a16="http://schemas.microsoft.com/office/drawing/2014/main" id="{1B4412E9-6A6A-9A4A-EBBB-4FA723AF2A14}"/>
              </a:ext>
            </a:extLst>
          </p:cNvPr>
          <p:cNvSpPr/>
          <p:nvPr/>
        </p:nvSpPr>
        <p:spPr>
          <a:xfrm rot="16200000" flipV="1">
            <a:off x="380474" y="3570210"/>
            <a:ext cx="373192" cy="200896"/>
          </a:xfrm>
          <a:custGeom>
            <a:avLst/>
            <a:gdLst/>
            <a:ahLst/>
            <a:cxnLst/>
            <a:rect l="l" t="t" r="r" b="b"/>
            <a:pathLst>
              <a:path w="18185765">
                <a:moveTo>
                  <a:pt x="0" y="0"/>
                </a:moveTo>
                <a:lnTo>
                  <a:pt x="18185310" y="0"/>
                </a:lnTo>
              </a:path>
            </a:pathLst>
          </a:custGeom>
          <a:ln w="73025">
            <a:solidFill>
              <a:srgbClr val="FFA701"/>
            </a:solidFill>
          </a:ln>
        </p:spPr>
        <p:txBody>
          <a:bodyPr wrap="square" lIns="0" tIns="0" rIns="0" bIns="0" rtlCol="0"/>
          <a:lstStyle/>
          <a:p>
            <a:pPr>
              <a:defRPr/>
            </a:pPr>
            <a:endParaRPr sz="903">
              <a:latin typeface="Microsoft YaHei" panose="020B0503020204020204" pitchFamily="34" charset="-122"/>
              <a:ea typeface="Microsoft YaHei" panose="020B0503020204020204" pitchFamily="34" charset="-122"/>
              <a:cs typeface="Helvetica Neue"/>
            </a:endParaRPr>
          </a:p>
        </p:txBody>
      </p:sp>
      <p:sp>
        <p:nvSpPr>
          <p:cNvPr id="36" name="文本框 10">
            <a:extLst>
              <a:ext uri="{FF2B5EF4-FFF2-40B4-BE49-F238E27FC236}">
                <a16:creationId xmlns:a16="http://schemas.microsoft.com/office/drawing/2014/main" id="{A349727A-2A00-70E0-066C-7D5CDE6B33C0}"/>
              </a:ext>
            </a:extLst>
          </p:cNvPr>
          <p:cNvSpPr txBox="1"/>
          <p:nvPr/>
        </p:nvSpPr>
        <p:spPr>
          <a:xfrm>
            <a:off x="710000" y="3450000"/>
            <a:ext cx="6450000" cy="600000"/>
          </a:xfrm>
          <a:prstGeom prst="rect">
            <a:avLst/>
          </a:prstGeom>
          <a:noFill/>
        </p:spPr>
        <p:txBody>
          <a:bodyPr/>
          <a:lstStyle/>
          <a:p>
            <a:pPr algn="l" defTabSz="1007943" hangingPunct="1">
              <a:lnSpc>
                <a:spcPct val="90000"/>
              </a:lnSpc>
              <a:spcBef>
                <a:spcPct val="1"/>
              </a:spcBef>
              <a:defRPr sz="1715" b="1"/>
            </a:pPr>
            <a:r>
              <a:rPr sz="1650" lang="zh-CN"/>
              <a:t>获得第46届、48届、50届ICPC World Final出线资格。</a:t>
            </a:r>
          </a:p>
        </p:txBody>
      </p:sp>
      <p:sp>
        <p:nvSpPr>
          <p:cNvPr id="46" name="矩形 32">
            <a:extLst>
              <a:ext uri="{FF2B5EF4-FFF2-40B4-BE49-F238E27FC236}">
                <a16:creationId xmlns:a16="http://schemas.microsoft.com/office/drawing/2014/main" id="{931CFE5C-C639-02CE-BFE1-DEF29378B998}"/>
              </a:ext>
            </a:extLst>
          </p:cNvPr>
          <p:cNvSpPr/>
          <p:nvPr/>
        </p:nvSpPr>
        <p:spPr>
          <a:xfrm rot="5400000" flipH="1">
            <a:off x="3605992" y="2127062"/>
            <a:ext cx="730196" cy="694800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47" name="object 18">
            <a:extLst>
              <a:ext uri="{FF2B5EF4-FFF2-40B4-BE49-F238E27FC236}">
                <a16:creationId xmlns:a16="http://schemas.microsoft.com/office/drawing/2014/main" id="{B7C3018B-4321-0232-93B5-05AEEFCC0969}"/>
              </a:ext>
            </a:extLst>
          </p:cNvPr>
          <p:cNvSpPr/>
          <p:nvPr/>
        </p:nvSpPr>
        <p:spPr>
          <a:xfrm rot="16200000" flipV="1">
            <a:off x="400436" y="5463467"/>
            <a:ext cx="373192" cy="200896"/>
          </a:xfrm>
          <a:custGeom>
            <a:avLst/>
            <a:gdLst/>
            <a:ahLst/>
            <a:cxnLst/>
            <a:rect l="l" t="t" r="r" b="b"/>
            <a:pathLst>
              <a:path w="18185765">
                <a:moveTo>
                  <a:pt x="0" y="0"/>
                </a:moveTo>
                <a:lnTo>
                  <a:pt x="18185310" y="0"/>
                </a:lnTo>
              </a:path>
            </a:pathLst>
          </a:custGeom>
          <a:ln w="73025">
            <a:solidFill>
              <a:srgbClr val="FFA701"/>
            </a:solidFill>
          </a:ln>
        </p:spPr>
        <p:txBody>
          <a:bodyPr wrap="square" lIns="0" tIns="0" rIns="0" bIns="0" rtlCol="0"/>
          <a:lstStyle/>
          <a:p>
            <a:pPr>
              <a:defRPr/>
            </a:pPr>
            <a:endParaRPr sz="903">
              <a:latin typeface="Microsoft YaHei" panose="020B0503020204020204" pitchFamily="34" charset="-122"/>
              <a:ea typeface="Microsoft YaHei" panose="020B0503020204020204" pitchFamily="34" charset="-122"/>
              <a:cs typeface="Helvetica Neue"/>
            </a:endParaRPr>
          </a:p>
        </p:txBody>
      </p:sp>
      <p:sp>
        <p:nvSpPr>
          <p:cNvPr id="48" name="文本框 10">
            <a:extLst>
              <a:ext uri="{FF2B5EF4-FFF2-40B4-BE49-F238E27FC236}">
                <a16:creationId xmlns:a16="http://schemas.microsoft.com/office/drawing/2014/main" id="{ED85B47B-41EB-F355-42DA-2475D0C11BB2}"/>
              </a:ext>
            </a:extLst>
          </p:cNvPr>
          <p:cNvSpPr txBox="1"/>
          <p:nvPr/>
        </p:nvSpPr>
        <p:spPr>
          <a:xfrm>
            <a:off x="710000" y="5250000"/>
            <a:ext cx="6500000" cy="1050000"/>
          </a:xfrm>
          <a:prstGeom prst="rect">
            <a:avLst/>
          </a:prstGeom>
          <a:noFill/>
        </p:spPr>
        <p:txBody>
          <a:bodyPr/>
          <a:lstStyle/>
          <a:p>
            <a:pPr algn="l" defTabSz="1007943" hangingPunct="1">
              <a:lnSpc>
                <a:spcPct val="90000"/>
              </a:lnSpc>
              <a:spcBef>
                <a:spcPct val="1"/>
              </a:spcBef>
              <a:defRPr sz="1715" b="1"/>
            </a:pPr>
            <a:r>
              <a:rPr sz="1220" lang="zh-CN"/>
              <a:t>承办2026 年 ICPC 全国邀请赛（深圳）</a:t>
            </a:r>
          </a:p>
          <a:p>
            <a:pPr algn="l" defTabSz="1007943" hangingPunct="1">
              <a:lnSpc>
                <a:spcPct val="90000"/>
              </a:lnSpc>
              <a:spcBef>
                <a:spcPct val="1"/>
              </a:spcBef>
              <a:defRPr sz="1715" b="1"/>
            </a:pPr>
            <a:r>
              <a:rPr sz="1220" lang="zh-CN"/>
              <a:t>这是我校历史上首次承办ICPC系列赛事，标志着我校在计算机学科竞赛组织能力及学术影响力方面再上新台阶。</a:t>
            </a:r>
          </a:p>
        </p:txBody>
      </p:sp>
    </p:spTree>
    <p:extLst>
      <p:ext uri="{BB962C8B-B14F-4D97-AF65-F5344CB8AC3E}">
        <p14:creationId xmlns:p14="http://schemas.microsoft.com/office/powerpoint/2010/main" val="1464322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5" name="组合 14"/>
          <p:cNvGrpSpPr/>
          <p:nvPr/>
        </p:nvGrpSpPr>
        <p:grpSpPr>
          <a:xfrm>
            <a:off x="9752" y="255633"/>
            <a:ext cx="7549923" cy="9999797"/>
            <a:chOff x="9752" y="255633"/>
            <a:chExt cx="7549923" cy="9999797"/>
          </a:xfrm>
        </p:grpSpPr>
        <p:pic>
          <p:nvPicPr>
            <p:cNvPr id="156" name="图片 15"/>
            <p:cNvPicPr>
              <a:picLocks noChangeAspect="1"/>
            </p:cNvPicPr>
            <p:nvPr/>
          </p:nvPicPr>
          <p:blipFill>
            <a:blip r:embed="rId3"/>
            <a:srcRect r="1505"/>
            <a:stretch/>
          </p:blipFill>
          <p:spPr>
            <a:xfrm>
              <a:off x="9752" y="255633"/>
              <a:ext cx="7549923" cy="9999797"/>
            </a:xfrm>
            <a:prstGeom prst="rect">
              <a:avLst/>
            </a:prstGeom>
          </p:spPr>
        </p:pic>
        <p:pic>
          <p:nvPicPr>
            <p:cNvPr id="157" name="图片 17"/>
            <p:cNvPicPr>
              <a:picLocks noChangeAspect="1"/>
            </p:cNvPicPr>
            <p:nvPr/>
          </p:nvPicPr>
          <p:blipFill>
            <a:blip r:embed="rId4"/>
            <a:stretch>
              <a:fillRect/>
            </a:stretch>
          </p:blipFill>
          <p:spPr>
            <a:xfrm>
              <a:off x="2733503" y="958361"/>
              <a:ext cx="4803852" cy="183897"/>
            </a:xfrm>
            <a:prstGeom prst="rect">
              <a:avLst/>
            </a:prstGeom>
          </p:spPr>
        </p:pic>
        <p:pic>
          <p:nvPicPr>
            <p:cNvPr id="158" name="图片 19"/>
            <p:cNvPicPr>
              <a:picLocks noChangeAspect="1"/>
            </p:cNvPicPr>
            <p:nvPr/>
          </p:nvPicPr>
          <p:blipFill>
            <a:blip r:embed="rId5"/>
            <a:stretch>
              <a:fillRect/>
            </a:stretch>
          </p:blipFill>
          <p:spPr>
            <a:xfrm>
              <a:off x="2955317" y="489607"/>
              <a:ext cx="4480144" cy="476842"/>
            </a:xfrm>
            <a:prstGeom prst="rect">
              <a:avLst/>
            </a:prstGeom>
          </p:spPr>
        </p:pic>
      </p:grpSp>
      <p:sp>
        <p:nvSpPr>
          <p:cNvPr id="159" name="矩形 34"/>
          <p:cNvSpPr/>
          <p:nvPr/>
        </p:nvSpPr>
        <p:spPr>
          <a:xfrm rot="5400000" flipH="1">
            <a:off x="2424491" y="2841033"/>
            <a:ext cx="3141924" cy="6991677"/>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60" name="矩形 1"/>
          <p:cNvSpPr/>
          <p:nvPr/>
        </p:nvSpPr>
        <p:spPr>
          <a:xfrm rot="5400000" flipH="1">
            <a:off x="2368661" y="230704"/>
            <a:ext cx="3141924" cy="6991677"/>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62" name="Title Placeholder 1"/>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优秀队伍</a:t>
            </a:r>
            <a:endParaRPr lang="en-CN" sz="3200" dirty="0"/>
          </a:p>
        </p:txBody>
      </p:sp>
      <p:cxnSp>
        <p:nvCxnSpPr>
          <p:cNvPr id="164" name="图形"/>
          <p:cNvCxnSpPr>
            <a:cxnSpLocks/>
          </p:cNvCxnSpPr>
          <p:nvPr/>
        </p:nvCxnSpPr>
        <p:spPr>
          <a:xfrm>
            <a:off x="466621"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pic>
        <p:nvPicPr>
          <p:cNvPr id="165" name="Picture 4"/>
          <p:cNvPicPr>
            <a:picLocks noChangeAspect="1" noChangeArrowheads="1"/>
          </p:cNvPicPr>
          <p:nvPr/>
        </p:nvPicPr>
        <p:blipFill rotWithShape="1">
          <a:blip r:embed="rId11"/>
          <a:srcRect l="20456" t="25449" r="28117" b="33960"/>
          <a:stretch/>
        </p:blipFill>
        <p:spPr bwMode="auto">
          <a:xfrm>
            <a:off x="499614" y="4872829"/>
            <a:ext cx="4258800" cy="2242401"/>
          </a:xfrm>
          <a:prstGeom prst="rect">
            <a:avLst/>
          </a:prstGeom>
          <a:noFill/>
        </p:spPr>
      </p:pic>
      <p:pic>
        <p:nvPicPr>
          <p:cNvPr id="169" name="图片 3"/>
          <p:cNvPicPr>
            <a:picLocks noChangeAspect="1"/>
          </p:cNvPicPr>
          <p:nvPr/>
        </p:nvPicPr>
        <p:blipFill rotWithShape="1">
          <a:blip r:embed="rId10" cstate="print"/>
          <a:srcRect t="19337" b="11471"/>
          <a:stretch/>
        </p:blipFill>
        <p:spPr>
          <a:xfrm>
            <a:off x="500208" y="2324774"/>
            <a:ext cx="4258206" cy="2208892"/>
          </a:xfrm>
          <a:prstGeom prst="rect">
            <a:avLst/>
          </a:prstGeom>
        </p:spPr>
      </p:pic>
      <p:sp>
        <p:nvSpPr>
          <p:cNvPr id="175" name="文本框 16"/>
          <p:cNvSpPr txBox="1"/>
          <p:nvPr/>
        </p:nvSpPr>
        <p:spPr>
          <a:xfrm>
            <a:off x="4680000" y="2129380"/>
            <a:ext cx="2760000" cy="26068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a:lstStyle/>
          <a:p>
            <a:pPr algn="l" defTabSz="403177">
              <a:lnSpc>
                <a:spcPct val="125000"/>
              </a:lnSpc>
            </a:pPr>
            <a:r>
              <a:rPr sz="1160" lang="zh-CN"/>
              <a:t>队伍名称：新手上路（Novices on the Road）</a:t>
            </a:r>
          </a:p>
          <a:p>
            <a:pPr algn="l" defTabSz="403177">
              <a:lnSpc>
                <a:spcPct val="125000"/>
              </a:lnSpc>
            </a:pPr>
            <a:r>
              <a:rPr sz="1160" lang="zh-CN"/>
              <a:t>队伍成员：徐源、郭青硕、忙秋阳</a:t>
            </a:r>
          </a:p>
          <a:p>
            <a:pPr algn="l" defTabSz="403177">
              <a:lnSpc>
                <a:spcPct val="125000"/>
              </a:lnSpc>
            </a:pPr>
            <a:r>
              <a:rPr sz="1160" lang="zh-CN"/>
              <a:t>所获荣誉：ICPC亚洲区决赛金牌；ICPC沈阳站亚军；ICPC World Final参赛资格</a:t>
            </a:r>
          </a:p>
        </p:txBody>
      </p:sp>
      <p:sp>
        <p:nvSpPr>
          <p:cNvPr id="176" name="文本框 39"/>
          <p:cNvSpPr txBox="1"/>
          <p:nvPr/>
        </p:nvSpPr>
        <p:spPr>
          <a:xfrm>
            <a:off x="4680000" y="4918784"/>
            <a:ext cx="2760000" cy="237500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a:lstStyle/>
          <a:p>
            <a:pPr algn="l" defTabSz="403177">
              <a:spcBef>
                <a:spcPts val="220"/>
              </a:spcBef>
            </a:pPr>
            <a:r>
              <a:rPr sz="1160" lang="zh-CN"/>
              <a:t>队伍名称：香港中文大学-深圳（待定）（CUHK-SZ: (TBD)）</a:t>
            </a:r>
          </a:p>
          <a:p>
            <a:pPr algn="l" defTabSz="403177">
              <a:spcBef>
                <a:spcPts val="220"/>
              </a:spcBef>
            </a:pPr>
            <a:r>
              <a:rPr sz="1160" lang="zh-CN"/>
              <a:t>队伍成员：曾子荣、何润元、陈翰飞</a:t>
            </a:r>
          </a:p>
          <a:p>
            <a:pPr algn="l" defTabSz="403177">
              <a:spcBef>
                <a:spcPts val="220"/>
              </a:spcBef>
            </a:pPr>
            <a:r>
              <a:rPr sz="1160" lang="zh-CN"/>
              <a:t>所获荣誉：ICPC港澳站季军；CCPC深圳站金牌；ICPC World Final参赛资格</a:t>
            </a:r>
          </a:p>
        </p:txBody>
      </p:sp>
      <p:pic>
        <p:nvPicPr>
          <p:cNvPr id="177" name="图片 12"/>
          <p:cNvPicPr>
            <a:picLocks noChangeAspect="1"/>
          </p:cNvPicPr>
          <p:nvPr/>
        </p:nvPicPr>
        <p:blipFill>
          <a:blip r:embed="rId8" cstate="print"/>
          <a:stretch>
            <a:fillRect/>
          </a:stretch>
        </p:blipFill>
        <p:spPr>
          <a:xfrm>
            <a:off x="-401919" y="196268"/>
            <a:ext cx="6637825" cy="925594"/>
          </a:xfrm>
          <a:prstGeom prst="rect">
            <a:avLst/>
          </a:prstGeom>
        </p:spPr>
      </p:pic>
      <p:sp>
        <p:nvSpPr>
          <p:cNvPr id="178" name="文本框 20"/>
          <p:cNvSpPr txBox="1"/>
          <p:nvPr/>
        </p:nvSpPr>
        <p:spPr>
          <a:xfrm>
            <a:off x="-1817145" y="9557605"/>
            <a:ext cx="4633521" cy="323165"/>
          </a:xfrm>
          <a:prstGeom prst="rect">
            <a:avLst/>
          </a:prstGeom>
          <a:noFill/>
        </p:spPr>
        <p:txBody>
          <a:bodyPr/>
          <a:lstStyle/>
          <a:p>
            <a:r>
              <a:rPr sz="1500" lang="zh-CN"/>
              <a:t>11</a:t>
            </a:r>
          </a:p>
        </p:txBody>
      </p:sp>
      <p:sp>
        <p:nvSpPr>
          <p:cNvPr id="6" name="矩形 1">
            <a:extLst>
              <a:ext uri="{FF2B5EF4-FFF2-40B4-BE49-F238E27FC236}">
                <a16:creationId xmlns:a16="http://schemas.microsoft.com/office/drawing/2014/main" id="{DE7126A4-E582-1B31-78E1-70675FA6FC7C}"/>
              </a:ext>
            </a:extLst>
          </p:cNvPr>
          <p:cNvSpPr/>
          <p:nvPr/>
        </p:nvSpPr>
        <p:spPr>
          <a:xfrm rot="5400000" flipH="1">
            <a:off x="2605630" y="5079868"/>
            <a:ext cx="2610126" cy="6991677"/>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pic>
        <p:nvPicPr>
          <p:cNvPr id="1027" name="Picture 3">
            <a:extLst>
              <a:ext uri="{FF2B5EF4-FFF2-40B4-BE49-F238E27FC236}">
                <a16:creationId xmlns:a16="http://schemas.microsoft.com/office/drawing/2014/main" id="{F6127C02-4892-7CA8-E3FF-0DD3C46E8F47}"/>
              </a:ext>
            </a:extLst>
          </p:cNvPr>
          <p:cNvPicPr>
            <a:picLocks noChangeArrowheads="1"/>
          </p:cNvPicPr>
          <p:nvPr/>
        </p:nvPicPr>
        <p:blipFill rotWithShape="1">
          <a:blip r:embed="rId12">
            <a:extLst>
              <a:ext uri="{28A0092B-C50C-407E-A947-70E740481C1C}">
                <a14:useLocalDpi xmlns:a14="http://schemas.microsoft.com/office/drawing/2010/main" val="0"/>
              </a:ext>
            </a:extLst>
          </a:blip>
          <a:srcRect l="17012" t="13946" r="13629" b="25042"/>
          <a:stretch>
            <a:fillRect/>
          </a:stretch>
        </p:blipFill>
        <p:spPr bwMode="auto">
          <a:xfrm>
            <a:off x="466621" y="7364021"/>
            <a:ext cx="4216657" cy="2107237"/>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39">
            <a:extLst>
              <a:ext uri="{FF2B5EF4-FFF2-40B4-BE49-F238E27FC236}">
                <a16:creationId xmlns:a16="http://schemas.microsoft.com/office/drawing/2014/main" id="{1D35CE55-FA7E-11D1-4CC3-89C87B503DC6}"/>
              </a:ext>
            </a:extLst>
          </p:cNvPr>
          <p:cNvSpPr txBox="1"/>
          <p:nvPr/>
        </p:nvSpPr>
        <p:spPr>
          <a:xfrm>
            <a:off x="4680000" y="7402794"/>
            <a:ext cx="2760000" cy="160556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a:lstStyle/>
          <a:p>
            <a:pPr algn="l" defTabSz="403177">
              <a:spcBef>
                <a:spcPts val="220"/>
              </a:spcBef>
            </a:pPr>
            <a:r>
              <a:rPr sz="1160" lang="zh-CN"/>
              <a:t>队伍名称：WTYTO（WTYTO）</a:t>
            </a:r>
          </a:p>
          <a:p>
            <a:pPr algn="l" defTabSz="403177">
              <a:spcBef>
                <a:spcPts val="220"/>
              </a:spcBef>
            </a:pPr>
            <a:r>
              <a:rPr sz="1160" lang="zh-CN"/>
              <a:t>队伍成员：孙悠然、杨久知、涂宵箫</a:t>
            </a:r>
          </a:p>
          <a:p>
            <a:pPr algn="l" defTabSz="403177">
              <a:spcBef>
                <a:spcPts val="220"/>
              </a:spcBef>
            </a:pPr>
            <a:r>
              <a:rPr sz="1160" lang="zh-CN"/>
              <a:t>所获荣誉：CCPC女生专场冠军</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A61AA-67F7-4C02-398E-FEF9148CFEC2}"/>
            </a:ext>
          </a:extLst>
        </p:cNvPr>
        <p:cNvGrpSpPr/>
        <p:nvPr/>
      </p:nvGrpSpPr>
      <p:grpSpPr>
        <a:xfrm>
          <a:off x="0" y="0"/>
          <a:ext cx="0" cy="0"/>
          <a:chOff x="0" y="0"/>
          <a:chExt cx="0" cy="0"/>
        </a:xfrm>
      </p:grpSpPr>
      <p:grpSp>
        <p:nvGrpSpPr>
          <p:cNvPr id="61" name="组合 5">
            <a:extLst>
              <a:ext uri="{FF2B5EF4-FFF2-40B4-BE49-F238E27FC236}">
                <a16:creationId xmlns:a16="http://schemas.microsoft.com/office/drawing/2014/main" id="{1582A48C-6E6F-0E19-E684-C53B3467F7A2}"/>
              </a:ext>
            </a:extLst>
          </p:cNvPr>
          <p:cNvGrpSpPr/>
          <p:nvPr/>
        </p:nvGrpSpPr>
        <p:grpSpPr>
          <a:xfrm>
            <a:off x="9752" y="255633"/>
            <a:ext cx="7549923" cy="9999797"/>
            <a:chOff x="9752" y="255633"/>
            <a:chExt cx="7549923" cy="9999797"/>
          </a:xfrm>
        </p:grpSpPr>
        <p:pic>
          <p:nvPicPr>
            <p:cNvPr id="62" name="图片 6">
              <a:extLst>
                <a:ext uri="{FF2B5EF4-FFF2-40B4-BE49-F238E27FC236}">
                  <a16:creationId xmlns:a16="http://schemas.microsoft.com/office/drawing/2014/main" id="{91829296-2FC8-3914-BC18-00CCB774CF67}"/>
                </a:ext>
              </a:extLst>
            </p:cNvPr>
            <p:cNvPicPr>
              <a:picLocks noChangeAspect="1"/>
            </p:cNvPicPr>
            <p:nvPr/>
          </p:nvPicPr>
          <p:blipFill>
            <a:blip r:embed="rId3"/>
            <a:srcRect r="1505"/>
            <a:stretch/>
          </p:blipFill>
          <p:spPr>
            <a:xfrm>
              <a:off x="9752" y="255633"/>
              <a:ext cx="7549923" cy="9999797"/>
            </a:xfrm>
            <a:prstGeom prst="rect">
              <a:avLst/>
            </a:prstGeom>
          </p:spPr>
        </p:pic>
        <p:pic>
          <p:nvPicPr>
            <p:cNvPr id="63" name="图片 7">
              <a:extLst>
                <a:ext uri="{FF2B5EF4-FFF2-40B4-BE49-F238E27FC236}">
                  <a16:creationId xmlns:a16="http://schemas.microsoft.com/office/drawing/2014/main" id="{F590FA88-CD19-246B-1D70-6923257E33FE}"/>
                </a:ext>
              </a:extLst>
            </p:cNvPr>
            <p:cNvPicPr>
              <a:picLocks noChangeAspect="1"/>
            </p:cNvPicPr>
            <p:nvPr/>
          </p:nvPicPr>
          <p:blipFill>
            <a:blip r:embed="rId4"/>
            <a:stretch>
              <a:fillRect/>
            </a:stretch>
          </p:blipFill>
          <p:spPr>
            <a:xfrm>
              <a:off x="2733503" y="958361"/>
              <a:ext cx="4803852" cy="183897"/>
            </a:xfrm>
            <a:prstGeom prst="rect">
              <a:avLst/>
            </a:prstGeom>
          </p:spPr>
        </p:pic>
        <p:pic>
          <p:nvPicPr>
            <p:cNvPr id="64" name="图片 8">
              <a:extLst>
                <a:ext uri="{FF2B5EF4-FFF2-40B4-BE49-F238E27FC236}">
                  <a16:creationId xmlns:a16="http://schemas.microsoft.com/office/drawing/2014/main" id="{EAE9DD8A-25CE-3E6D-10E6-7A37B08B707F}"/>
                </a:ext>
              </a:extLst>
            </p:cNvPr>
            <p:cNvPicPr>
              <a:picLocks noChangeAspect="1"/>
            </p:cNvPicPr>
            <p:nvPr/>
          </p:nvPicPr>
          <p:blipFill>
            <a:blip r:embed="rId5"/>
            <a:stretch>
              <a:fillRect/>
            </a:stretch>
          </p:blipFill>
          <p:spPr>
            <a:xfrm>
              <a:off x="2955317" y="489607"/>
              <a:ext cx="4480144" cy="476842"/>
            </a:xfrm>
            <a:prstGeom prst="rect">
              <a:avLst/>
            </a:prstGeom>
          </p:spPr>
        </p:pic>
      </p:grpSp>
      <p:pic>
        <p:nvPicPr>
          <p:cNvPr id="2" name="图片 29">
            <a:extLst>
              <a:ext uri="{FF2B5EF4-FFF2-40B4-BE49-F238E27FC236}">
                <a16:creationId xmlns:a16="http://schemas.microsoft.com/office/drawing/2014/main" id="{7F892860-08A3-6714-6981-907CF2ACC052}"/>
              </a:ext>
            </a:extLst>
          </p:cNvPr>
          <p:cNvPicPr>
            <a:picLocks noChangeAspect="1"/>
          </p:cNvPicPr>
          <p:nvPr/>
        </p:nvPicPr>
        <p:blipFill>
          <a:blip r:embed="rId6" cstate="print"/>
          <a:stretch>
            <a:fillRect/>
          </a:stretch>
        </p:blipFill>
        <p:spPr>
          <a:xfrm>
            <a:off x="1336928" y="196268"/>
            <a:ext cx="6637825" cy="925594"/>
          </a:xfrm>
          <a:prstGeom prst="rect">
            <a:avLst/>
          </a:prstGeom>
        </p:spPr>
      </p:pic>
      <p:sp>
        <p:nvSpPr>
          <p:cNvPr id="56" name="矩形 70">
            <a:extLst>
              <a:ext uri="{FF2B5EF4-FFF2-40B4-BE49-F238E27FC236}">
                <a16:creationId xmlns:a16="http://schemas.microsoft.com/office/drawing/2014/main" id="{99194CC0-1CBA-4724-34F7-0774A848C5D4}"/>
              </a:ext>
            </a:extLst>
          </p:cNvPr>
          <p:cNvSpPr/>
          <p:nvPr/>
        </p:nvSpPr>
        <p:spPr>
          <a:xfrm rot="10800000">
            <a:off x="-1" y="2197930"/>
            <a:ext cx="7540170" cy="1007726"/>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311" dirty="0"/>
          </a:p>
          <a:p>
            <a:pPr algn="ctr"/>
            <a:endParaRPr lang="en-US" altLang="zh-CN" sz="311" dirty="0"/>
          </a:p>
          <a:p>
            <a:pPr algn="ctr"/>
            <a:endParaRPr lang="en-US" altLang="zh-CN" sz="311" dirty="0"/>
          </a:p>
          <a:p>
            <a:pPr algn="ctr"/>
            <a:endParaRPr lang="en-US" altLang="zh-CN" sz="311" dirty="0"/>
          </a:p>
          <a:p>
            <a:pPr algn="ctr"/>
            <a:endParaRPr lang="en-US" altLang="zh-CN" sz="311" dirty="0"/>
          </a:p>
          <a:p>
            <a:pPr algn="ctr"/>
            <a:endParaRPr lang="en-US" altLang="zh-CN" sz="311" dirty="0"/>
          </a:p>
          <a:p>
            <a:pPr algn="ctr"/>
            <a:endParaRPr lang="en-US" altLang="zh-CN" sz="311" dirty="0"/>
          </a:p>
          <a:p>
            <a:pPr algn="ctr"/>
            <a:endParaRPr lang="en-US" altLang="zh-CN" sz="311" dirty="0"/>
          </a:p>
          <a:p>
            <a:pPr algn="ctr"/>
            <a:endParaRPr lang="en-US" altLang="zh-CN" sz="311" dirty="0"/>
          </a:p>
          <a:p>
            <a:pPr algn="ctr"/>
            <a:endParaRPr lang="zh-CN" altLang="en-US" sz="311" dirty="0"/>
          </a:p>
        </p:txBody>
      </p:sp>
      <p:sp>
        <p:nvSpPr>
          <p:cNvPr id="69" name="Title Placeholder 1">
            <a:extLst>
              <a:ext uri="{FF2B5EF4-FFF2-40B4-BE49-F238E27FC236}">
                <a16:creationId xmlns:a16="http://schemas.microsoft.com/office/drawing/2014/main" id="{BD9D6F9E-9911-464A-1719-8BEBC66679FC}"/>
              </a:ext>
            </a:extLst>
          </p:cNvPr>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企业实习</a:t>
            </a:r>
            <a:endParaRPr lang="en-CN" sz="3200"/>
          </a:p>
        </p:txBody>
      </p:sp>
      <p:sp>
        <p:nvSpPr>
          <p:cNvPr id="74" name="文本框 26">
            <a:extLst>
              <a:ext uri="{FF2B5EF4-FFF2-40B4-BE49-F238E27FC236}">
                <a16:creationId xmlns:a16="http://schemas.microsoft.com/office/drawing/2014/main" id="{6DE701B0-21AF-BC22-28D4-A89DEE13C7A2}"/>
              </a:ext>
            </a:extLst>
          </p:cNvPr>
          <p:cNvSpPr txBox="1"/>
          <p:nvPr/>
        </p:nvSpPr>
        <p:spPr>
          <a:xfrm>
            <a:off x="871095" y="2244173"/>
            <a:ext cx="5827236" cy="925703"/>
          </a:xfrm>
          <a:prstGeom prst="rect">
            <a:avLst/>
          </a:prstGeom>
          <a:noFill/>
        </p:spPr>
        <p:txBody>
          <a:bodyPr wrap="none" rtlCol="0">
            <a:spAutoFit/>
          </a:bodyPr>
          <a:lstStyle/>
          <a:p>
            <a:pPr defTabSz="494172">
              <a:lnSpc>
                <a:spcPct val="125000"/>
              </a:lnSpc>
              <a:spcBef>
                <a:spcPts val="220"/>
              </a:spcBef>
              <a:defRPr sz="1715" b="1"/>
            </a:pPr>
            <a:r>
              <a:rPr lang="zh-CN" altLang="en-US" sz="2200" dirty="0">
                <a:solidFill>
                  <a:srgbClr val="F29624"/>
                </a:solidFill>
                <a:latin typeface="微软雅黑" panose="020B0503020204020204" pitchFamily="34" charset="-122"/>
                <a:ea typeface="微软雅黑" panose="020B0503020204020204" pitchFamily="34" charset="-122"/>
              </a:rPr>
              <a:t>与多家知名企业建立了友好合作关系</a:t>
            </a:r>
            <a:endParaRPr lang="en-US" altLang="zh-CN" sz="2200" dirty="0">
              <a:solidFill>
                <a:srgbClr val="F29624"/>
              </a:solidFill>
              <a:latin typeface="微软雅黑" panose="020B0503020204020204" pitchFamily="34" charset="-122"/>
              <a:ea typeface="微软雅黑" panose="020B0503020204020204" pitchFamily="34" charset="-122"/>
            </a:endParaRPr>
          </a:p>
          <a:p>
            <a:pPr defTabSz="494172">
              <a:lnSpc>
                <a:spcPct val="125000"/>
              </a:lnSpc>
              <a:spcBef>
                <a:spcPts val="220"/>
              </a:spcBef>
              <a:defRPr sz="1715" b="1"/>
            </a:pPr>
            <a:r>
              <a:rPr lang="zh-CN" altLang="en-US" sz="2200" dirty="0">
                <a:solidFill>
                  <a:srgbClr val="F29624"/>
                </a:solidFill>
                <a:latin typeface="微软雅黑" panose="020B0503020204020204" pitchFamily="34" charset="-122"/>
                <a:ea typeface="微软雅黑" panose="020B0503020204020204" pitchFamily="34" charset="-122"/>
              </a:rPr>
              <a:t>绝大多数竞赛队员成功获得顶尖企业实习机会</a:t>
            </a:r>
            <a:endParaRPr lang="en-US" altLang="zh-CN" sz="2200" dirty="0">
              <a:solidFill>
                <a:srgbClr val="F29624"/>
              </a:solidFill>
              <a:latin typeface="微软雅黑" panose="020B0503020204020204" pitchFamily="34" charset="-122"/>
              <a:ea typeface="微软雅黑" panose="020B0503020204020204" pitchFamily="34" charset="-122"/>
            </a:endParaRPr>
          </a:p>
        </p:txBody>
      </p:sp>
      <p:sp>
        <p:nvSpPr>
          <p:cNvPr id="67" name="图形">
            <a:extLst>
              <a:ext uri="{FF2B5EF4-FFF2-40B4-BE49-F238E27FC236}">
                <a16:creationId xmlns:a16="http://schemas.microsoft.com/office/drawing/2014/main" id="{18D105E4-AAC4-8933-FE73-D8F27965267B}"/>
              </a:ext>
            </a:extLst>
          </p:cNvPr>
          <p:cNvSpPr/>
          <p:nvPr/>
        </p:nvSpPr>
        <p:spPr>
          <a:xfrm>
            <a:off x="4091969" y="3886648"/>
            <a:ext cx="2081074" cy="2069280"/>
          </a:xfrm>
          <a:prstGeom prst="ellipse">
            <a:avLst/>
          </a:prstGeom>
          <a:gradFill flip="none" rotWithShape="1">
            <a:gsLst>
              <a:gs pos="49000">
                <a:srgbClr val="D8D2F6"/>
              </a:gs>
              <a:gs pos="100000">
                <a:srgbClr val="6556A3"/>
              </a:gs>
            </a:gsLst>
            <a:path path="circle">
              <a:fillToRect l="100000" t="100000"/>
            </a:path>
            <a:tileRect r="-100000" b="-100000"/>
          </a:gradFill>
          <a:ln w="9525">
            <a:noFill/>
          </a:ln>
          <a:effectLst>
            <a:outerShdw blurRad="44450" dist="27940" dir="5400000" algn="ctr">
              <a:srgbClr val="000000">
                <a:alpha val="32000"/>
              </a:srgbClr>
            </a:outerShdw>
          </a:effectLst>
        </p:spPr>
        <p:txBody>
          <a:bodyPr lIns="27955" tIns="14568" rIns="27955" bIns="14568" anchor="ctr"/>
          <a:lstStyle/>
          <a:p>
            <a:pPr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sp>
        <p:nvSpPr>
          <p:cNvPr id="68" name="图形">
            <a:extLst>
              <a:ext uri="{FF2B5EF4-FFF2-40B4-BE49-F238E27FC236}">
                <a16:creationId xmlns:a16="http://schemas.microsoft.com/office/drawing/2014/main" id="{B6DC60EF-766E-5817-93C5-2EDFB8F52FBD}"/>
              </a:ext>
            </a:extLst>
          </p:cNvPr>
          <p:cNvSpPr/>
          <p:nvPr/>
        </p:nvSpPr>
        <p:spPr>
          <a:xfrm>
            <a:off x="3736310" y="3586818"/>
            <a:ext cx="2709567" cy="2693316"/>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pic>
        <p:nvPicPr>
          <p:cNvPr id="72" name="图片 24">
            <a:extLst>
              <a:ext uri="{FF2B5EF4-FFF2-40B4-BE49-F238E27FC236}">
                <a16:creationId xmlns:a16="http://schemas.microsoft.com/office/drawing/2014/main" id="{B9FA5DD5-0724-4AB1-C6A8-D72BCF9C06C6}"/>
              </a:ext>
            </a:extLst>
          </p:cNvPr>
          <p:cNvPicPr>
            <a:picLocks noChangeAspect="1"/>
          </p:cNvPicPr>
          <p:nvPr/>
        </p:nvPicPr>
        <p:blipFill>
          <a:blip r:embed="rId7" cstate="print"/>
          <a:srcRect t="22699" b="23772"/>
          <a:stretch>
            <a:fillRect/>
          </a:stretch>
        </p:blipFill>
        <p:spPr>
          <a:xfrm>
            <a:off x="4415567" y="4471571"/>
            <a:ext cx="1434161" cy="767696"/>
          </a:xfrm>
          <a:prstGeom prst="rect">
            <a:avLst/>
          </a:prstGeom>
          <a:solidFill>
            <a:srgbClr val="441D85"/>
          </a:solidFill>
          <a:effectLst/>
        </p:spPr>
      </p:pic>
      <p:sp>
        <p:nvSpPr>
          <p:cNvPr id="75" name="文本框 32">
            <a:extLst>
              <a:ext uri="{FF2B5EF4-FFF2-40B4-BE49-F238E27FC236}">
                <a16:creationId xmlns:a16="http://schemas.microsoft.com/office/drawing/2014/main" id="{477A5481-7F9B-AF44-6B9E-9FBFD6711064}"/>
              </a:ext>
            </a:extLst>
          </p:cNvPr>
          <p:cNvSpPr txBox="1"/>
          <p:nvPr/>
        </p:nvSpPr>
        <p:spPr>
          <a:xfrm>
            <a:off x="4641266" y="5279763"/>
            <a:ext cx="1210714" cy="431657"/>
          </a:xfrm>
          <a:prstGeom prst="rect">
            <a:avLst/>
          </a:prstGeom>
          <a:noFill/>
        </p:spPr>
        <p:txBody>
          <a:bodyPr wrap="square" rtlCol="0">
            <a:spAutoFit/>
          </a:bodyPr>
          <a:lstStyle/>
          <a:p>
            <a:pPr algn="l" defTabSz="567066" hangingPunct="1"/>
            <a:r>
              <a:rPr lang="zh-CN" altLang="en-US" sz="2200" b="1" kern="1200" dirty="0">
                <a:solidFill>
                  <a:srgbClr val="F29624"/>
                </a:solidFill>
                <a:latin typeface="微软雅黑" panose="020B0503020204020204" pitchFamily="34" charset="-122"/>
                <a:ea typeface="微软雅黑" panose="020B0503020204020204" pitchFamily="34" charset="-122"/>
                <a:cs typeface="+mn-ea"/>
                <a:sym typeface="+mn-lt"/>
              </a:rPr>
              <a:t>华为云</a:t>
            </a:r>
            <a:endParaRPr b="1" dirty="0">
              <a:latin typeface="微软雅黑" panose="020B0503020204020204" pitchFamily="34" charset="-122"/>
              <a:ea typeface="微软雅黑" panose="020B0503020204020204" pitchFamily="34" charset="-122"/>
            </a:endParaRPr>
          </a:p>
        </p:txBody>
      </p:sp>
      <p:cxnSp>
        <p:nvCxnSpPr>
          <p:cNvPr id="78" name="图形">
            <a:extLst>
              <a:ext uri="{FF2B5EF4-FFF2-40B4-BE49-F238E27FC236}">
                <a16:creationId xmlns:a16="http://schemas.microsoft.com/office/drawing/2014/main" id="{4B581A47-970B-AEF7-0B97-03361233BED8}"/>
              </a:ext>
            </a:extLst>
          </p:cNvPr>
          <p:cNvCxnSpPr>
            <a:cxnSpLocks/>
          </p:cNvCxnSpPr>
          <p:nvPr/>
        </p:nvCxnSpPr>
        <p:spPr>
          <a:xfrm>
            <a:off x="4740115" y="5720776"/>
            <a:ext cx="827999"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65" name="图形">
            <a:extLst>
              <a:ext uri="{FF2B5EF4-FFF2-40B4-BE49-F238E27FC236}">
                <a16:creationId xmlns:a16="http://schemas.microsoft.com/office/drawing/2014/main" id="{EBABC4D1-E633-CDAF-1817-4A965E668D74}"/>
              </a:ext>
            </a:extLst>
          </p:cNvPr>
          <p:cNvSpPr/>
          <p:nvPr/>
        </p:nvSpPr>
        <p:spPr>
          <a:xfrm>
            <a:off x="2757688" y="6443640"/>
            <a:ext cx="2081074" cy="2069280"/>
          </a:xfrm>
          <a:prstGeom prst="ellipse">
            <a:avLst/>
          </a:prstGeom>
          <a:gradFill flip="none" rotWithShape="1">
            <a:gsLst>
              <a:gs pos="49000">
                <a:srgbClr val="D8D2F6"/>
              </a:gs>
              <a:gs pos="100000">
                <a:srgbClr val="6556A3"/>
              </a:gs>
            </a:gsLst>
            <a:path path="circle">
              <a:fillToRect l="100000" t="100000"/>
            </a:path>
            <a:tileRect r="-100000" b="-100000"/>
          </a:gradFill>
          <a:ln w="9525">
            <a:noFill/>
          </a:ln>
          <a:effectLst>
            <a:outerShdw blurRad="44450" dist="27940" dir="5400000" algn="ctr">
              <a:srgbClr val="000000">
                <a:alpha val="32000"/>
              </a:srgbClr>
            </a:outerShdw>
          </a:effectLst>
        </p:spPr>
        <p:txBody>
          <a:bodyPr lIns="27955" tIns="14568" rIns="27955" bIns="14568" anchor="ctr"/>
          <a:lstStyle/>
          <a:p>
            <a:pPr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sp>
        <p:nvSpPr>
          <p:cNvPr id="66" name="图形">
            <a:extLst>
              <a:ext uri="{FF2B5EF4-FFF2-40B4-BE49-F238E27FC236}">
                <a16:creationId xmlns:a16="http://schemas.microsoft.com/office/drawing/2014/main" id="{6E15DC3C-0431-670D-58E7-996EDDFA717D}"/>
              </a:ext>
            </a:extLst>
          </p:cNvPr>
          <p:cNvSpPr/>
          <p:nvPr/>
        </p:nvSpPr>
        <p:spPr>
          <a:xfrm>
            <a:off x="2402028" y="6143810"/>
            <a:ext cx="2709567" cy="2693316"/>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pic>
        <p:nvPicPr>
          <p:cNvPr id="71" name="图片 23">
            <a:extLst>
              <a:ext uri="{FF2B5EF4-FFF2-40B4-BE49-F238E27FC236}">
                <a16:creationId xmlns:a16="http://schemas.microsoft.com/office/drawing/2014/main" id="{7DCBAB56-2752-206A-1CB8-6FC21C13DAFD}"/>
              </a:ext>
            </a:extLst>
          </p:cNvPr>
          <p:cNvPicPr>
            <a:picLocks noChangeAspect="1"/>
          </p:cNvPicPr>
          <p:nvPr/>
        </p:nvPicPr>
        <p:blipFill>
          <a:blip r:embed="rId8" cstate="print"/>
          <a:stretch>
            <a:fillRect/>
          </a:stretch>
        </p:blipFill>
        <p:spPr>
          <a:xfrm>
            <a:off x="3188507" y="6735864"/>
            <a:ext cx="1222805" cy="1222805"/>
          </a:xfrm>
          <a:prstGeom prst="rect">
            <a:avLst/>
          </a:prstGeom>
        </p:spPr>
      </p:pic>
      <p:sp>
        <p:nvSpPr>
          <p:cNvPr id="79" name="文本框 32">
            <a:extLst>
              <a:ext uri="{FF2B5EF4-FFF2-40B4-BE49-F238E27FC236}">
                <a16:creationId xmlns:a16="http://schemas.microsoft.com/office/drawing/2014/main" id="{0C71C8D7-FDF3-5308-16B4-4BC889676856}"/>
              </a:ext>
            </a:extLst>
          </p:cNvPr>
          <p:cNvSpPr txBox="1"/>
          <p:nvPr/>
        </p:nvSpPr>
        <p:spPr>
          <a:xfrm>
            <a:off x="3321046" y="7913725"/>
            <a:ext cx="1210714" cy="431657"/>
          </a:xfrm>
          <a:prstGeom prst="rect">
            <a:avLst/>
          </a:prstGeom>
          <a:noFill/>
        </p:spPr>
        <p:txBody>
          <a:bodyPr wrap="square" rtlCol="0">
            <a:spAutoFit/>
          </a:bodyPr>
          <a:lstStyle/>
          <a:p>
            <a:pPr algn="l" defTabSz="567066" hangingPunct="1"/>
            <a:r>
              <a:rPr lang="zh-CN" altLang="en-US" sz="2200" b="1" kern="1200" dirty="0">
                <a:solidFill>
                  <a:srgbClr val="F29624"/>
                </a:solidFill>
                <a:latin typeface="+mn-ea"/>
                <a:cs typeface="+mn-ea"/>
                <a:sym typeface="+mn-lt"/>
              </a:rPr>
              <a:t>英伟达</a:t>
            </a:r>
            <a:endParaRPr dirty="0"/>
          </a:p>
        </p:txBody>
      </p:sp>
      <p:cxnSp>
        <p:nvCxnSpPr>
          <p:cNvPr id="82" name="图形">
            <a:extLst>
              <a:ext uri="{FF2B5EF4-FFF2-40B4-BE49-F238E27FC236}">
                <a16:creationId xmlns:a16="http://schemas.microsoft.com/office/drawing/2014/main" id="{D3AF8D42-EDE7-D14C-A6DE-5C2517D1B1DF}"/>
              </a:ext>
            </a:extLst>
          </p:cNvPr>
          <p:cNvCxnSpPr>
            <a:cxnSpLocks/>
          </p:cNvCxnSpPr>
          <p:nvPr/>
        </p:nvCxnSpPr>
        <p:spPr>
          <a:xfrm>
            <a:off x="3410372" y="8352309"/>
            <a:ext cx="827999"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59" name="图形">
            <a:extLst>
              <a:ext uri="{FF2B5EF4-FFF2-40B4-BE49-F238E27FC236}">
                <a16:creationId xmlns:a16="http://schemas.microsoft.com/office/drawing/2014/main" id="{81FE1922-06A2-3413-DBC8-410C2EC852F2}"/>
              </a:ext>
            </a:extLst>
          </p:cNvPr>
          <p:cNvSpPr/>
          <p:nvPr/>
        </p:nvSpPr>
        <p:spPr>
          <a:xfrm>
            <a:off x="378425" y="6443640"/>
            <a:ext cx="2081074" cy="2069280"/>
          </a:xfrm>
          <a:prstGeom prst="ellipse">
            <a:avLst/>
          </a:prstGeom>
          <a:gradFill flip="none" rotWithShape="1">
            <a:gsLst>
              <a:gs pos="49000">
                <a:srgbClr val="D8D2F6"/>
              </a:gs>
              <a:gs pos="100000">
                <a:srgbClr val="6556A3"/>
              </a:gs>
            </a:gsLst>
            <a:path path="circle">
              <a:fillToRect l="100000" t="100000"/>
            </a:path>
            <a:tileRect r="-100000" b="-100000"/>
          </a:gradFill>
          <a:ln w="9525">
            <a:noFill/>
          </a:ln>
          <a:effectLst>
            <a:outerShdw blurRad="44450" dist="27940" dir="5400000" algn="ctr">
              <a:srgbClr val="000000">
                <a:alpha val="32000"/>
              </a:srgbClr>
            </a:outerShdw>
          </a:effectLst>
        </p:spPr>
        <p:txBody>
          <a:bodyPr lIns="27955" tIns="14568" rIns="27955" bIns="14568" anchor="ctr"/>
          <a:lstStyle/>
          <a:p>
            <a:pPr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sp>
        <p:nvSpPr>
          <p:cNvPr id="60" name="图形">
            <a:extLst>
              <a:ext uri="{FF2B5EF4-FFF2-40B4-BE49-F238E27FC236}">
                <a16:creationId xmlns:a16="http://schemas.microsoft.com/office/drawing/2014/main" id="{AB5458BF-4888-D769-FF40-69408D87A211}"/>
              </a:ext>
            </a:extLst>
          </p:cNvPr>
          <p:cNvSpPr/>
          <p:nvPr/>
        </p:nvSpPr>
        <p:spPr>
          <a:xfrm>
            <a:off x="22765" y="6143810"/>
            <a:ext cx="2709567" cy="2693316"/>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pic>
        <p:nvPicPr>
          <p:cNvPr id="73" name="图片 25">
            <a:extLst>
              <a:ext uri="{FF2B5EF4-FFF2-40B4-BE49-F238E27FC236}">
                <a16:creationId xmlns:a16="http://schemas.microsoft.com/office/drawing/2014/main" id="{048EB744-2134-6EF0-F73D-61B8208CA76E}"/>
              </a:ext>
            </a:extLst>
          </p:cNvPr>
          <p:cNvPicPr>
            <a:picLocks noChangeAspect="1"/>
          </p:cNvPicPr>
          <p:nvPr/>
        </p:nvPicPr>
        <p:blipFill>
          <a:blip r:embed="rId9" cstate="print"/>
          <a:stretch>
            <a:fillRect/>
          </a:stretch>
        </p:blipFill>
        <p:spPr>
          <a:xfrm>
            <a:off x="545140" y="6939921"/>
            <a:ext cx="1791964" cy="1043474"/>
          </a:xfrm>
          <a:prstGeom prst="rect">
            <a:avLst/>
          </a:prstGeom>
        </p:spPr>
      </p:pic>
      <p:sp>
        <p:nvSpPr>
          <p:cNvPr id="83" name="文本框 32">
            <a:extLst>
              <a:ext uri="{FF2B5EF4-FFF2-40B4-BE49-F238E27FC236}">
                <a16:creationId xmlns:a16="http://schemas.microsoft.com/office/drawing/2014/main" id="{6B6EB787-A17B-6E36-695B-E3CA55A44241}"/>
              </a:ext>
            </a:extLst>
          </p:cNvPr>
          <p:cNvSpPr txBox="1"/>
          <p:nvPr/>
        </p:nvSpPr>
        <p:spPr>
          <a:xfrm>
            <a:off x="1032483" y="7936600"/>
            <a:ext cx="1210714" cy="431657"/>
          </a:xfrm>
          <a:prstGeom prst="rect">
            <a:avLst/>
          </a:prstGeom>
          <a:noFill/>
        </p:spPr>
        <p:txBody>
          <a:bodyPr wrap="square" rtlCol="0">
            <a:spAutoFit/>
          </a:bodyPr>
          <a:lstStyle/>
          <a:p>
            <a:pPr algn="l" defTabSz="567066" hangingPunct="1"/>
            <a:r>
              <a:rPr lang="zh-CN" altLang="en-US" sz="2200" b="1" kern="1200" dirty="0">
                <a:solidFill>
                  <a:srgbClr val="F29624"/>
                </a:solidFill>
                <a:latin typeface="+mn-ea"/>
                <a:cs typeface="+mn-ea"/>
                <a:sym typeface="+mn-lt"/>
              </a:rPr>
              <a:t>腾讯</a:t>
            </a:r>
            <a:endParaRPr dirty="0"/>
          </a:p>
        </p:txBody>
      </p:sp>
      <p:cxnSp>
        <p:nvCxnSpPr>
          <p:cNvPr id="86" name="图形">
            <a:extLst>
              <a:ext uri="{FF2B5EF4-FFF2-40B4-BE49-F238E27FC236}">
                <a16:creationId xmlns:a16="http://schemas.microsoft.com/office/drawing/2014/main" id="{DB4B1B0E-1A44-93CB-4082-76EA6D7C68D5}"/>
              </a:ext>
            </a:extLst>
          </p:cNvPr>
          <p:cNvCxnSpPr>
            <a:cxnSpLocks/>
          </p:cNvCxnSpPr>
          <p:nvPr/>
        </p:nvCxnSpPr>
        <p:spPr>
          <a:xfrm>
            <a:off x="1130259" y="8352309"/>
            <a:ext cx="540000"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57" name="图形">
            <a:extLst>
              <a:ext uri="{FF2B5EF4-FFF2-40B4-BE49-F238E27FC236}">
                <a16:creationId xmlns:a16="http://schemas.microsoft.com/office/drawing/2014/main" id="{32A4174D-DF4F-96DF-A3BF-2057008AB9F9}"/>
              </a:ext>
            </a:extLst>
          </p:cNvPr>
          <p:cNvSpPr/>
          <p:nvPr/>
        </p:nvSpPr>
        <p:spPr>
          <a:xfrm>
            <a:off x="5223147" y="6443640"/>
            <a:ext cx="2081074" cy="2069280"/>
          </a:xfrm>
          <a:prstGeom prst="ellipse">
            <a:avLst/>
          </a:prstGeom>
          <a:gradFill flip="none" rotWithShape="1">
            <a:gsLst>
              <a:gs pos="49000">
                <a:srgbClr val="D8D2F6"/>
              </a:gs>
              <a:gs pos="100000">
                <a:srgbClr val="6556A3"/>
              </a:gs>
            </a:gsLst>
            <a:path path="circle">
              <a:fillToRect l="100000" t="100000"/>
            </a:path>
            <a:tileRect r="-100000" b="-100000"/>
          </a:gradFill>
          <a:ln w="9525">
            <a:noFill/>
          </a:ln>
          <a:effectLst>
            <a:outerShdw blurRad="44450" dist="27940" dir="5400000" algn="ctr">
              <a:srgbClr val="000000">
                <a:alpha val="32000"/>
              </a:srgbClr>
            </a:outerShdw>
          </a:effectLst>
        </p:spPr>
        <p:txBody>
          <a:bodyPr lIns="27955" tIns="14568" rIns="27955" bIns="14568" anchor="ctr"/>
          <a:lstStyle/>
          <a:p>
            <a:pPr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sp>
        <p:nvSpPr>
          <p:cNvPr id="58" name="图形">
            <a:extLst>
              <a:ext uri="{FF2B5EF4-FFF2-40B4-BE49-F238E27FC236}">
                <a16:creationId xmlns:a16="http://schemas.microsoft.com/office/drawing/2014/main" id="{91235D69-951C-043E-1931-C884F86D02F5}"/>
              </a:ext>
            </a:extLst>
          </p:cNvPr>
          <p:cNvSpPr/>
          <p:nvPr/>
        </p:nvSpPr>
        <p:spPr>
          <a:xfrm>
            <a:off x="4867488" y="6143810"/>
            <a:ext cx="2709567" cy="2693316"/>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pic>
        <p:nvPicPr>
          <p:cNvPr id="70" name="图片 19">
            <a:extLst>
              <a:ext uri="{FF2B5EF4-FFF2-40B4-BE49-F238E27FC236}">
                <a16:creationId xmlns:a16="http://schemas.microsoft.com/office/drawing/2014/main" id="{7097E2B5-D6CF-AA38-555F-E0EDB07623C8}"/>
              </a:ext>
            </a:extLst>
          </p:cNvPr>
          <p:cNvPicPr>
            <a:picLocks noChangeAspect="1"/>
          </p:cNvPicPr>
          <p:nvPr/>
        </p:nvPicPr>
        <p:blipFill>
          <a:blip r:embed="rId10" cstate="print"/>
          <a:stretch>
            <a:fillRect/>
          </a:stretch>
        </p:blipFill>
        <p:spPr>
          <a:xfrm>
            <a:off x="5683949" y="6720514"/>
            <a:ext cx="1216086" cy="1216086"/>
          </a:xfrm>
          <a:prstGeom prst="rect">
            <a:avLst/>
          </a:prstGeom>
        </p:spPr>
      </p:pic>
      <p:sp>
        <p:nvSpPr>
          <p:cNvPr id="87" name="文本框 32">
            <a:extLst>
              <a:ext uri="{FF2B5EF4-FFF2-40B4-BE49-F238E27FC236}">
                <a16:creationId xmlns:a16="http://schemas.microsoft.com/office/drawing/2014/main" id="{385D9556-2099-00A4-7DC6-D083DC1E59F6}"/>
              </a:ext>
            </a:extLst>
          </p:cNvPr>
          <p:cNvSpPr txBox="1"/>
          <p:nvPr/>
        </p:nvSpPr>
        <p:spPr>
          <a:xfrm>
            <a:off x="5920759" y="7928076"/>
            <a:ext cx="1210714" cy="431657"/>
          </a:xfrm>
          <a:prstGeom prst="rect">
            <a:avLst/>
          </a:prstGeom>
          <a:noFill/>
        </p:spPr>
        <p:txBody>
          <a:bodyPr wrap="square" rtlCol="0">
            <a:spAutoFit/>
          </a:bodyPr>
          <a:lstStyle/>
          <a:p>
            <a:pPr algn="l" defTabSz="567066" hangingPunct="1"/>
            <a:r>
              <a:rPr lang="zh-CN" altLang="en-US" sz="2200" b="1" kern="1200" dirty="0">
                <a:solidFill>
                  <a:srgbClr val="F29624"/>
                </a:solidFill>
                <a:latin typeface="+mn-ea"/>
                <a:cs typeface="+mn-ea"/>
                <a:sym typeface="+mn-lt"/>
              </a:rPr>
              <a:t>乾象</a:t>
            </a:r>
            <a:endParaRPr dirty="0"/>
          </a:p>
        </p:txBody>
      </p:sp>
      <p:cxnSp>
        <p:nvCxnSpPr>
          <p:cNvPr id="90" name="图形">
            <a:extLst>
              <a:ext uri="{FF2B5EF4-FFF2-40B4-BE49-F238E27FC236}">
                <a16:creationId xmlns:a16="http://schemas.microsoft.com/office/drawing/2014/main" id="{26B90A94-22E0-E98F-B193-D17F0FF5254B}"/>
              </a:ext>
            </a:extLst>
          </p:cNvPr>
          <p:cNvCxnSpPr>
            <a:cxnSpLocks/>
          </p:cNvCxnSpPr>
          <p:nvPr/>
        </p:nvCxnSpPr>
        <p:spPr>
          <a:xfrm>
            <a:off x="6017264" y="8352309"/>
            <a:ext cx="540000"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cxnSp>
        <p:nvCxnSpPr>
          <p:cNvPr id="91" name="图形">
            <a:extLst>
              <a:ext uri="{FF2B5EF4-FFF2-40B4-BE49-F238E27FC236}">
                <a16:creationId xmlns:a16="http://schemas.microsoft.com/office/drawing/2014/main" id="{DC98B341-EABD-C273-E171-8102F85261E5}"/>
              </a:ext>
            </a:extLst>
          </p:cNvPr>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92" name="文本框 1">
            <a:extLst>
              <a:ext uri="{FF2B5EF4-FFF2-40B4-BE49-F238E27FC236}">
                <a16:creationId xmlns:a16="http://schemas.microsoft.com/office/drawing/2014/main" id="{1157F2E9-AC1F-B3A5-C64D-6A235C1B4A29}"/>
              </a:ext>
            </a:extLst>
          </p:cNvPr>
          <p:cNvSpPr txBox="1"/>
          <p:nvPr/>
        </p:nvSpPr>
        <p:spPr>
          <a:xfrm>
            <a:off x="4778527" y="9557605"/>
            <a:ext cx="4633521" cy="323165"/>
          </a:xfrm>
          <a:prstGeom prst="rect">
            <a:avLst/>
          </a:prstGeom>
          <a:noFill/>
        </p:spPr>
        <p:txBody>
          <a:bodyPr/>
          <a:lstStyle/>
          <a:p>
            <a:r>
              <a:rPr sz="1500" lang="zh-CN"/>
              <a:t>13</a:t>
            </a:r>
          </a:p>
        </p:txBody>
      </p:sp>
      <p:sp>
        <p:nvSpPr>
          <p:cNvPr id="99" name="图形">
            <a:extLst>
              <a:ext uri="{FF2B5EF4-FFF2-40B4-BE49-F238E27FC236}">
                <a16:creationId xmlns:a16="http://schemas.microsoft.com/office/drawing/2014/main" id="{FC71CA6A-2522-AA24-7CF3-7177A9CB10F2}"/>
              </a:ext>
            </a:extLst>
          </p:cNvPr>
          <p:cNvSpPr/>
          <p:nvPr/>
        </p:nvSpPr>
        <p:spPr>
          <a:xfrm>
            <a:off x="1537442" y="3886648"/>
            <a:ext cx="2081074" cy="2069280"/>
          </a:xfrm>
          <a:prstGeom prst="ellipse">
            <a:avLst/>
          </a:prstGeom>
          <a:gradFill flip="none" rotWithShape="1">
            <a:gsLst>
              <a:gs pos="49000">
                <a:srgbClr val="D8D2F6"/>
              </a:gs>
              <a:gs pos="100000">
                <a:srgbClr val="6556A3"/>
              </a:gs>
            </a:gsLst>
            <a:path path="circle">
              <a:fillToRect l="100000" t="100000"/>
            </a:path>
            <a:tileRect r="-100000" b="-100000"/>
          </a:gradFill>
          <a:ln w="9525">
            <a:noFill/>
          </a:ln>
          <a:effectLst>
            <a:outerShdw blurRad="44450" dist="27940" dir="5400000" algn="ctr">
              <a:srgbClr val="000000">
                <a:alpha val="32000"/>
              </a:srgbClr>
            </a:outerShdw>
          </a:effectLst>
        </p:spPr>
        <p:txBody>
          <a:bodyPr lIns="27955" tIns="14568" rIns="27955" bIns="14568" anchor="ctr"/>
          <a:lstStyle/>
          <a:p>
            <a:pPr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sp>
        <p:nvSpPr>
          <p:cNvPr id="100" name="图形">
            <a:extLst>
              <a:ext uri="{FF2B5EF4-FFF2-40B4-BE49-F238E27FC236}">
                <a16:creationId xmlns:a16="http://schemas.microsoft.com/office/drawing/2014/main" id="{DF91BC38-A308-6DE6-9725-CED162CED01E}"/>
              </a:ext>
            </a:extLst>
          </p:cNvPr>
          <p:cNvSpPr/>
          <p:nvPr/>
        </p:nvSpPr>
        <p:spPr>
          <a:xfrm>
            <a:off x="1181783" y="3586818"/>
            <a:ext cx="2709567" cy="2693316"/>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102" name="文本框 32">
            <a:extLst>
              <a:ext uri="{FF2B5EF4-FFF2-40B4-BE49-F238E27FC236}">
                <a16:creationId xmlns:a16="http://schemas.microsoft.com/office/drawing/2014/main" id="{64E1B22D-ADBF-B616-D9C0-B62A381863BB}"/>
              </a:ext>
            </a:extLst>
          </p:cNvPr>
          <p:cNvSpPr txBox="1"/>
          <p:nvPr/>
        </p:nvSpPr>
        <p:spPr>
          <a:xfrm>
            <a:off x="1899142" y="5280628"/>
            <a:ext cx="1447918" cy="430887"/>
          </a:xfrm>
          <a:prstGeom prst="rect">
            <a:avLst/>
          </a:prstGeom>
          <a:noFill/>
        </p:spPr>
        <p:txBody>
          <a:bodyPr wrap="square" rtlCol="0">
            <a:spAutoFit/>
          </a:bodyPr>
          <a:lstStyle/>
          <a:p>
            <a:pPr algn="l" defTabSz="567066" hangingPunct="1"/>
            <a:r>
              <a:rPr lang="en-US" sz="2200" b="1" kern="1200" dirty="0" err="1">
                <a:solidFill>
                  <a:srgbClr val="F29624"/>
                </a:solidFill>
                <a:latin typeface="+mn-ea"/>
                <a:cs typeface="+mn-ea"/>
                <a:sym typeface="+mn-lt"/>
              </a:rPr>
              <a:t>博普科技</a:t>
            </a:r>
            <a:endParaRPr dirty="0"/>
          </a:p>
        </p:txBody>
      </p:sp>
      <p:cxnSp>
        <p:nvCxnSpPr>
          <p:cNvPr id="105" name="图形">
            <a:extLst>
              <a:ext uri="{FF2B5EF4-FFF2-40B4-BE49-F238E27FC236}">
                <a16:creationId xmlns:a16="http://schemas.microsoft.com/office/drawing/2014/main" id="{7D28BE24-51BE-1618-30DC-24421A90F23B}"/>
              </a:ext>
            </a:extLst>
          </p:cNvPr>
          <p:cNvCxnSpPr>
            <a:cxnSpLocks/>
          </p:cNvCxnSpPr>
          <p:nvPr/>
        </p:nvCxnSpPr>
        <p:spPr>
          <a:xfrm>
            <a:off x="1997990" y="5720776"/>
            <a:ext cx="1116000"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pic>
        <p:nvPicPr>
          <p:cNvPr id="107" name="图片 106" descr="文本&#10;&#10;描述已自动生成">
            <a:extLst>
              <a:ext uri="{FF2B5EF4-FFF2-40B4-BE49-F238E27FC236}">
                <a16:creationId xmlns:a16="http://schemas.microsoft.com/office/drawing/2014/main" id="{3F587649-2E0C-AC9E-093B-D3D6C387A003}"/>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593169" y="4405886"/>
            <a:ext cx="1842070" cy="866631"/>
          </a:xfrm>
          <a:prstGeom prst="rect">
            <a:avLst/>
          </a:prstGeom>
        </p:spPr>
      </p:pic>
    </p:spTree>
    <p:extLst>
      <p:ext uri="{BB962C8B-B14F-4D97-AF65-F5344CB8AC3E}">
        <p14:creationId xmlns:p14="http://schemas.microsoft.com/office/powerpoint/2010/main" val="33082239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7" name="组合 23"/>
          <p:cNvGrpSpPr/>
          <p:nvPr/>
        </p:nvGrpSpPr>
        <p:grpSpPr>
          <a:xfrm>
            <a:off x="9752" y="260216"/>
            <a:ext cx="7549923" cy="9999797"/>
            <a:chOff x="9752" y="255633"/>
            <a:chExt cx="7549923" cy="9999797"/>
          </a:xfrm>
        </p:grpSpPr>
        <p:pic>
          <p:nvPicPr>
            <p:cNvPr id="238" name="图片 24"/>
            <p:cNvPicPr>
              <a:picLocks noChangeAspect="1"/>
            </p:cNvPicPr>
            <p:nvPr/>
          </p:nvPicPr>
          <p:blipFill>
            <a:blip r:embed="rId3"/>
            <a:srcRect r="1505"/>
            <a:stretch/>
          </p:blipFill>
          <p:spPr>
            <a:xfrm>
              <a:off x="9752" y="255633"/>
              <a:ext cx="7549923" cy="9999797"/>
            </a:xfrm>
            <a:prstGeom prst="rect">
              <a:avLst/>
            </a:prstGeom>
          </p:spPr>
        </p:pic>
        <p:pic>
          <p:nvPicPr>
            <p:cNvPr id="239" name="图片 25"/>
            <p:cNvPicPr>
              <a:picLocks noChangeAspect="1"/>
            </p:cNvPicPr>
            <p:nvPr/>
          </p:nvPicPr>
          <p:blipFill>
            <a:blip r:embed="rId4"/>
            <a:stretch>
              <a:fillRect/>
            </a:stretch>
          </p:blipFill>
          <p:spPr>
            <a:xfrm>
              <a:off x="2733503" y="958361"/>
              <a:ext cx="4803852" cy="183897"/>
            </a:xfrm>
            <a:prstGeom prst="rect">
              <a:avLst/>
            </a:prstGeom>
          </p:spPr>
        </p:pic>
        <p:pic>
          <p:nvPicPr>
            <p:cNvPr id="240" name="图片 26"/>
            <p:cNvPicPr>
              <a:picLocks noChangeAspect="1"/>
            </p:cNvPicPr>
            <p:nvPr/>
          </p:nvPicPr>
          <p:blipFill>
            <a:blip r:embed="rId5"/>
            <a:stretch>
              <a:fillRect/>
            </a:stretch>
          </p:blipFill>
          <p:spPr>
            <a:xfrm>
              <a:off x="2955317" y="489607"/>
              <a:ext cx="4480144" cy="476842"/>
            </a:xfrm>
            <a:prstGeom prst="rect">
              <a:avLst/>
            </a:prstGeom>
          </p:spPr>
        </p:pic>
      </p:grpSp>
      <p:sp>
        <p:nvSpPr>
          <p:cNvPr id="241" name="矩形 21"/>
          <p:cNvSpPr/>
          <p:nvPr/>
        </p:nvSpPr>
        <p:spPr>
          <a:xfrm rot="10800000">
            <a:off x="491074" y="2123046"/>
            <a:ext cx="6613058" cy="3702467"/>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242" name="矩形 22"/>
          <p:cNvSpPr/>
          <p:nvPr/>
        </p:nvSpPr>
        <p:spPr>
          <a:xfrm rot="10800000">
            <a:off x="491074" y="6437436"/>
            <a:ext cx="6613058" cy="2807994"/>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pic>
        <p:nvPicPr>
          <p:cNvPr id="244" name="图片 4"/>
          <p:cNvPicPr>
            <a:picLocks noChangeAspect="1"/>
          </p:cNvPicPr>
          <p:nvPr/>
        </p:nvPicPr>
        <p:blipFill>
          <a:blip r:embed="rId6"/>
          <a:stretch>
            <a:fillRect/>
          </a:stretch>
        </p:blipFill>
        <p:spPr>
          <a:xfrm>
            <a:off x="668946" y="2124481"/>
            <a:ext cx="4165200" cy="1696220"/>
          </a:xfrm>
          <a:prstGeom prst="rect">
            <a:avLst/>
          </a:prstGeom>
        </p:spPr>
      </p:pic>
      <p:pic>
        <p:nvPicPr>
          <p:cNvPr id="245" name="图片 5"/>
          <p:cNvPicPr>
            <a:picLocks noChangeAspect="1"/>
          </p:cNvPicPr>
          <p:nvPr/>
        </p:nvPicPr>
        <p:blipFill>
          <a:blip r:embed="rId7"/>
          <a:stretch>
            <a:fillRect/>
          </a:stretch>
        </p:blipFill>
        <p:spPr>
          <a:xfrm>
            <a:off x="668946" y="6422670"/>
            <a:ext cx="4164625" cy="1250703"/>
          </a:xfrm>
          <a:prstGeom prst="rect">
            <a:avLst/>
          </a:prstGeom>
        </p:spPr>
      </p:pic>
      <p:sp>
        <p:nvSpPr>
          <p:cNvPr id="246" name="文本框 6"/>
          <p:cNvSpPr txBox="1"/>
          <p:nvPr/>
        </p:nvSpPr>
        <p:spPr>
          <a:xfrm>
            <a:off x="668946" y="7696191"/>
            <a:ext cx="6672007" cy="1509901"/>
          </a:xfrm>
          <a:prstGeom prst="rect">
            <a:avLst/>
          </a:prstGeom>
          <a:noFill/>
        </p:spPr>
        <p:txBody>
          <a:bodyPr wrap="square">
            <a:spAutoFit/>
          </a:bodyPr>
          <a:lstStyle/>
          <a:p>
            <a:pPr algn="l">
              <a:lnSpc>
                <a:spcPct val="125000"/>
              </a:lnSpc>
            </a:pPr>
            <a:r>
              <a:rPr lang="en-US" altLang="zh-CN" sz="1500" b="1" dirty="0">
                <a:solidFill>
                  <a:schemeClr val="tx1"/>
                </a:solidFill>
                <a:latin typeface="微软雅黑" panose="020B0503020204020204" pitchFamily="34" charset="-122"/>
                <a:ea typeface="微软雅黑" panose="020B0503020204020204" pitchFamily="34" charset="-122"/>
              </a:rPr>
              <a:t>On Querying Connected Components in Large Temporal Graphs</a:t>
            </a:r>
            <a:endParaRPr sz="1500" dirty="0"/>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作者：</a:t>
            </a:r>
            <a:r>
              <a:rPr lang="en-US" altLang="zh-CN" sz="1500" dirty="0">
                <a:solidFill>
                  <a:schemeClr val="tx1"/>
                </a:solidFill>
                <a:highlight>
                  <a:srgbClr val="FFFF00"/>
                </a:highlight>
                <a:latin typeface="华文宋体" panose="02010600040101010101" pitchFamily="2" charset="-122"/>
                <a:ea typeface="华文宋体" panose="02010600040101010101" pitchFamily="2" charset="-122"/>
              </a:rPr>
              <a:t>Haoxuan Xie</a:t>
            </a:r>
            <a:r>
              <a:rPr lang="en-US" altLang="zh-CN" sz="1500" dirty="0">
                <a:solidFill>
                  <a:schemeClr val="tx1"/>
                </a:solidFill>
                <a:latin typeface="华文宋体" panose="02010600040101010101" pitchFamily="2" charset="-122"/>
                <a:ea typeface="华文宋体" panose="02010600040101010101" pitchFamily="2" charset="-122"/>
              </a:rPr>
              <a:t>, </a:t>
            </a:r>
            <a:r>
              <a:rPr lang="en-US" altLang="zh-CN" sz="1500" dirty="0" err="1">
                <a:solidFill>
                  <a:schemeClr val="tx1"/>
                </a:solidFill>
                <a:highlight>
                  <a:srgbClr val="FFFF00"/>
                </a:highlight>
                <a:latin typeface="华文宋体" panose="02010600040101010101" pitchFamily="2" charset="-122"/>
                <a:ea typeface="华文宋体" panose="02010600040101010101" pitchFamily="2" charset="-122"/>
              </a:rPr>
              <a:t>Yixiang</a:t>
            </a:r>
            <a:r>
              <a:rPr lang="en-US" altLang="zh-CN" sz="1500" dirty="0">
                <a:solidFill>
                  <a:schemeClr val="tx1"/>
                </a:solidFill>
                <a:highlight>
                  <a:srgbClr val="FFFF00"/>
                </a:highlight>
                <a:latin typeface="华文宋体" panose="02010600040101010101" pitchFamily="2" charset="-122"/>
                <a:ea typeface="华文宋体" panose="02010600040101010101" pitchFamily="2" charset="-122"/>
              </a:rPr>
              <a:t> Fang†</a:t>
            </a:r>
            <a:r>
              <a:rPr lang="en-US" altLang="zh-CN" sz="1500" dirty="0">
                <a:solidFill>
                  <a:schemeClr val="tx1"/>
                </a:solidFill>
                <a:latin typeface="华文宋体" panose="02010600040101010101" pitchFamily="2" charset="-122"/>
                <a:ea typeface="华文宋体" panose="02010600040101010101" pitchFamily="2" charset="-122"/>
              </a:rPr>
              <a:t>, </a:t>
            </a:r>
            <a:r>
              <a:rPr lang="en-US" altLang="zh-CN" sz="1500" dirty="0">
                <a:solidFill>
                  <a:schemeClr val="tx1"/>
                </a:solidFill>
                <a:highlight>
                  <a:srgbClr val="FFFF00"/>
                </a:highlight>
                <a:latin typeface="华文宋体" panose="02010600040101010101" pitchFamily="2" charset="-122"/>
                <a:ea typeface="华文宋体" panose="02010600040101010101" pitchFamily="2" charset="-122"/>
              </a:rPr>
              <a:t>Yuyang Xia</a:t>
            </a:r>
            <a:r>
              <a:rPr lang="en-US" altLang="zh-CN" sz="1500" dirty="0">
                <a:solidFill>
                  <a:schemeClr val="tx1"/>
                </a:solidFill>
                <a:latin typeface="华文宋体" panose="02010600040101010101" pitchFamily="2" charset="-122"/>
                <a:ea typeface="华文宋体" panose="02010600040101010101" pitchFamily="2" charset="-122"/>
              </a:rPr>
              <a:t>, </a:t>
            </a:r>
            <a:r>
              <a:rPr lang="en-US" altLang="zh-CN" sz="1500" dirty="0" err="1">
                <a:solidFill>
                  <a:schemeClr val="tx1"/>
                </a:solidFill>
                <a:latin typeface="华文宋体" panose="02010600040101010101" pitchFamily="2" charset="-122"/>
                <a:ea typeface="华文宋体" panose="02010600040101010101" pitchFamily="2" charset="-122"/>
              </a:rPr>
              <a:t>Wensheng</a:t>
            </a:r>
            <a:r>
              <a:rPr lang="en-US" altLang="zh-CN" sz="1500" dirty="0">
                <a:solidFill>
                  <a:schemeClr val="tx1"/>
                </a:solidFill>
                <a:latin typeface="华文宋体" panose="02010600040101010101" pitchFamily="2" charset="-122"/>
                <a:ea typeface="华文宋体" panose="02010600040101010101" pitchFamily="2" charset="-122"/>
              </a:rPr>
              <a:t> Luo, </a:t>
            </a:r>
            <a:r>
              <a:rPr lang="en-US" altLang="zh-CN" sz="1500" dirty="0">
                <a:solidFill>
                  <a:schemeClr val="tx1"/>
                </a:solidFill>
                <a:highlight>
                  <a:srgbClr val="FFFF00"/>
                </a:highlight>
                <a:latin typeface="华文宋体" panose="02010600040101010101" pitchFamily="2" charset="-122"/>
                <a:ea typeface="华文宋体" panose="02010600040101010101" pitchFamily="2" charset="-122"/>
              </a:rPr>
              <a:t>Chenhao Ma</a:t>
            </a:r>
            <a:endParaRPr sz="1500" dirty="0"/>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接收会议：</a:t>
            </a:r>
            <a:r>
              <a:rPr lang="en-US" altLang="zh-CN" sz="1500" dirty="0">
                <a:solidFill>
                  <a:schemeClr val="tx1"/>
                </a:solidFill>
                <a:latin typeface="华文宋体" panose="02010600040101010101" pitchFamily="2" charset="-122"/>
                <a:ea typeface="华文宋体" panose="02010600040101010101" pitchFamily="2" charset="-122"/>
              </a:rPr>
              <a:t>SIGMOD 2023</a:t>
            </a:r>
            <a:endParaRPr sz="1500" dirty="0"/>
          </a:p>
          <a:p>
            <a:pPr algn="l">
              <a:lnSpc>
                <a:spcPct val="125000"/>
              </a:lnSpc>
            </a:pP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SIGMOD</a:t>
            </a:r>
            <a:r>
              <a:rPr lang="zh-CN" altLang="en-US" sz="1500" dirty="0">
                <a:solidFill>
                  <a:schemeClr val="tx1"/>
                </a:solidFill>
                <a:latin typeface="华文宋体" panose="02010600040101010101" pitchFamily="2" charset="-122"/>
                <a:ea typeface="华文宋体" panose="02010600040101010101" pitchFamily="2" charset="-122"/>
              </a:rPr>
              <a:t>是数据库系统领域历史最为悠久也是最为权威的学术会议，被中国计算机学会（</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CCF</a:t>
            </a:r>
            <a:r>
              <a:rPr lang="zh-CN" altLang="en-US" sz="1500" dirty="0">
                <a:solidFill>
                  <a:schemeClr val="tx1"/>
                </a:solidFill>
                <a:latin typeface="华文宋体" panose="02010600040101010101" pitchFamily="2" charset="-122"/>
                <a:ea typeface="华文宋体" panose="02010600040101010101" pitchFamily="2" charset="-122"/>
              </a:rPr>
              <a:t>）列为</a:t>
            </a:r>
            <a:r>
              <a:rPr lang="en-US" altLang="zh-CN" sz="1500" dirty="0">
                <a:solidFill>
                  <a:schemeClr val="tx1"/>
                </a:solidFill>
                <a:latin typeface="华文宋体" panose="02010600040101010101" pitchFamily="2" charset="-122"/>
                <a:ea typeface="华文宋体" panose="02010600040101010101" pitchFamily="2" charset="-122"/>
              </a:rPr>
              <a:t>A</a:t>
            </a:r>
            <a:r>
              <a:rPr lang="zh-CN" altLang="en-US" sz="1500" dirty="0">
                <a:solidFill>
                  <a:schemeClr val="tx1"/>
                </a:solidFill>
                <a:latin typeface="华文宋体" panose="02010600040101010101" pitchFamily="2" charset="-122"/>
                <a:ea typeface="华文宋体" panose="02010600040101010101" pitchFamily="2" charset="-122"/>
              </a:rPr>
              <a:t>类会议。</a:t>
            </a:r>
            <a:endParaRPr sz="1500" dirty="0"/>
          </a:p>
        </p:txBody>
      </p:sp>
      <p:sp>
        <p:nvSpPr>
          <p:cNvPr id="247" name="Title Placeholder 1"/>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科研活动</a:t>
            </a:r>
            <a:endParaRPr lang="en-CN" sz="3200"/>
          </a:p>
        </p:txBody>
      </p:sp>
      <p:cxnSp>
        <p:nvCxnSpPr>
          <p:cNvPr id="249" name="直接连接符 9"/>
          <p:cNvCxnSpPr/>
          <p:nvPr/>
        </p:nvCxnSpPr>
        <p:spPr>
          <a:xfrm>
            <a:off x="469890" y="2216368"/>
            <a:ext cx="0" cy="7184315"/>
          </a:xfrm>
          <a:prstGeom prst="line">
            <a:avLst/>
          </a:prstGeom>
          <a:ln>
            <a:solidFill>
              <a:srgbClr val="441D85"/>
            </a:solidFill>
          </a:ln>
        </p:spPr>
        <p:style>
          <a:lnRef idx="1">
            <a:schemeClr val="accent1"/>
          </a:lnRef>
          <a:fillRef idx="0">
            <a:schemeClr val="accent1"/>
          </a:fillRef>
          <a:effectRef idx="0">
            <a:schemeClr val="accent1"/>
          </a:effectRef>
          <a:fontRef idx="minor">
            <a:schemeClr val="tx1"/>
          </a:fontRef>
        </p:style>
      </p:cxnSp>
      <p:sp>
        <p:nvSpPr>
          <p:cNvPr id="250" name="椭圆 10"/>
          <p:cNvSpPr/>
          <p:nvPr/>
        </p:nvSpPr>
        <p:spPr>
          <a:xfrm>
            <a:off x="418037" y="6408473"/>
            <a:ext cx="103709" cy="103892"/>
          </a:xfrm>
          <a:prstGeom prst="ellipse">
            <a:avLst/>
          </a:prstGeom>
          <a:solidFill>
            <a:srgbClr val="9C8AD0"/>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51" name="椭圆 11"/>
          <p:cNvSpPr/>
          <p:nvPr/>
        </p:nvSpPr>
        <p:spPr>
          <a:xfrm>
            <a:off x="423359" y="2079252"/>
            <a:ext cx="103709" cy="103892"/>
          </a:xfrm>
          <a:prstGeom prst="ellipse">
            <a:avLst/>
          </a:prstGeom>
          <a:solidFill>
            <a:srgbClr val="F29624"/>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52" name="椭圆 12"/>
          <p:cNvSpPr/>
          <p:nvPr/>
        </p:nvSpPr>
        <p:spPr>
          <a:xfrm>
            <a:off x="427483" y="3980001"/>
            <a:ext cx="103709" cy="103892"/>
          </a:xfrm>
          <a:prstGeom prst="ellipse">
            <a:avLst/>
          </a:prstGeom>
          <a:solidFill>
            <a:srgbClr val="441D85"/>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53" name="椭圆 14"/>
          <p:cNvSpPr/>
          <p:nvPr/>
        </p:nvSpPr>
        <p:spPr>
          <a:xfrm>
            <a:off x="423852" y="7848619"/>
            <a:ext cx="103709" cy="103892"/>
          </a:xfrm>
          <a:prstGeom prst="ellipse">
            <a:avLst/>
          </a:prstGeom>
          <a:solidFill>
            <a:srgbClr val="441D85"/>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54" name="椭圆 15"/>
          <p:cNvSpPr/>
          <p:nvPr/>
        </p:nvSpPr>
        <p:spPr>
          <a:xfrm>
            <a:off x="423852" y="4334300"/>
            <a:ext cx="103709" cy="103892"/>
          </a:xfrm>
          <a:prstGeom prst="ellipse">
            <a:avLst/>
          </a:prstGeom>
          <a:solidFill>
            <a:srgbClr val="441D85"/>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55" name="椭圆 16"/>
          <p:cNvSpPr/>
          <p:nvPr/>
        </p:nvSpPr>
        <p:spPr>
          <a:xfrm>
            <a:off x="423209" y="8120663"/>
            <a:ext cx="103709" cy="103892"/>
          </a:xfrm>
          <a:prstGeom prst="ellipse">
            <a:avLst/>
          </a:prstGeom>
          <a:solidFill>
            <a:srgbClr val="441D85"/>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56" name="椭圆 17"/>
          <p:cNvSpPr/>
          <p:nvPr/>
        </p:nvSpPr>
        <p:spPr>
          <a:xfrm>
            <a:off x="423852" y="4967008"/>
            <a:ext cx="103709" cy="103892"/>
          </a:xfrm>
          <a:prstGeom prst="ellipse">
            <a:avLst/>
          </a:prstGeom>
          <a:solidFill>
            <a:srgbClr val="441D85"/>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57" name="椭圆 18"/>
          <p:cNvSpPr/>
          <p:nvPr/>
        </p:nvSpPr>
        <p:spPr>
          <a:xfrm>
            <a:off x="432644" y="8404984"/>
            <a:ext cx="103709" cy="103892"/>
          </a:xfrm>
          <a:prstGeom prst="ellipse">
            <a:avLst/>
          </a:prstGeom>
          <a:solidFill>
            <a:srgbClr val="441D85"/>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cxnSp>
        <p:nvCxnSpPr>
          <p:cNvPr id="258" name="图形"/>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2" name="文本框 2">
            <a:extLst>
              <a:ext uri="{FF2B5EF4-FFF2-40B4-BE49-F238E27FC236}">
                <a16:creationId xmlns:a16="http://schemas.microsoft.com/office/drawing/2014/main" id="{60FDC992-F300-CB6F-8304-9723B8EF9497}"/>
              </a:ext>
            </a:extLst>
          </p:cNvPr>
          <p:cNvSpPr txBox="1"/>
          <p:nvPr/>
        </p:nvSpPr>
        <p:spPr>
          <a:xfrm>
            <a:off x="-1817145" y="9557605"/>
            <a:ext cx="4633521" cy="323165"/>
          </a:xfrm>
          <a:prstGeom prst="rect">
            <a:avLst/>
          </a:prstGeom>
          <a:noFill/>
        </p:spPr>
        <p:txBody>
          <a:bodyPr/>
          <a:lstStyle/>
          <a:p>
            <a:r>
              <a:rPr sz="1500" lang="zh-CN"/>
              <a:t>14</a:t>
            </a:r>
          </a:p>
        </p:txBody>
      </p:sp>
      <p:pic>
        <p:nvPicPr>
          <p:cNvPr id="3" name="图片 18">
            <a:extLst>
              <a:ext uri="{FF2B5EF4-FFF2-40B4-BE49-F238E27FC236}">
                <a16:creationId xmlns:a16="http://schemas.microsoft.com/office/drawing/2014/main" id="{31E70F17-2E0B-74C0-3198-BED9B123B650}"/>
              </a:ext>
            </a:extLst>
          </p:cNvPr>
          <p:cNvPicPr>
            <a:picLocks noChangeAspect="1"/>
          </p:cNvPicPr>
          <p:nvPr/>
        </p:nvPicPr>
        <p:blipFill>
          <a:blip r:embed="rId8" cstate="print"/>
          <a:stretch>
            <a:fillRect/>
          </a:stretch>
        </p:blipFill>
        <p:spPr>
          <a:xfrm>
            <a:off x="-401919" y="196268"/>
            <a:ext cx="6637825" cy="925594"/>
          </a:xfrm>
          <a:prstGeom prst="rect">
            <a:avLst/>
          </a:prstGeom>
        </p:spPr>
      </p:pic>
      <p:sp>
        <p:nvSpPr>
          <p:cNvPr id="243"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p:cNvSpPr txBox="1"/>
          <p:nvPr/>
        </p:nvSpPr>
        <p:spPr>
          <a:xfrm>
            <a:off x="668946" y="3839007"/>
            <a:ext cx="6359900" cy="1986506"/>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l">
              <a:lnSpc>
                <a:spcPct val="125000"/>
              </a:lnSpc>
            </a:pPr>
            <a:r>
              <a:rPr lang="en-US" altLang="zh-CN" sz="1500" b="1" dirty="0">
                <a:solidFill>
                  <a:schemeClr val="tx1"/>
                </a:solidFill>
                <a:latin typeface="微软雅黑" panose="020B0503020204020204" pitchFamily="34" charset="-122"/>
                <a:ea typeface="微软雅黑" panose="020B0503020204020204" pitchFamily="34" charset="-122"/>
              </a:rPr>
              <a:t>Testing Graph Database Systems via Equivalent Query Rewriting</a:t>
            </a:r>
            <a:endParaRPr sz="1500" dirty="0"/>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作者：</a:t>
            </a:r>
            <a:r>
              <a:rPr lang="en-US" altLang="zh-CN" sz="1500" dirty="0" err="1">
                <a:solidFill>
                  <a:schemeClr val="tx1"/>
                </a:solidFill>
                <a:highlight>
                  <a:srgbClr val="FFFF00"/>
                </a:highlight>
                <a:latin typeface="华文宋体" panose="02010600040101010101" pitchFamily="2" charset="-122"/>
                <a:ea typeface="华文宋体" panose="02010600040101010101" pitchFamily="2" charset="-122"/>
              </a:rPr>
              <a:t>Qiuyang</a:t>
            </a:r>
            <a:r>
              <a:rPr lang="en-US" altLang="zh-CN" sz="1500" dirty="0">
                <a:solidFill>
                  <a:schemeClr val="tx1"/>
                </a:solidFill>
                <a:highlight>
                  <a:srgbClr val="FFFF00"/>
                </a:highlight>
                <a:latin typeface="华文宋体" panose="02010600040101010101" pitchFamily="2" charset="-122"/>
                <a:ea typeface="华文宋体" panose="02010600040101010101" pitchFamily="2" charset="-122"/>
              </a:rPr>
              <a:t> Mang*</a:t>
            </a:r>
            <a:r>
              <a:rPr lang="en-US" altLang="zh-CN" sz="1500" dirty="0">
                <a:solidFill>
                  <a:schemeClr val="tx1"/>
                </a:solidFill>
                <a:latin typeface="华文宋体" panose="02010600040101010101" pitchFamily="2" charset="-122"/>
                <a:ea typeface="华文宋体" panose="02010600040101010101" pitchFamily="2" charset="-122"/>
              </a:rPr>
              <a:t>, </a:t>
            </a:r>
            <a:r>
              <a:rPr lang="en-US" altLang="zh-CN" sz="1500" dirty="0" err="1">
                <a:solidFill>
                  <a:schemeClr val="tx1"/>
                </a:solidFill>
                <a:latin typeface="华文宋体" panose="02010600040101010101" pitchFamily="2" charset="-122"/>
                <a:ea typeface="华文宋体" panose="02010600040101010101" pitchFamily="2" charset="-122"/>
              </a:rPr>
              <a:t>Aoyang</a:t>
            </a:r>
            <a:r>
              <a:rPr lang="en-US" altLang="zh-CN" sz="1500" dirty="0">
                <a:solidFill>
                  <a:schemeClr val="tx1"/>
                </a:solidFill>
                <a:latin typeface="华文宋体" panose="02010600040101010101" pitchFamily="2" charset="-122"/>
                <a:ea typeface="华文宋体" panose="02010600040101010101" pitchFamily="2" charset="-122"/>
              </a:rPr>
              <a:t> Fang*, </a:t>
            </a:r>
            <a:r>
              <a:rPr lang="en-US" altLang="zh-CN" sz="1500" dirty="0" err="1">
                <a:solidFill>
                  <a:schemeClr val="tx1"/>
                </a:solidFill>
                <a:latin typeface="华文宋体" panose="02010600040101010101" pitchFamily="2" charset="-122"/>
                <a:ea typeface="华文宋体" panose="02010600040101010101" pitchFamily="2" charset="-122"/>
              </a:rPr>
              <a:t>Boxi</a:t>
            </a:r>
            <a:r>
              <a:rPr lang="en-US" altLang="zh-CN" sz="1500" dirty="0">
                <a:solidFill>
                  <a:schemeClr val="tx1"/>
                </a:solidFill>
                <a:latin typeface="华文宋体" panose="02010600040101010101" pitchFamily="2" charset="-122"/>
                <a:ea typeface="华文宋体" panose="02010600040101010101" pitchFamily="2" charset="-122"/>
              </a:rPr>
              <a:t> Yu, </a:t>
            </a:r>
            <a:r>
              <a:rPr lang="en-US" altLang="zh-CN" sz="1500" dirty="0" err="1">
                <a:solidFill>
                  <a:schemeClr val="tx1"/>
                </a:solidFill>
                <a:highlight>
                  <a:srgbClr val="FFFF00"/>
                </a:highlight>
                <a:latin typeface="华文宋体" panose="02010600040101010101" pitchFamily="2" charset="-122"/>
                <a:ea typeface="华文宋体" panose="02010600040101010101" pitchFamily="2" charset="-122"/>
              </a:rPr>
              <a:t>Hanfei</a:t>
            </a:r>
            <a:r>
              <a:rPr lang="en-US" altLang="zh-CN" sz="1500" dirty="0">
                <a:solidFill>
                  <a:schemeClr val="tx1"/>
                </a:solidFill>
                <a:highlight>
                  <a:srgbClr val="FFFF00"/>
                </a:highlight>
                <a:latin typeface="华文宋体" panose="02010600040101010101" pitchFamily="2" charset="-122"/>
                <a:ea typeface="华文宋体" panose="02010600040101010101" pitchFamily="2" charset="-122"/>
              </a:rPr>
              <a:t> Chen</a:t>
            </a:r>
            <a:r>
              <a:rPr lang="en-US" altLang="zh-CN" sz="1500" dirty="0">
                <a:solidFill>
                  <a:schemeClr val="tx1"/>
                </a:solidFill>
                <a:latin typeface="华文宋体" panose="02010600040101010101" pitchFamily="2" charset="-122"/>
                <a:ea typeface="华文宋体" panose="02010600040101010101" pitchFamily="2" charset="-122"/>
              </a:rPr>
              <a:t>, </a:t>
            </a:r>
            <a:r>
              <a:rPr lang="en-US" altLang="zh-CN" sz="1500" dirty="0" err="1">
                <a:solidFill>
                  <a:schemeClr val="tx1"/>
                </a:solidFill>
                <a:latin typeface="华文宋体" panose="02010600040101010101" pitchFamily="2" charset="-122"/>
                <a:ea typeface="华文宋体" panose="02010600040101010101" pitchFamily="2" charset="-122"/>
              </a:rPr>
              <a:t>Pinjia</a:t>
            </a:r>
            <a:r>
              <a:rPr lang="en-US" altLang="zh-CN" sz="1500" dirty="0">
                <a:solidFill>
                  <a:schemeClr val="tx1"/>
                </a:solidFill>
                <a:latin typeface="华文宋体" panose="02010600040101010101" pitchFamily="2" charset="-122"/>
                <a:ea typeface="华文宋体" panose="02010600040101010101" pitchFamily="2" charset="-122"/>
              </a:rPr>
              <a:t> He</a:t>
            </a:r>
            <a:r>
              <a:rPr lang="zh-CN" altLang="en-US" sz="1500" dirty="0">
                <a:solidFill>
                  <a:schemeClr val="tx1"/>
                </a:solidFill>
                <a:latin typeface="华文宋体" panose="02010600040101010101" pitchFamily="2" charset="-122"/>
                <a:ea typeface="华文宋体" panose="02010600040101010101" pitchFamily="2" charset="-122"/>
              </a:rPr>
              <a:t>（*为共同一作）</a:t>
            </a:r>
            <a:endParaRPr sz="1500" dirty="0"/>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接收会议：</a:t>
            </a:r>
            <a:r>
              <a:rPr lang="en-HK" altLang="zh-CN" sz="1500" dirty="0">
                <a:solidFill>
                  <a:schemeClr val="tx1"/>
                </a:solidFill>
                <a:latin typeface="华文宋体" panose="02010600040101010101" pitchFamily="2" charset="-122"/>
                <a:ea typeface="华文宋体" panose="02010600040101010101" pitchFamily="2" charset="-122"/>
              </a:rPr>
              <a:t>ICSE 2024</a:t>
            </a:r>
            <a:endParaRPr sz="1500" dirty="0"/>
          </a:p>
          <a:p>
            <a:pPr algn="l">
              <a:lnSpc>
                <a:spcPct val="125000"/>
              </a:lnSpc>
            </a:pPr>
            <a:r>
              <a:rPr lang="en-US" altLang="zh-CN" sz="1500" dirty="0">
                <a:solidFill>
                  <a:schemeClr val="tx1"/>
                </a:solidFill>
                <a:latin typeface="华文宋体" panose="02010600040101010101" pitchFamily="2" charset="-122"/>
                <a:ea typeface="华文宋体" panose="02010600040101010101" pitchFamily="2" charset="-122"/>
                <a:sym typeface="Helvetica Neue"/>
              </a:rPr>
              <a:t>ICSE</a:t>
            </a:r>
            <a:r>
              <a:rPr lang="zh-CN" altLang="en-US" sz="1500" dirty="0">
                <a:solidFill>
                  <a:schemeClr val="tx1"/>
                </a:solidFill>
                <a:latin typeface="华文宋体" panose="02010600040101010101" pitchFamily="2" charset="-122"/>
                <a:ea typeface="华文宋体" panose="02010600040101010101" pitchFamily="2" charset="-122"/>
              </a:rPr>
              <a:t>是国际公认的软件工程领域顶级会议，被中国计算机学会</a:t>
            </a:r>
            <a:r>
              <a:rPr lang="zh-CN" altLang="en-US" sz="1500" dirty="0">
                <a:solidFill>
                  <a:schemeClr val="tx1"/>
                </a:solidFill>
                <a:latin typeface="华文宋体" panose="02010600040101010101" pitchFamily="2" charset="-122"/>
                <a:ea typeface="华文宋体" panose="02010600040101010101" pitchFamily="2" charset="-122"/>
                <a:sym typeface="Helvetica Neue"/>
              </a:rPr>
              <a:t>（</a:t>
            </a:r>
            <a:r>
              <a:rPr lang="en-US" altLang="zh-CN" sz="1500" dirty="0">
                <a:solidFill>
                  <a:schemeClr val="tx1"/>
                </a:solidFill>
                <a:latin typeface="华文宋体" panose="02010600040101010101" pitchFamily="2" charset="-122"/>
                <a:ea typeface="华文宋体" panose="02010600040101010101" pitchFamily="2" charset="-122"/>
                <a:sym typeface="Helvetica Neue"/>
              </a:rPr>
              <a:t>CCF</a:t>
            </a:r>
            <a:r>
              <a:rPr lang="zh-CN" altLang="en-US" sz="1500" dirty="0">
                <a:solidFill>
                  <a:schemeClr val="tx1"/>
                </a:solidFill>
                <a:latin typeface="华文宋体" panose="02010600040101010101" pitchFamily="2" charset="-122"/>
                <a:ea typeface="华文宋体" panose="02010600040101010101" pitchFamily="2" charset="-122"/>
                <a:sym typeface="Helvetica Neue"/>
              </a:rPr>
              <a:t>）</a:t>
            </a:r>
            <a:r>
              <a:rPr lang="zh-CN" altLang="en-US" sz="1500" dirty="0">
                <a:solidFill>
                  <a:schemeClr val="tx1"/>
                </a:solidFill>
                <a:latin typeface="华文宋体" panose="02010600040101010101" pitchFamily="2" charset="-122"/>
                <a:ea typeface="华文宋体" panose="02010600040101010101" pitchFamily="2" charset="-122"/>
              </a:rPr>
              <a:t>列为</a:t>
            </a:r>
            <a:r>
              <a:rPr lang="en-US" altLang="zh-CN" sz="1500" dirty="0">
                <a:solidFill>
                  <a:schemeClr val="tx1"/>
                </a:solidFill>
                <a:latin typeface="华文宋体" panose="02010600040101010101" pitchFamily="2" charset="-122"/>
                <a:ea typeface="华文宋体" panose="02010600040101010101" pitchFamily="2" charset="-122"/>
              </a:rPr>
              <a:t>A</a:t>
            </a:r>
            <a:r>
              <a:rPr lang="zh-CN" altLang="en-US" sz="1500" dirty="0">
                <a:solidFill>
                  <a:schemeClr val="tx1"/>
                </a:solidFill>
                <a:latin typeface="华文宋体" panose="02010600040101010101" pitchFamily="2" charset="-122"/>
                <a:ea typeface="华文宋体" panose="02010600040101010101" pitchFamily="2" charset="-122"/>
              </a:rPr>
              <a:t>类会议。</a:t>
            </a:r>
            <a:endParaRPr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2" name="组合 5"/>
          <p:cNvGrpSpPr/>
          <p:nvPr/>
        </p:nvGrpSpPr>
        <p:grpSpPr>
          <a:xfrm>
            <a:off x="-7834" y="274664"/>
            <a:ext cx="7549923" cy="9999797"/>
            <a:chOff x="9752" y="255633"/>
            <a:chExt cx="7549923" cy="9999797"/>
          </a:xfrm>
        </p:grpSpPr>
        <p:pic>
          <p:nvPicPr>
            <p:cNvPr id="263" name="图片 6"/>
            <p:cNvPicPr>
              <a:picLocks noChangeAspect="1"/>
            </p:cNvPicPr>
            <p:nvPr/>
          </p:nvPicPr>
          <p:blipFill>
            <a:blip r:embed="rId3"/>
            <a:srcRect r="1505"/>
            <a:stretch/>
          </p:blipFill>
          <p:spPr>
            <a:xfrm>
              <a:off x="9752" y="255633"/>
              <a:ext cx="7549923" cy="9999797"/>
            </a:xfrm>
            <a:prstGeom prst="rect">
              <a:avLst/>
            </a:prstGeom>
          </p:spPr>
        </p:pic>
        <p:pic>
          <p:nvPicPr>
            <p:cNvPr id="264" name="图片 13"/>
            <p:cNvPicPr>
              <a:picLocks noChangeAspect="1"/>
            </p:cNvPicPr>
            <p:nvPr/>
          </p:nvPicPr>
          <p:blipFill>
            <a:blip r:embed="rId4"/>
            <a:stretch>
              <a:fillRect/>
            </a:stretch>
          </p:blipFill>
          <p:spPr>
            <a:xfrm>
              <a:off x="2733503" y="958361"/>
              <a:ext cx="4803852" cy="183897"/>
            </a:xfrm>
            <a:prstGeom prst="rect">
              <a:avLst/>
            </a:prstGeom>
          </p:spPr>
        </p:pic>
        <p:pic>
          <p:nvPicPr>
            <p:cNvPr id="265" name="图片 19"/>
            <p:cNvPicPr>
              <a:picLocks noChangeAspect="1"/>
            </p:cNvPicPr>
            <p:nvPr/>
          </p:nvPicPr>
          <p:blipFill>
            <a:blip r:embed="rId5"/>
            <a:stretch>
              <a:fillRect/>
            </a:stretch>
          </p:blipFill>
          <p:spPr>
            <a:xfrm>
              <a:off x="2955317" y="489607"/>
              <a:ext cx="4480144" cy="476842"/>
            </a:xfrm>
            <a:prstGeom prst="rect">
              <a:avLst/>
            </a:prstGeom>
          </p:spPr>
        </p:pic>
      </p:grpSp>
      <p:sp>
        <p:nvSpPr>
          <p:cNvPr id="266" name="矩形 21"/>
          <p:cNvSpPr/>
          <p:nvPr/>
        </p:nvSpPr>
        <p:spPr>
          <a:xfrm rot="10800000">
            <a:off x="489048" y="2132898"/>
            <a:ext cx="6613058" cy="3779005"/>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267" name="矩形 22"/>
          <p:cNvSpPr/>
          <p:nvPr/>
        </p:nvSpPr>
        <p:spPr>
          <a:xfrm rot="10800000">
            <a:off x="489048" y="6220712"/>
            <a:ext cx="6613058" cy="2943202"/>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268" name="Title Placeholder 1"/>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科研活动</a:t>
            </a:r>
            <a:endParaRPr lang="en-CN" sz="3200" dirty="0"/>
          </a:p>
        </p:txBody>
      </p:sp>
      <p:cxnSp>
        <p:nvCxnSpPr>
          <p:cNvPr id="270" name="直接连接符 9"/>
          <p:cNvCxnSpPr/>
          <p:nvPr/>
        </p:nvCxnSpPr>
        <p:spPr>
          <a:xfrm>
            <a:off x="467864" y="2226220"/>
            <a:ext cx="0" cy="7184315"/>
          </a:xfrm>
          <a:prstGeom prst="line">
            <a:avLst/>
          </a:prstGeom>
          <a:ln>
            <a:solidFill>
              <a:srgbClr val="441D85"/>
            </a:solidFill>
          </a:ln>
        </p:spPr>
        <p:style>
          <a:lnRef idx="1">
            <a:schemeClr val="accent1"/>
          </a:lnRef>
          <a:fillRef idx="0">
            <a:schemeClr val="accent1"/>
          </a:fillRef>
          <a:effectRef idx="0">
            <a:schemeClr val="accent1"/>
          </a:effectRef>
          <a:fontRef idx="minor">
            <a:schemeClr val="tx1"/>
          </a:fontRef>
        </p:style>
      </p:cxnSp>
      <p:sp>
        <p:nvSpPr>
          <p:cNvPr id="271" name="椭圆 10"/>
          <p:cNvSpPr/>
          <p:nvPr/>
        </p:nvSpPr>
        <p:spPr>
          <a:xfrm>
            <a:off x="416011" y="6180108"/>
            <a:ext cx="103709" cy="103892"/>
          </a:xfrm>
          <a:prstGeom prst="ellipse">
            <a:avLst/>
          </a:prstGeom>
          <a:solidFill>
            <a:srgbClr val="9C8AD0"/>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72" name="椭圆 11"/>
          <p:cNvSpPr/>
          <p:nvPr/>
        </p:nvSpPr>
        <p:spPr>
          <a:xfrm>
            <a:off x="421333" y="2122970"/>
            <a:ext cx="103709" cy="103892"/>
          </a:xfrm>
          <a:prstGeom prst="ellipse">
            <a:avLst/>
          </a:prstGeom>
          <a:solidFill>
            <a:srgbClr val="F29624"/>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73" name="椭圆 12"/>
          <p:cNvSpPr/>
          <p:nvPr/>
        </p:nvSpPr>
        <p:spPr>
          <a:xfrm>
            <a:off x="416665" y="3804405"/>
            <a:ext cx="103709" cy="103892"/>
          </a:xfrm>
          <a:prstGeom prst="ellipse">
            <a:avLst/>
          </a:prstGeom>
          <a:solidFill>
            <a:srgbClr val="441D85"/>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74" name="椭圆 14"/>
          <p:cNvSpPr/>
          <p:nvPr/>
        </p:nvSpPr>
        <p:spPr>
          <a:xfrm>
            <a:off x="430618" y="7449523"/>
            <a:ext cx="103709" cy="103892"/>
          </a:xfrm>
          <a:prstGeom prst="ellipse">
            <a:avLst/>
          </a:prstGeom>
          <a:solidFill>
            <a:srgbClr val="441D85"/>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75" name="椭圆 15"/>
          <p:cNvSpPr/>
          <p:nvPr/>
        </p:nvSpPr>
        <p:spPr>
          <a:xfrm>
            <a:off x="413034" y="4436767"/>
            <a:ext cx="103709" cy="103892"/>
          </a:xfrm>
          <a:prstGeom prst="ellipse">
            <a:avLst/>
          </a:prstGeom>
          <a:solidFill>
            <a:srgbClr val="441D85"/>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76" name="椭圆 16"/>
          <p:cNvSpPr/>
          <p:nvPr/>
        </p:nvSpPr>
        <p:spPr>
          <a:xfrm>
            <a:off x="429975" y="8022916"/>
            <a:ext cx="103709" cy="103892"/>
          </a:xfrm>
          <a:prstGeom prst="ellipse">
            <a:avLst/>
          </a:prstGeom>
          <a:solidFill>
            <a:srgbClr val="441D85"/>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77" name="椭圆 17"/>
          <p:cNvSpPr/>
          <p:nvPr/>
        </p:nvSpPr>
        <p:spPr>
          <a:xfrm>
            <a:off x="421826" y="5044435"/>
            <a:ext cx="103709" cy="103892"/>
          </a:xfrm>
          <a:prstGeom prst="ellipse">
            <a:avLst/>
          </a:prstGeom>
          <a:solidFill>
            <a:srgbClr val="441D85"/>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78" name="椭圆 18"/>
          <p:cNvSpPr/>
          <p:nvPr/>
        </p:nvSpPr>
        <p:spPr>
          <a:xfrm>
            <a:off x="421826" y="8340008"/>
            <a:ext cx="103709" cy="103892"/>
          </a:xfrm>
          <a:prstGeom prst="ellipse">
            <a:avLst/>
          </a:prstGeom>
          <a:solidFill>
            <a:srgbClr val="441D85"/>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pic>
        <p:nvPicPr>
          <p:cNvPr id="281" name="图片 26"/>
          <p:cNvPicPr>
            <a:picLocks noChangeAspect="1"/>
          </p:cNvPicPr>
          <p:nvPr/>
        </p:nvPicPr>
        <p:blipFill>
          <a:blip r:embed="rId6"/>
          <a:stretch>
            <a:fillRect/>
          </a:stretch>
        </p:blipFill>
        <p:spPr>
          <a:xfrm>
            <a:off x="669600" y="2132898"/>
            <a:ext cx="4165200" cy="1504194"/>
          </a:xfrm>
          <a:prstGeom prst="rect">
            <a:avLst/>
          </a:prstGeom>
        </p:spPr>
      </p:pic>
      <p:pic>
        <p:nvPicPr>
          <p:cNvPr id="282" name="图片 27"/>
          <p:cNvPicPr>
            <a:picLocks noChangeAspect="1"/>
          </p:cNvPicPr>
          <p:nvPr/>
        </p:nvPicPr>
        <p:blipFill>
          <a:blip r:embed="rId7"/>
          <a:stretch>
            <a:fillRect/>
          </a:stretch>
        </p:blipFill>
        <p:spPr>
          <a:xfrm>
            <a:off x="669600" y="6242166"/>
            <a:ext cx="4165200" cy="1053219"/>
          </a:xfrm>
          <a:prstGeom prst="rect">
            <a:avLst/>
          </a:prstGeom>
        </p:spPr>
      </p:pic>
      <p:cxnSp>
        <p:nvCxnSpPr>
          <p:cNvPr id="283" name="图形"/>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259" name="文本框 2"/>
          <p:cNvSpPr txBox="1"/>
          <p:nvPr/>
        </p:nvSpPr>
        <p:spPr>
          <a:xfrm>
            <a:off x="4778527" y="9557605"/>
            <a:ext cx="4633521" cy="323165"/>
          </a:xfrm>
          <a:prstGeom prst="rect">
            <a:avLst/>
          </a:prstGeom>
          <a:noFill/>
        </p:spPr>
        <p:txBody>
          <a:bodyPr/>
          <a:lstStyle/>
          <a:p>
            <a:r>
              <a:rPr sz="1500" lang="zh-CN"/>
              <a:t>15</a:t>
            </a:r>
          </a:p>
        </p:txBody>
      </p:sp>
      <p:pic>
        <p:nvPicPr>
          <p:cNvPr id="2" name="图片 29">
            <a:extLst>
              <a:ext uri="{FF2B5EF4-FFF2-40B4-BE49-F238E27FC236}">
                <a16:creationId xmlns:a16="http://schemas.microsoft.com/office/drawing/2014/main" id="{1B534B52-5255-BF9D-1529-36E20A6D5142}"/>
              </a:ext>
            </a:extLst>
          </p:cNvPr>
          <p:cNvPicPr>
            <a:picLocks noChangeAspect="1"/>
          </p:cNvPicPr>
          <p:nvPr/>
        </p:nvPicPr>
        <p:blipFill>
          <a:blip r:embed="rId8" cstate="print"/>
          <a:stretch>
            <a:fillRect/>
          </a:stretch>
        </p:blipFill>
        <p:spPr>
          <a:xfrm>
            <a:off x="1336928" y="196268"/>
            <a:ext cx="6637825" cy="925594"/>
          </a:xfrm>
          <a:prstGeom prst="rect">
            <a:avLst/>
          </a:prstGeom>
        </p:spPr>
      </p:pic>
      <p:sp>
        <p:nvSpPr>
          <p:cNvPr id="280" name="文本框 25"/>
          <p:cNvSpPr txBox="1"/>
          <p:nvPr/>
        </p:nvSpPr>
        <p:spPr>
          <a:xfrm>
            <a:off x="669600" y="7321419"/>
            <a:ext cx="6237600" cy="1798441"/>
          </a:xfrm>
          <a:prstGeom prst="rect">
            <a:avLst/>
          </a:prstGeom>
          <a:noFill/>
        </p:spPr>
        <p:txBody>
          <a:bodyPr wrap="square">
            <a:spAutoFit/>
          </a:bodyPr>
          <a:lstStyle/>
          <a:p>
            <a:pPr algn="l">
              <a:lnSpc>
                <a:spcPct val="125000"/>
              </a:lnSpc>
            </a:pPr>
            <a:r>
              <a:rPr lang="en-US" altLang="zh-CN" sz="1500" b="1" dirty="0">
                <a:solidFill>
                  <a:schemeClr val="tx1"/>
                </a:solidFill>
                <a:latin typeface="微软雅黑" panose="020B0503020204020204" pitchFamily="34" charset="-122"/>
                <a:ea typeface="微软雅黑" panose="020B0503020204020204" pitchFamily="34" charset="-122"/>
              </a:rPr>
              <a:t>A Counting-based Approach for Efficient k-clique Densest Subgraph Discovery</a:t>
            </a:r>
            <a:endParaRPr sz="1500" dirty="0"/>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作者：</a:t>
            </a:r>
            <a:r>
              <a:rPr lang="en-US" altLang="zh-CN" sz="1500" dirty="0">
                <a:solidFill>
                  <a:schemeClr val="tx1"/>
                </a:solidFill>
                <a:latin typeface="华文宋体" panose="02010600040101010101" pitchFamily="2" charset="-122"/>
                <a:ea typeface="华文宋体" panose="02010600040101010101" pitchFamily="2" charset="-122"/>
              </a:rPr>
              <a:t>Yingli Zhou, </a:t>
            </a:r>
            <a:r>
              <a:rPr lang="en-US" altLang="zh-CN" sz="1500" dirty="0" err="1">
                <a:solidFill>
                  <a:schemeClr val="tx1"/>
                </a:solidFill>
                <a:highlight>
                  <a:srgbClr val="FFFF00"/>
                </a:highlight>
                <a:latin typeface="华文宋体" panose="02010600040101010101" pitchFamily="2" charset="-122"/>
                <a:ea typeface="华文宋体" panose="02010600040101010101" pitchFamily="2" charset="-122"/>
              </a:rPr>
              <a:t>Qingshuo</a:t>
            </a:r>
            <a:r>
              <a:rPr lang="en-US" altLang="zh-CN" sz="1500" dirty="0">
                <a:solidFill>
                  <a:schemeClr val="tx1"/>
                </a:solidFill>
                <a:highlight>
                  <a:srgbClr val="FFFF00"/>
                </a:highlight>
                <a:latin typeface="华文宋体" panose="02010600040101010101" pitchFamily="2" charset="-122"/>
                <a:ea typeface="华文宋体" panose="02010600040101010101" pitchFamily="2" charset="-122"/>
              </a:rPr>
              <a:t> Guo</a:t>
            </a:r>
            <a:r>
              <a:rPr lang="en-US" altLang="zh-CN" sz="1500" dirty="0">
                <a:solidFill>
                  <a:schemeClr val="tx1"/>
                </a:solidFill>
                <a:latin typeface="华文宋体" panose="02010600040101010101" pitchFamily="2" charset="-122"/>
                <a:ea typeface="华文宋体" panose="02010600040101010101" pitchFamily="2" charset="-122"/>
              </a:rPr>
              <a:t>, </a:t>
            </a:r>
            <a:r>
              <a:rPr lang="en-US" altLang="zh-CN" sz="1500" dirty="0" err="1">
                <a:solidFill>
                  <a:schemeClr val="tx1"/>
                </a:solidFill>
                <a:highlight>
                  <a:srgbClr val="FFFF00"/>
                </a:highlight>
                <a:latin typeface="华文宋体" panose="02010600040101010101" pitchFamily="2" charset="-122"/>
                <a:ea typeface="华文宋体" panose="02010600040101010101" pitchFamily="2" charset="-122"/>
              </a:rPr>
              <a:t>Yixiang</a:t>
            </a:r>
            <a:r>
              <a:rPr lang="en-US" altLang="zh-CN" sz="1500" dirty="0">
                <a:solidFill>
                  <a:schemeClr val="tx1"/>
                </a:solidFill>
                <a:highlight>
                  <a:srgbClr val="FFFF00"/>
                </a:highlight>
                <a:latin typeface="华文宋体" panose="02010600040101010101" pitchFamily="2" charset="-122"/>
                <a:ea typeface="华文宋体" panose="02010600040101010101" pitchFamily="2" charset="-122"/>
              </a:rPr>
              <a:t> Fang†</a:t>
            </a:r>
            <a:r>
              <a:rPr lang="en-US" altLang="zh-CN" sz="1500" dirty="0">
                <a:solidFill>
                  <a:schemeClr val="tx1"/>
                </a:solidFill>
                <a:latin typeface="华文宋体" panose="02010600040101010101" pitchFamily="2" charset="-122"/>
                <a:ea typeface="华文宋体" panose="02010600040101010101" pitchFamily="2" charset="-122"/>
              </a:rPr>
              <a:t>, </a:t>
            </a:r>
            <a:r>
              <a:rPr lang="en-US" altLang="zh-CN" sz="1500" dirty="0">
                <a:solidFill>
                  <a:schemeClr val="tx1"/>
                </a:solidFill>
                <a:highlight>
                  <a:srgbClr val="FFFF00"/>
                </a:highlight>
                <a:latin typeface="华文宋体" panose="02010600040101010101" pitchFamily="2" charset="-122"/>
                <a:ea typeface="华文宋体" panose="02010600040101010101" pitchFamily="2" charset="-122"/>
              </a:rPr>
              <a:t>Chenhao Ma</a:t>
            </a:r>
            <a:endParaRPr sz="1500" dirty="0"/>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接收会议：</a:t>
            </a:r>
            <a:r>
              <a:rPr lang="en-US" altLang="zh-CN" sz="1500" dirty="0">
                <a:solidFill>
                  <a:schemeClr val="tx1"/>
                </a:solidFill>
                <a:latin typeface="华文宋体" panose="02010600040101010101" pitchFamily="2" charset="-122"/>
                <a:ea typeface="华文宋体" panose="02010600040101010101" pitchFamily="2" charset="-122"/>
              </a:rPr>
              <a:t>SIGMOD 2024</a:t>
            </a:r>
            <a:endParaRPr sz="1500" dirty="0"/>
          </a:p>
          <a:p>
            <a:pPr algn="l">
              <a:lnSpc>
                <a:spcPct val="125000"/>
              </a:lnSpc>
            </a:pP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SIGMOD</a:t>
            </a:r>
            <a:r>
              <a:rPr lang="zh-CN" altLang="en-US" sz="1500" dirty="0">
                <a:solidFill>
                  <a:schemeClr val="tx1"/>
                </a:solidFill>
                <a:latin typeface="华文宋体" panose="02010600040101010101" pitchFamily="2" charset="-122"/>
                <a:ea typeface="华文宋体" panose="02010600040101010101" pitchFamily="2" charset="-122"/>
              </a:rPr>
              <a:t>是数据库系统领域历史最为悠久也是最为权威的学术会议，被中国计算机学会（</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CCF</a:t>
            </a:r>
            <a:r>
              <a:rPr lang="zh-CN" altLang="en-US" sz="1500" dirty="0">
                <a:solidFill>
                  <a:schemeClr val="tx1"/>
                </a:solidFill>
                <a:latin typeface="华文宋体" panose="02010600040101010101" pitchFamily="2" charset="-122"/>
                <a:ea typeface="华文宋体" panose="02010600040101010101" pitchFamily="2" charset="-122"/>
              </a:rPr>
              <a:t>）列为</a:t>
            </a:r>
            <a:r>
              <a:rPr lang="en-US" altLang="zh-CN" sz="1500" dirty="0">
                <a:solidFill>
                  <a:schemeClr val="tx1"/>
                </a:solidFill>
                <a:latin typeface="华文宋体" panose="02010600040101010101" pitchFamily="2" charset="-122"/>
                <a:ea typeface="华文宋体" panose="02010600040101010101" pitchFamily="2" charset="-122"/>
              </a:rPr>
              <a:t>A</a:t>
            </a:r>
            <a:r>
              <a:rPr lang="zh-CN" altLang="en-US" sz="1500" dirty="0">
                <a:solidFill>
                  <a:schemeClr val="tx1"/>
                </a:solidFill>
                <a:latin typeface="华文宋体" panose="02010600040101010101" pitchFamily="2" charset="-122"/>
                <a:ea typeface="华文宋体" panose="02010600040101010101" pitchFamily="2" charset="-122"/>
              </a:rPr>
              <a:t>类会议。</a:t>
            </a:r>
            <a:endParaRPr sz="1500" dirty="0"/>
          </a:p>
        </p:txBody>
      </p:sp>
      <p:sp>
        <p:nvSpPr>
          <p:cNvPr id="279"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p:cNvSpPr txBox="1"/>
          <p:nvPr/>
        </p:nvSpPr>
        <p:spPr>
          <a:xfrm>
            <a:off x="669600" y="3651301"/>
            <a:ext cx="6237600" cy="2275046"/>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l">
              <a:lnSpc>
                <a:spcPct val="125000"/>
              </a:lnSpc>
            </a:pPr>
            <a:r>
              <a:rPr lang="en-US" altLang="zh-CN" sz="1500" b="1" dirty="0">
                <a:solidFill>
                  <a:schemeClr val="tx1"/>
                </a:solidFill>
                <a:latin typeface="微软雅黑" panose="020B0503020204020204" pitchFamily="34" charset="-122"/>
                <a:ea typeface="微软雅黑" panose="020B0503020204020204" pitchFamily="34" charset="-122"/>
              </a:rPr>
              <a:t>Scalable Algorithm for Finding Balanced Subgraphs with Tolerance in Signed </a:t>
            </a:r>
            <a:r>
              <a:rPr lang="en-US" altLang="zh-CN" sz="1500" b="1" dirty="0" err="1">
                <a:solidFill>
                  <a:schemeClr val="tx1"/>
                </a:solidFill>
                <a:latin typeface="微软雅黑" panose="020B0503020204020204" pitchFamily="34" charset="-122"/>
                <a:ea typeface="微软雅黑" panose="020B0503020204020204" pitchFamily="34" charset="-122"/>
              </a:rPr>
              <a:t>Networkds</a:t>
            </a:r>
            <a:endParaRPr lang="en-US" altLang="zh-CN" sz="1500" b="1" dirty="0">
              <a:solidFill>
                <a:schemeClr val="tx1"/>
              </a:solidFill>
              <a:latin typeface="微软雅黑" panose="020B0503020204020204" pitchFamily="34" charset="-122"/>
              <a:ea typeface="微软雅黑" panose="020B0503020204020204" pitchFamily="34"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作者：</a:t>
            </a:r>
            <a:r>
              <a:rPr lang="en-US" altLang="zh-CN" sz="1500" dirty="0" err="1">
                <a:solidFill>
                  <a:schemeClr val="tx1"/>
                </a:solidFill>
                <a:highlight>
                  <a:srgbClr val="FFFF00"/>
                </a:highlight>
                <a:latin typeface="华文宋体" panose="02010600040101010101" pitchFamily="2" charset="-122"/>
                <a:ea typeface="华文宋体" panose="02010600040101010101" pitchFamily="2" charset="-122"/>
              </a:rPr>
              <a:t>Jingbang</a:t>
            </a:r>
            <a:r>
              <a:rPr lang="en-US" altLang="zh-CN" sz="1500" dirty="0">
                <a:solidFill>
                  <a:schemeClr val="tx1"/>
                </a:solidFill>
                <a:highlight>
                  <a:srgbClr val="FFFF00"/>
                </a:highlight>
                <a:latin typeface="华文宋体" panose="02010600040101010101" pitchFamily="2" charset="-122"/>
                <a:ea typeface="华文宋体" panose="02010600040101010101" pitchFamily="2" charset="-122"/>
              </a:rPr>
              <a:t> Chen*</a:t>
            </a:r>
            <a:r>
              <a:rPr lang="en-US" altLang="zh-CN" sz="1500" dirty="0">
                <a:solidFill>
                  <a:schemeClr val="tx1"/>
                </a:solidFill>
                <a:latin typeface="华文宋体" panose="02010600040101010101" pitchFamily="2" charset="-122"/>
                <a:ea typeface="华文宋体" panose="02010600040101010101" pitchFamily="2" charset="-122"/>
              </a:rPr>
              <a:t>, </a:t>
            </a:r>
            <a:r>
              <a:rPr lang="en-US" altLang="zh-CN" sz="1500" dirty="0" err="1">
                <a:solidFill>
                  <a:schemeClr val="tx1"/>
                </a:solidFill>
                <a:highlight>
                  <a:srgbClr val="FFFF00"/>
                </a:highlight>
                <a:latin typeface="华文宋体" panose="02010600040101010101" pitchFamily="2" charset="-122"/>
                <a:ea typeface="华文宋体" panose="02010600040101010101" pitchFamily="2" charset="-122"/>
              </a:rPr>
              <a:t>Qiuyang</a:t>
            </a:r>
            <a:r>
              <a:rPr lang="en-US" altLang="zh-CN" sz="1500" dirty="0">
                <a:solidFill>
                  <a:schemeClr val="tx1"/>
                </a:solidFill>
                <a:highlight>
                  <a:srgbClr val="FFFF00"/>
                </a:highlight>
                <a:latin typeface="华文宋体" panose="02010600040101010101" pitchFamily="2" charset="-122"/>
                <a:ea typeface="华文宋体" panose="02010600040101010101" pitchFamily="2" charset="-122"/>
              </a:rPr>
              <a:t> Mang*</a:t>
            </a:r>
            <a:r>
              <a:rPr lang="en-US" altLang="zh-CN" sz="1500" dirty="0">
                <a:solidFill>
                  <a:schemeClr val="tx1"/>
                </a:solidFill>
                <a:latin typeface="华文宋体" panose="02010600040101010101" pitchFamily="2" charset="-122"/>
                <a:ea typeface="华文宋体" panose="02010600040101010101" pitchFamily="2" charset="-122"/>
              </a:rPr>
              <a:t>, </a:t>
            </a:r>
            <a:r>
              <a:rPr lang="en-US" altLang="zh-CN" sz="1500" dirty="0" err="1">
                <a:solidFill>
                  <a:schemeClr val="tx1"/>
                </a:solidFill>
                <a:latin typeface="华文宋体" panose="02010600040101010101" pitchFamily="2" charset="-122"/>
                <a:ea typeface="华文宋体" panose="02010600040101010101" pitchFamily="2" charset="-122"/>
              </a:rPr>
              <a:t>Hangrui</a:t>
            </a:r>
            <a:r>
              <a:rPr lang="en-US" altLang="zh-CN" sz="1500" dirty="0">
                <a:solidFill>
                  <a:schemeClr val="tx1"/>
                </a:solidFill>
                <a:latin typeface="华文宋体" panose="02010600040101010101" pitchFamily="2" charset="-122"/>
                <a:ea typeface="华文宋体" panose="02010600040101010101" pitchFamily="2" charset="-122"/>
              </a:rPr>
              <a:t> Zhou*, Richard Peng, Yu Gao, </a:t>
            </a:r>
            <a:r>
              <a:rPr lang="en-US" altLang="zh-CN" sz="1500" dirty="0">
                <a:solidFill>
                  <a:schemeClr val="tx1"/>
                </a:solidFill>
                <a:highlight>
                  <a:srgbClr val="FFFF00"/>
                </a:highlight>
                <a:latin typeface="华文宋体" panose="02010600040101010101" pitchFamily="2" charset="-122"/>
                <a:ea typeface="华文宋体" panose="02010600040101010101" pitchFamily="2" charset="-122"/>
              </a:rPr>
              <a:t>Chenhao Ma†</a:t>
            </a:r>
            <a:r>
              <a:rPr lang="zh-CN" altLang="en-US" sz="1500" dirty="0">
                <a:solidFill>
                  <a:schemeClr val="tx1"/>
                </a:solidFill>
                <a:latin typeface="华文宋体" panose="02010600040101010101" pitchFamily="2" charset="-122"/>
                <a:ea typeface="华文宋体" panose="02010600040101010101" pitchFamily="2" charset="-122"/>
              </a:rPr>
              <a:t>（*为共同一作）</a:t>
            </a:r>
            <a:endParaRPr sz="1500" dirty="0"/>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接收会议：</a:t>
            </a:r>
            <a:r>
              <a:rPr lang="en-HK" altLang="zh-CN" sz="1500" dirty="0">
                <a:solidFill>
                  <a:schemeClr val="tx1"/>
                </a:solidFill>
                <a:latin typeface="华文宋体" panose="02010600040101010101" pitchFamily="2" charset="-122"/>
                <a:ea typeface="华文宋体" panose="02010600040101010101" pitchFamily="2" charset="-122"/>
              </a:rPr>
              <a:t>KDD 2024</a:t>
            </a:r>
            <a:endParaRPr sz="1500" dirty="0"/>
          </a:p>
          <a:p>
            <a:pPr algn="l">
              <a:lnSpc>
                <a:spcPct val="125000"/>
              </a:lnSpc>
            </a:pPr>
            <a:r>
              <a:rPr lang="en-US" altLang="zh-CN" sz="1500" dirty="0">
                <a:solidFill>
                  <a:schemeClr val="tx1"/>
                </a:solidFill>
                <a:latin typeface="华文宋体" panose="02010600040101010101" pitchFamily="2" charset="-122"/>
                <a:ea typeface="华文宋体" panose="02010600040101010101" pitchFamily="2" charset="-122"/>
                <a:sym typeface="Helvetica Neue"/>
              </a:rPr>
              <a:t>KDD</a:t>
            </a:r>
            <a:r>
              <a:rPr lang="zh-CN" altLang="en-US" sz="1500" dirty="0">
                <a:solidFill>
                  <a:schemeClr val="tx1"/>
                </a:solidFill>
                <a:latin typeface="华文宋体" panose="02010600040101010101" pitchFamily="2" charset="-122"/>
                <a:ea typeface="华文宋体" panose="02010600040101010101" pitchFamily="2" charset="-122"/>
              </a:rPr>
              <a:t>是数据挖掘领域历史最悠久、规模最大的学术会议，被中国计算机学会（</a:t>
            </a:r>
            <a:r>
              <a:rPr lang="en-US" altLang="zh-CN" sz="1500" dirty="0">
                <a:solidFill>
                  <a:schemeClr val="tx1"/>
                </a:solidFill>
                <a:latin typeface="华文宋体" panose="02010600040101010101" pitchFamily="2" charset="-122"/>
                <a:ea typeface="华文宋体" panose="02010600040101010101" pitchFamily="2" charset="-122"/>
                <a:sym typeface="Helvetica Neue"/>
              </a:rPr>
              <a:t>CCF</a:t>
            </a:r>
            <a:r>
              <a:rPr lang="zh-CN" altLang="en-US" sz="1500" dirty="0">
                <a:solidFill>
                  <a:schemeClr val="tx1"/>
                </a:solidFill>
                <a:latin typeface="华文宋体" panose="02010600040101010101" pitchFamily="2" charset="-122"/>
                <a:ea typeface="华文宋体" panose="02010600040101010101" pitchFamily="2" charset="-122"/>
              </a:rPr>
              <a:t>）列为</a:t>
            </a:r>
            <a:r>
              <a:rPr lang="en-US" altLang="zh-CN" sz="1500" dirty="0">
                <a:solidFill>
                  <a:schemeClr val="tx1"/>
                </a:solidFill>
                <a:latin typeface="华文宋体" panose="02010600040101010101" pitchFamily="2" charset="-122"/>
                <a:ea typeface="华文宋体" panose="02010600040101010101" pitchFamily="2" charset="-122"/>
              </a:rPr>
              <a:t>A</a:t>
            </a:r>
            <a:r>
              <a:rPr lang="zh-CN" altLang="en-US" sz="1500" dirty="0">
                <a:solidFill>
                  <a:schemeClr val="tx1"/>
                </a:solidFill>
                <a:latin typeface="华文宋体" panose="02010600040101010101" pitchFamily="2" charset="-122"/>
                <a:ea typeface="华文宋体" panose="02010600040101010101" pitchFamily="2" charset="-122"/>
              </a:rPr>
              <a:t>类会议。</a:t>
            </a:r>
            <a:endParaRPr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7" name="组合 8"/>
          <p:cNvGrpSpPr/>
          <p:nvPr/>
        </p:nvGrpSpPr>
        <p:grpSpPr>
          <a:xfrm>
            <a:off x="9752" y="423809"/>
            <a:ext cx="7549923" cy="9999797"/>
            <a:chOff x="9752" y="255633"/>
            <a:chExt cx="7549923" cy="9999797"/>
          </a:xfrm>
        </p:grpSpPr>
        <p:pic>
          <p:nvPicPr>
            <p:cNvPr id="418" name="图片 9"/>
            <p:cNvPicPr>
              <a:picLocks noChangeAspect="1"/>
            </p:cNvPicPr>
            <p:nvPr/>
          </p:nvPicPr>
          <p:blipFill>
            <a:blip r:embed="rId3"/>
            <a:srcRect r="1505"/>
            <a:stretch/>
          </p:blipFill>
          <p:spPr>
            <a:xfrm>
              <a:off x="9752" y="255633"/>
              <a:ext cx="7549923" cy="9999797"/>
            </a:xfrm>
            <a:prstGeom prst="rect">
              <a:avLst/>
            </a:prstGeom>
          </p:spPr>
        </p:pic>
        <p:pic>
          <p:nvPicPr>
            <p:cNvPr id="419" name="图片 10"/>
            <p:cNvPicPr>
              <a:picLocks noChangeAspect="1"/>
            </p:cNvPicPr>
            <p:nvPr/>
          </p:nvPicPr>
          <p:blipFill>
            <a:blip r:embed="rId4"/>
            <a:stretch>
              <a:fillRect/>
            </a:stretch>
          </p:blipFill>
          <p:spPr>
            <a:xfrm>
              <a:off x="2733503" y="958361"/>
              <a:ext cx="4803852" cy="183897"/>
            </a:xfrm>
            <a:prstGeom prst="rect">
              <a:avLst/>
            </a:prstGeom>
          </p:spPr>
        </p:pic>
        <p:pic>
          <p:nvPicPr>
            <p:cNvPr id="420" name="图片 11"/>
            <p:cNvPicPr>
              <a:picLocks noChangeAspect="1"/>
            </p:cNvPicPr>
            <p:nvPr/>
          </p:nvPicPr>
          <p:blipFill>
            <a:blip r:embed="rId5"/>
            <a:stretch>
              <a:fillRect/>
            </a:stretch>
          </p:blipFill>
          <p:spPr>
            <a:xfrm>
              <a:off x="2955317" y="489607"/>
              <a:ext cx="4480144" cy="476842"/>
            </a:xfrm>
            <a:prstGeom prst="rect">
              <a:avLst/>
            </a:prstGeom>
          </p:spPr>
        </p:pic>
      </p:grpSp>
      <p:sp>
        <p:nvSpPr>
          <p:cNvPr id="421" name="图形"/>
          <p:cNvSpPr/>
          <p:nvPr/>
        </p:nvSpPr>
        <p:spPr>
          <a:xfrm>
            <a:off x="1531523" y="3083693"/>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422" name="图形"/>
          <p:cNvSpPr/>
          <p:nvPr/>
        </p:nvSpPr>
        <p:spPr>
          <a:xfrm>
            <a:off x="4833453" y="4897215"/>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423" name="图形"/>
          <p:cNvSpPr/>
          <p:nvPr/>
        </p:nvSpPr>
        <p:spPr>
          <a:xfrm>
            <a:off x="217949" y="3735459"/>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424" name="Title Placeholder 1"/>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活动风采</a:t>
            </a:r>
            <a:endParaRPr lang="en-CN" sz="3200"/>
          </a:p>
        </p:txBody>
      </p:sp>
      <p:sp>
        <p:nvSpPr>
          <p:cNvPr id="425" name="矩形 70"/>
          <p:cNvSpPr/>
          <p:nvPr/>
        </p:nvSpPr>
        <p:spPr>
          <a:xfrm rot="10800000">
            <a:off x="-4249" y="1907991"/>
            <a:ext cx="7540170" cy="418411"/>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426" name="Title Placeholder 1"/>
          <p:cNvSpPr txBox="1"/>
          <p:nvPr/>
        </p:nvSpPr>
        <p:spPr>
          <a:xfrm>
            <a:off x="883859" y="1600664"/>
            <a:ext cx="5863728"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endParaRPr lang="en-CN" sz="2646" b="0">
              <a:latin typeface="+mj-ea"/>
              <a:ea typeface="+mj-ea"/>
            </a:endParaRPr>
          </a:p>
        </p:txBody>
      </p:sp>
      <p:cxnSp>
        <p:nvCxnSpPr>
          <p:cNvPr id="427" name="图形"/>
          <p:cNvCxnSpPr/>
          <p:nvPr/>
        </p:nvCxnSpPr>
        <p:spPr>
          <a:xfrm>
            <a:off x="466621"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428" name="Title Placeholder 1"/>
          <p:cNvSpPr txBox="1"/>
          <p:nvPr/>
        </p:nvSpPr>
        <p:spPr>
          <a:xfrm>
            <a:off x="2568747" y="1614080"/>
            <a:ext cx="2431933"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pPr algn="ctr"/>
            <a:r>
              <a:rPr lang="zh-CN" altLang="en-US" sz="2000" dirty="0">
                <a:latin typeface="+mj-ea"/>
                <a:ea typeface="+mj-ea"/>
              </a:rPr>
              <a:t>与徐扬生校长座谈</a:t>
            </a:r>
            <a:endParaRPr sz="2000" dirty="0"/>
          </a:p>
        </p:txBody>
      </p:sp>
      <p:sp>
        <p:nvSpPr>
          <p:cNvPr id="429" name="图形"/>
          <p:cNvSpPr/>
          <p:nvPr/>
        </p:nvSpPr>
        <p:spPr>
          <a:xfrm>
            <a:off x="2938554" y="6129109"/>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pic>
        <p:nvPicPr>
          <p:cNvPr id="430" name="图片 18"/>
          <p:cNvPicPr>
            <a:picLocks noChangeAspect="1"/>
          </p:cNvPicPr>
          <p:nvPr/>
        </p:nvPicPr>
        <p:blipFill>
          <a:blip r:embed="rId6" cstate="print"/>
          <a:srcRect l="47567" t="22658" r="6261" b="24249"/>
          <a:stretch>
            <a:fillRect/>
          </a:stretch>
        </p:blipFill>
        <p:spPr>
          <a:xfrm rot="5400000">
            <a:off x="1544274" y="2533074"/>
            <a:ext cx="1951219" cy="1682797"/>
          </a:xfrm>
          <a:prstGeom prst="rect">
            <a:avLst/>
          </a:prstGeom>
          <a:effectLst>
            <a:outerShdw blurRad="88900" dist="38100" dir="18900000" algn="bl" rotWithShape="0">
              <a:prstClr val="black">
                <a:alpha val="55000"/>
              </a:prstClr>
            </a:outerShdw>
          </a:effectLst>
        </p:spPr>
      </p:pic>
      <p:pic>
        <p:nvPicPr>
          <p:cNvPr id="431" name="图片 15"/>
          <p:cNvPicPr>
            <a:picLocks noChangeAspect="1"/>
          </p:cNvPicPr>
          <p:nvPr/>
        </p:nvPicPr>
        <p:blipFill>
          <a:blip r:embed="rId7" cstate="print"/>
          <a:srcRect l="20302" t="6456" r="31702" b="9455"/>
          <a:stretch>
            <a:fillRect/>
          </a:stretch>
        </p:blipFill>
        <p:spPr>
          <a:xfrm rot="5400000">
            <a:off x="3893981" y="2085235"/>
            <a:ext cx="1941525" cy="2551195"/>
          </a:xfrm>
          <a:prstGeom prst="rect">
            <a:avLst/>
          </a:prstGeom>
          <a:effectLst>
            <a:outerShdw blurRad="88900" dist="38100" dir="8100000" algn="tr" rotWithShape="0">
              <a:prstClr val="black">
                <a:alpha val="55000"/>
              </a:prstClr>
            </a:outerShdw>
          </a:effectLst>
        </p:spPr>
      </p:pic>
      <p:sp>
        <p:nvSpPr>
          <p:cNvPr id="434" name="矩形 12"/>
          <p:cNvSpPr/>
          <p:nvPr/>
        </p:nvSpPr>
        <p:spPr>
          <a:xfrm rot="10800000">
            <a:off x="19505" y="4712554"/>
            <a:ext cx="7540170" cy="41552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435" name="Title Placeholder 1"/>
          <p:cNvSpPr txBox="1"/>
          <p:nvPr/>
        </p:nvSpPr>
        <p:spPr>
          <a:xfrm>
            <a:off x="911481" y="4415621"/>
            <a:ext cx="5746465"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pPr algn="ctr"/>
            <a:r>
              <a:rPr lang="zh-CN" altLang="en-US" sz="2000" dirty="0">
                <a:latin typeface="+mj-ea"/>
                <a:ea typeface="+mj-ea"/>
              </a:rPr>
              <a:t>与图灵奖得主 </a:t>
            </a:r>
            <a:r>
              <a:rPr lang="en-US" altLang="zh-CN" sz="2000" dirty="0">
                <a:latin typeface="+mj-ea"/>
                <a:ea typeface="+mj-ea"/>
              </a:rPr>
              <a:t>John Edward Hopcroft</a:t>
            </a:r>
            <a:r>
              <a:rPr lang="zh-CN" altLang="en-US" sz="2000" dirty="0">
                <a:latin typeface="+mj-ea"/>
                <a:ea typeface="+mj-ea"/>
              </a:rPr>
              <a:t> 座谈</a:t>
            </a:r>
            <a:endParaRPr sz="2000" dirty="0"/>
          </a:p>
        </p:txBody>
      </p:sp>
      <p:pic>
        <p:nvPicPr>
          <p:cNvPr id="3" name="图片 2" descr="会议室里的人们&#10;&#10;AI 生成的内容可能不正确。">
            <a:extLst>
              <a:ext uri="{FF2B5EF4-FFF2-40B4-BE49-F238E27FC236}">
                <a16:creationId xmlns:a16="http://schemas.microsoft.com/office/drawing/2014/main" id="{90DCC04F-F922-B916-3D96-EADBEC119C0C}"/>
              </a:ext>
            </a:extLst>
          </p:cNvPr>
          <p:cNvPicPr>
            <a:picLocks noChangeAspect="1"/>
          </p:cNvPicPr>
          <p:nvPr/>
        </p:nvPicPr>
        <p:blipFill>
          <a:blip r:embed="rId8" cstate="print">
            <a:extLst>
              <a:ext uri="{28A0092B-C50C-407E-A947-70E740481C1C}">
                <a14:useLocalDpi xmlns:a14="http://schemas.microsoft.com/office/drawing/2010/main" val="0"/>
              </a:ext>
            </a:extLst>
          </a:blip>
          <a:srcRect t="12398" b="14192"/>
          <a:stretch>
            <a:fillRect/>
          </a:stretch>
        </p:blipFill>
        <p:spPr>
          <a:xfrm>
            <a:off x="1866229" y="5171829"/>
            <a:ext cx="3853231" cy="1590803"/>
          </a:xfrm>
          <a:prstGeom prst="rect">
            <a:avLst/>
          </a:prstGeom>
        </p:spPr>
      </p:pic>
      <p:pic>
        <p:nvPicPr>
          <p:cNvPr id="450" name="图片 8"/>
          <p:cNvPicPr>
            <a:picLocks noChangeAspect="1"/>
          </p:cNvPicPr>
          <p:nvPr/>
        </p:nvPicPr>
        <p:blipFill rotWithShape="1">
          <a:blip r:embed="rId9" cstate="print"/>
          <a:srcRect l="516" t="17826" r="-516" b="12052"/>
          <a:stretch>
            <a:fillRect/>
          </a:stretch>
        </p:blipFill>
        <p:spPr>
          <a:xfrm>
            <a:off x="308993" y="7815645"/>
            <a:ext cx="2429412" cy="1277655"/>
          </a:xfrm>
          <a:prstGeom prst="rect">
            <a:avLst/>
          </a:prstGeom>
          <a:effectLst>
            <a:outerShdw blurRad="76200" dist="38100" algn="l" rotWithShape="0">
              <a:prstClr val="black">
                <a:alpha val="55000"/>
              </a:prstClr>
            </a:outerShdw>
          </a:effectLst>
        </p:spPr>
      </p:pic>
      <p:pic>
        <p:nvPicPr>
          <p:cNvPr id="451" name="图片 9"/>
          <p:cNvPicPr>
            <a:picLocks noChangeAspect="1"/>
          </p:cNvPicPr>
          <p:nvPr/>
        </p:nvPicPr>
        <p:blipFill>
          <a:blip r:embed="rId10" cstate="print"/>
          <a:srcRect t="13216"/>
          <a:stretch>
            <a:fillRect/>
          </a:stretch>
        </p:blipFill>
        <p:spPr>
          <a:xfrm>
            <a:off x="2920422" y="7815645"/>
            <a:ext cx="1962971" cy="1277655"/>
          </a:xfrm>
          <a:prstGeom prst="rect">
            <a:avLst/>
          </a:prstGeom>
          <a:effectLst>
            <a:outerShdw blurRad="76200" dist="38100" dir="10800000" algn="r" rotWithShape="0">
              <a:prstClr val="black">
                <a:alpha val="55000"/>
              </a:prstClr>
            </a:outerShdw>
          </a:effectLst>
        </p:spPr>
      </p:pic>
      <p:sp>
        <p:nvSpPr>
          <p:cNvPr id="453" name="矩形 32"/>
          <p:cNvSpPr/>
          <p:nvPr/>
        </p:nvSpPr>
        <p:spPr>
          <a:xfrm rot="10800000">
            <a:off x="19505" y="7268998"/>
            <a:ext cx="5932408" cy="453965"/>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454" name="Title Placeholder 1"/>
          <p:cNvSpPr txBox="1"/>
          <p:nvPr/>
        </p:nvSpPr>
        <p:spPr>
          <a:xfrm>
            <a:off x="216921" y="7000619"/>
            <a:ext cx="477478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pPr algn="ctr"/>
            <a:r>
              <a:rPr lang="zh-CN" altLang="en-US" sz="2000" dirty="0">
                <a:latin typeface="+mj-ea"/>
                <a:ea typeface="+mj-ea"/>
              </a:rPr>
              <a:t>与博普科技副总孙林春女士座谈</a:t>
            </a:r>
            <a:endParaRPr sz="2000" dirty="0"/>
          </a:p>
        </p:txBody>
      </p:sp>
      <p:pic>
        <p:nvPicPr>
          <p:cNvPr id="475" name="图片 14"/>
          <p:cNvPicPr>
            <a:picLocks noChangeAspect="1"/>
          </p:cNvPicPr>
          <p:nvPr/>
        </p:nvPicPr>
        <p:blipFill>
          <a:blip r:embed="rId11" cstate="print"/>
          <a:srcRect t="18131"/>
          <a:stretch>
            <a:fillRect/>
          </a:stretch>
        </p:blipFill>
        <p:spPr>
          <a:xfrm>
            <a:off x="5162446" y="7815645"/>
            <a:ext cx="2081358" cy="1278000"/>
          </a:xfrm>
          <a:prstGeom prst="rect">
            <a:avLst/>
          </a:prstGeom>
          <a:effectLst>
            <a:outerShdw blurRad="101600" sx="102000" sy="102000" algn="ctr" rotWithShape="0">
              <a:prstClr val="black">
                <a:alpha val="55000"/>
              </a:prstClr>
            </a:outerShdw>
          </a:effectLst>
        </p:spPr>
      </p:pic>
      <p:sp>
        <p:nvSpPr>
          <p:cNvPr id="477" name="Title Placeholder 1"/>
          <p:cNvSpPr txBox="1"/>
          <p:nvPr/>
        </p:nvSpPr>
        <p:spPr>
          <a:xfrm>
            <a:off x="4898393" y="7000619"/>
            <a:ext cx="2609465"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pPr algn="ctr"/>
            <a:r>
              <a:rPr lang="zh-CN" altLang="en-US" sz="2000" dirty="0">
                <a:latin typeface="+mj-ea"/>
                <a:ea typeface="+mj-ea"/>
              </a:rPr>
              <a:t>与华为高管座谈</a:t>
            </a:r>
            <a:endParaRPr sz="2000" dirty="0"/>
          </a:p>
        </p:txBody>
      </p:sp>
      <p:sp>
        <p:nvSpPr>
          <p:cNvPr id="2" name="文本框 2">
            <a:extLst>
              <a:ext uri="{FF2B5EF4-FFF2-40B4-BE49-F238E27FC236}">
                <a16:creationId xmlns:a16="http://schemas.microsoft.com/office/drawing/2014/main" id="{02D2DB3E-5CE1-CD00-AE40-333861046062}"/>
              </a:ext>
            </a:extLst>
          </p:cNvPr>
          <p:cNvSpPr txBox="1"/>
          <p:nvPr/>
        </p:nvSpPr>
        <p:spPr>
          <a:xfrm>
            <a:off x="-1817145" y="9557605"/>
            <a:ext cx="4633521" cy="323165"/>
          </a:xfrm>
          <a:prstGeom prst="rect">
            <a:avLst/>
          </a:prstGeom>
          <a:noFill/>
        </p:spPr>
        <p:txBody>
          <a:bodyPr/>
          <a:lstStyle/>
          <a:p>
            <a:r>
              <a:rPr sz="1500" lang="zh-CN"/>
              <a:t>16</a:t>
            </a:r>
          </a:p>
        </p:txBody>
      </p:sp>
      <p:pic>
        <p:nvPicPr>
          <p:cNvPr id="4" name="图片 18">
            <a:extLst>
              <a:ext uri="{FF2B5EF4-FFF2-40B4-BE49-F238E27FC236}">
                <a16:creationId xmlns:a16="http://schemas.microsoft.com/office/drawing/2014/main" id="{23869237-6BFB-4BD2-023A-8FCD1D6ACC86}"/>
              </a:ext>
            </a:extLst>
          </p:cNvPr>
          <p:cNvPicPr>
            <a:picLocks noChangeAspect="1"/>
          </p:cNvPicPr>
          <p:nvPr/>
        </p:nvPicPr>
        <p:blipFill>
          <a:blip r:embed="rId12" cstate="print"/>
          <a:stretch>
            <a:fillRect/>
          </a:stretch>
        </p:blipFill>
        <p:spPr>
          <a:xfrm>
            <a:off x="-401919" y="196268"/>
            <a:ext cx="6637825" cy="92559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BDD12-4800-FBAA-9475-CBB14F3BA741}"/>
            </a:ext>
          </a:extLst>
        </p:cNvPr>
        <p:cNvGrpSpPr/>
        <p:nvPr/>
      </p:nvGrpSpPr>
      <p:grpSpPr>
        <a:xfrm>
          <a:off x="0" y="0"/>
          <a:ext cx="0" cy="0"/>
          <a:chOff x="0" y="0"/>
          <a:chExt cx="0" cy="0"/>
        </a:xfrm>
      </p:grpSpPr>
      <p:grpSp>
        <p:nvGrpSpPr>
          <p:cNvPr id="327" name="组合 7">
            <a:extLst>
              <a:ext uri="{FF2B5EF4-FFF2-40B4-BE49-F238E27FC236}">
                <a16:creationId xmlns:a16="http://schemas.microsoft.com/office/drawing/2014/main" id="{59CE03E1-FAFA-F58D-7236-5A0C8917AB98}"/>
              </a:ext>
            </a:extLst>
          </p:cNvPr>
          <p:cNvGrpSpPr/>
          <p:nvPr/>
        </p:nvGrpSpPr>
        <p:grpSpPr>
          <a:xfrm>
            <a:off x="4874" y="255633"/>
            <a:ext cx="7549923" cy="9999797"/>
            <a:chOff x="9752" y="255633"/>
            <a:chExt cx="7549923" cy="9999797"/>
          </a:xfrm>
        </p:grpSpPr>
        <p:pic>
          <p:nvPicPr>
            <p:cNvPr id="328" name="图片 8">
              <a:extLst>
                <a:ext uri="{FF2B5EF4-FFF2-40B4-BE49-F238E27FC236}">
                  <a16:creationId xmlns:a16="http://schemas.microsoft.com/office/drawing/2014/main" id="{64759658-FB2C-57D6-6811-CBCC2302802E}"/>
                </a:ext>
              </a:extLst>
            </p:cNvPr>
            <p:cNvPicPr>
              <a:picLocks noChangeAspect="1"/>
            </p:cNvPicPr>
            <p:nvPr/>
          </p:nvPicPr>
          <p:blipFill>
            <a:blip r:embed="rId3"/>
            <a:srcRect r="1505"/>
            <a:stretch/>
          </p:blipFill>
          <p:spPr>
            <a:xfrm>
              <a:off x="9752" y="255633"/>
              <a:ext cx="7549923" cy="9999797"/>
            </a:xfrm>
            <a:prstGeom prst="rect">
              <a:avLst/>
            </a:prstGeom>
          </p:spPr>
        </p:pic>
        <p:pic>
          <p:nvPicPr>
            <p:cNvPr id="329" name="图片 9">
              <a:extLst>
                <a:ext uri="{FF2B5EF4-FFF2-40B4-BE49-F238E27FC236}">
                  <a16:creationId xmlns:a16="http://schemas.microsoft.com/office/drawing/2014/main" id="{E59D14FD-AFA2-0F9A-6708-7C2AF5D2ABE2}"/>
                </a:ext>
              </a:extLst>
            </p:cNvPr>
            <p:cNvPicPr>
              <a:picLocks noChangeAspect="1"/>
            </p:cNvPicPr>
            <p:nvPr/>
          </p:nvPicPr>
          <p:blipFill>
            <a:blip r:embed="rId4"/>
            <a:stretch>
              <a:fillRect/>
            </a:stretch>
          </p:blipFill>
          <p:spPr>
            <a:xfrm>
              <a:off x="2733503" y="958361"/>
              <a:ext cx="4803852" cy="183897"/>
            </a:xfrm>
            <a:prstGeom prst="rect">
              <a:avLst/>
            </a:prstGeom>
          </p:spPr>
        </p:pic>
        <p:pic>
          <p:nvPicPr>
            <p:cNvPr id="330" name="图片 10">
              <a:extLst>
                <a:ext uri="{FF2B5EF4-FFF2-40B4-BE49-F238E27FC236}">
                  <a16:creationId xmlns:a16="http://schemas.microsoft.com/office/drawing/2014/main" id="{74FEDB26-C912-CDA8-EA07-CCBF1902DDD5}"/>
                </a:ext>
              </a:extLst>
            </p:cNvPr>
            <p:cNvPicPr>
              <a:picLocks noChangeAspect="1"/>
            </p:cNvPicPr>
            <p:nvPr/>
          </p:nvPicPr>
          <p:blipFill>
            <a:blip r:embed="rId5"/>
            <a:stretch>
              <a:fillRect/>
            </a:stretch>
          </p:blipFill>
          <p:spPr>
            <a:xfrm>
              <a:off x="2955317" y="489607"/>
              <a:ext cx="4480144" cy="476842"/>
            </a:xfrm>
            <a:prstGeom prst="rect">
              <a:avLst/>
            </a:prstGeom>
          </p:spPr>
        </p:pic>
      </p:grpSp>
      <p:sp>
        <p:nvSpPr>
          <p:cNvPr id="331" name="图形">
            <a:extLst>
              <a:ext uri="{FF2B5EF4-FFF2-40B4-BE49-F238E27FC236}">
                <a16:creationId xmlns:a16="http://schemas.microsoft.com/office/drawing/2014/main" id="{8523FC20-0E6A-C307-4058-A72586AB5841}"/>
              </a:ext>
            </a:extLst>
          </p:cNvPr>
          <p:cNvSpPr/>
          <p:nvPr/>
        </p:nvSpPr>
        <p:spPr>
          <a:xfrm>
            <a:off x="1477613" y="6075780"/>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332" name="图形">
            <a:extLst>
              <a:ext uri="{FF2B5EF4-FFF2-40B4-BE49-F238E27FC236}">
                <a16:creationId xmlns:a16="http://schemas.microsoft.com/office/drawing/2014/main" id="{74B8C6A4-D65E-415A-440B-67B8997191B9}"/>
              </a:ext>
            </a:extLst>
          </p:cNvPr>
          <p:cNvSpPr/>
          <p:nvPr/>
        </p:nvSpPr>
        <p:spPr>
          <a:xfrm>
            <a:off x="4344156" y="2256051"/>
            <a:ext cx="2709567" cy="2693316"/>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333" name="图形">
            <a:extLst>
              <a:ext uri="{FF2B5EF4-FFF2-40B4-BE49-F238E27FC236}">
                <a16:creationId xmlns:a16="http://schemas.microsoft.com/office/drawing/2014/main" id="{E0E6BB65-7E22-4476-C3E4-7D9ECBDE9F18}"/>
              </a:ext>
            </a:extLst>
          </p:cNvPr>
          <p:cNvSpPr/>
          <p:nvPr/>
        </p:nvSpPr>
        <p:spPr>
          <a:xfrm>
            <a:off x="1080487" y="2269326"/>
            <a:ext cx="2709567" cy="2693316"/>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334" name="图形">
            <a:extLst>
              <a:ext uri="{FF2B5EF4-FFF2-40B4-BE49-F238E27FC236}">
                <a16:creationId xmlns:a16="http://schemas.microsoft.com/office/drawing/2014/main" id="{F43EF8EF-0825-AFC6-1041-3A99849B1F27}"/>
              </a:ext>
            </a:extLst>
          </p:cNvPr>
          <p:cNvSpPr/>
          <p:nvPr/>
        </p:nvSpPr>
        <p:spPr>
          <a:xfrm>
            <a:off x="4480917" y="3781734"/>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335" name="图形">
            <a:extLst>
              <a:ext uri="{FF2B5EF4-FFF2-40B4-BE49-F238E27FC236}">
                <a16:creationId xmlns:a16="http://schemas.microsoft.com/office/drawing/2014/main" id="{8A7C9951-9BEC-E4F5-D155-0F26CA9F4561}"/>
              </a:ext>
            </a:extLst>
          </p:cNvPr>
          <p:cNvSpPr/>
          <p:nvPr/>
        </p:nvSpPr>
        <p:spPr>
          <a:xfrm>
            <a:off x="733782" y="3990086"/>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336" name="图形">
            <a:extLst>
              <a:ext uri="{FF2B5EF4-FFF2-40B4-BE49-F238E27FC236}">
                <a16:creationId xmlns:a16="http://schemas.microsoft.com/office/drawing/2014/main" id="{37ECB5B0-DCBB-FFE0-65A9-021AE55FB7A2}"/>
              </a:ext>
            </a:extLst>
          </p:cNvPr>
          <p:cNvSpPr/>
          <p:nvPr/>
        </p:nvSpPr>
        <p:spPr>
          <a:xfrm>
            <a:off x="3589286" y="6003001"/>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337" name="Title Placeholder 1">
            <a:extLst>
              <a:ext uri="{FF2B5EF4-FFF2-40B4-BE49-F238E27FC236}">
                <a16:creationId xmlns:a16="http://schemas.microsoft.com/office/drawing/2014/main" id="{D4B0CC8E-0633-9E2F-89C3-2AB68E3A3208}"/>
              </a:ext>
            </a:extLst>
          </p:cNvPr>
          <p:cNvSpPr txBox="1"/>
          <p:nvPr/>
        </p:nvSpPr>
        <p:spPr>
          <a:xfrm>
            <a:off x="655272" y="59713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活动风采</a:t>
            </a:r>
            <a:endParaRPr lang="en-CN" sz="3200" dirty="0"/>
          </a:p>
        </p:txBody>
      </p:sp>
      <p:cxnSp>
        <p:nvCxnSpPr>
          <p:cNvPr id="338" name="图形">
            <a:extLst>
              <a:ext uri="{FF2B5EF4-FFF2-40B4-BE49-F238E27FC236}">
                <a16:creationId xmlns:a16="http://schemas.microsoft.com/office/drawing/2014/main" id="{B2FAC788-4F70-620B-EBAF-2B1AB7C37546}"/>
              </a:ext>
            </a:extLst>
          </p:cNvPr>
          <p:cNvCxnSpPr/>
          <p:nvPr/>
        </p:nvCxnSpPr>
        <p:spPr>
          <a:xfrm>
            <a:off x="4372441" y="3736912"/>
            <a:ext cx="1409153"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5" name="图形">
            <a:extLst>
              <a:ext uri="{FF2B5EF4-FFF2-40B4-BE49-F238E27FC236}">
                <a16:creationId xmlns:a16="http://schemas.microsoft.com/office/drawing/2014/main" id="{80C38791-7A76-6517-D3AC-9D819BF36014}"/>
              </a:ext>
            </a:extLst>
          </p:cNvPr>
          <p:cNvCxnSpPr/>
          <p:nvPr/>
        </p:nvCxnSpPr>
        <p:spPr>
          <a:xfrm>
            <a:off x="529272" y="83113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346" name="矩形 36">
            <a:extLst>
              <a:ext uri="{FF2B5EF4-FFF2-40B4-BE49-F238E27FC236}">
                <a16:creationId xmlns:a16="http://schemas.microsoft.com/office/drawing/2014/main" id="{5C7C8FCB-1903-4B31-8CD3-24CD4C288882}"/>
              </a:ext>
            </a:extLst>
          </p:cNvPr>
          <p:cNvSpPr/>
          <p:nvPr/>
        </p:nvSpPr>
        <p:spPr>
          <a:xfrm rot="10800000">
            <a:off x="680385" y="7660449"/>
            <a:ext cx="6569711" cy="164639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347" name="文本框 18">
            <a:extLst>
              <a:ext uri="{FF2B5EF4-FFF2-40B4-BE49-F238E27FC236}">
                <a16:creationId xmlns:a16="http://schemas.microsoft.com/office/drawing/2014/main" id="{C0151F96-2F5C-FA7A-F2A4-084524126BB7}"/>
              </a:ext>
            </a:extLst>
          </p:cNvPr>
          <p:cNvSpPr txBox="1"/>
          <p:nvPr/>
        </p:nvSpPr>
        <p:spPr>
          <a:xfrm>
            <a:off x="688778" y="7711283"/>
            <a:ext cx="6480000" cy="2144754"/>
          </a:xfrm>
          <a:prstGeom prst="rect">
            <a:avLst/>
          </a:prstGeom>
          <a:noFill/>
        </p:spPr>
        <p:txBody>
          <a:bodyPr wrap="square">
            <a:spAutoFit/>
          </a:bodyPr>
          <a:lstStyle/>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地点：</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礼文堂</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时间：</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2026</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年</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4</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月</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11</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日 </a:t>
            </a:r>
            <a:endParaRPr sz="1500" dirty="0"/>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选手：</a:t>
            </a:r>
            <a:r>
              <a:rPr lang="en-US" altLang="zh-CN" sz="1500" b="1" dirty="0">
                <a:solidFill>
                  <a:srgbClr val="C00000"/>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326</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支参赛队伍，总人数达</a:t>
            </a:r>
            <a:r>
              <a:rPr lang="en-US" altLang="zh-CN" sz="1500" b="1" dirty="0">
                <a:solidFill>
                  <a:srgbClr val="FF0000"/>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977</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人，来自全国</a:t>
            </a:r>
            <a:r>
              <a:rPr lang="en-US" altLang="zh-CN" sz="1500" b="1" dirty="0">
                <a:solidFill>
                  <a:srgbClr val="FF0000"/>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202</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所高校及</a:t>
            </a:r>
            <a:r>
              <a:rPr lang="en-US" altLang="zh-CN" sz="1500" b="1" dirty="0">
                <a:solidFill>
                  <a:srgbClr val="FF0000"/>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25</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所知名中学。</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题量：</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13</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道题目</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                               </a:t>
            </a: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赛制：</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团队赛</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nSpc>
                <a:spcPct val="125000"/>
              </a:lnSpc>
            </a:pPr>
            <a:r>
              <a:rPr lang="zh-CN" altLang="en-US" sz="1800" b="1" dirty="0">
                <a:solidFill>
                  <a:schemeClr val="tx1"/>
                </a:solidFill>
              </a:rPr>
              <a:t>校史上首次承办</a:t>
            </a:r>
            <a:r>
              <a:rPr lang="en-US" altLang="zh-CN" sz="1800" b="1" dirty="0">
                <a:solidFill>
                  <a:schemeClr val="tx1"/>
                </a:solidFill>
              </a:rPr>
              <a:t>ICPC</a:t>
            </a:r>
            <a:r>
              <a:rPr lang="zh-CN" altLang="en-US" sz="1800" b="1" dirty="0">
                <a:solidFill>
                  <a:schemeClr val="tx1"/>
                </a:solidFill>
              </a:rPr>
              <a:t>系列赛事</a:t>
            </a:r>
            <a:endParaRPr sz="1800" b="1" dirty="0">
              <a:solidFill>
                <a:schemeClr val="tx1"/>
              </a:solidFill>
            </a:endParaRPr>
          </a:p>
        </p:txBody>
      </p:sp>
      <p:sp>
        <p:nvSpPr>
          <p:cNvPr id="348" name="矩形 2">
            <a:extLst>
              <a:ext uri="{FF2B5EF4-FFF2-40B4-BE49-F238E27FC236}">
                <a16:creationId xmlns:a16="http://schemas.microsoft.com/office/drawing/2014/main" id="{91AAD59B-1521-CCD1-C32C-3AFC75F83A2E}"/>
              </a:ext>
            </a:extLst>
          </p:cNvPr>
          <p:cNvSpPr/>
          <p:nvPr/>
        </p:nvSpPr>
        <p:spPr>
          <a:xfrm rot="10800000">
            <a:off x="71022" y="1450545"/>
            <a:ext cx="7540170" cy="620594"/>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zh-CN" altLang="en-US" sz="311" dirty="0"/>
          </a:p>
        </p:txBody>
      </p:sp>
      <p:sp>
        <p:nvSpPr>
          <p:cNvPr id="349" name="Title Placeholder 1">
            <a:extLst>
              <a:ext uri="{FF2B5EF4-FFF2-40B4-BE49-F238E27FC236}">
                <a16:creationId xmlns:a16="http://schemas.microsoft.com/office/drawing/2014/main" id="{ABB9C8BD-64A9-810A-CDEE-9B145FBD32FB}"/>
              </a:ext>
            </a:extLst>
          </p:cNvPr>
          <p:cNvSpPr txBox="1"/>
          <p:nvPr/>
        </p:nvSpPr>
        <p:spPr>
          <a:xfrm>
            <a:off x="688912" y="1293730"/>
            <a:ext cx="6314146"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pPr algn="ctr"/>
            <a:r>
              <a:rPr lang="en-US" altLang="zh-CN" sz="2000" dirty="0">
                <a:latin typeface="+mj-ea"/>
                <a:ea typeface="+mj-ea"/>
              </a:rPr>
              <a:t>2026</a:t>
            </a:r>
            <a:r>
              <a:rPr lang="zh-CN" altLang="en-US" sz="2000" dirty="0">
                <a:latin typeface="+mj-ea"/>
                <a:ea typeface="+mj-ea"/>
              </a:rPr>
              <a:t>年国际大学生程序设计竞赛（</a:t>
            </a:r>
            <a:r>
              <a:rPr lang="en-US" altLang="zh-CN" sz="2000" dirty="0">
                <a:latin typeface="+mj-ea"/>
                <a:ea typeface="+mj-ea"/>
              </a:rPr>
              <a:t>ICPC</a:t>
            </a:r>
            <a:r>
              <a:rPr lang="zh-CN" altLang="en-US" sz="2000" dirty="0">
                <a:latin typeface="+mj-ea"/>
                <a:ea typeface="+mj-ea"/>
              </a:rPr>
              <a:t>）</a:t>
            </a:r>
            <a:endParaRPr lang="en-US" altLang="zh-CN" sz="2000" dirty="0">
              <a:latin typeface="+mj-ea"/>
              <a:ea typeface="+mj-ea"/>
            </a:endParaRPr>
          </a:p>
          <a:p>
            <a:pPr algn="ctr"/>
            <a:r>
              <a:rPr lang="zh-CN" altLang="en-US" sz="2000" dirty="0">
                <a:latin typeface="+mj-ea"/>
                <a:ea typeface="+mj-ea"/>
              </a:rPr>
              <a:t>全国邀请赛（深圳）</a:t>
            </a:r>
            <a:endParaRPr lang="en-CN" sz="2000" dirty="0">
              <a:latin typeface="+mj-ea"/>
              <a:ea typeface="+mj-ea"/>
            </a:endParaRPr>
          </a:p>
        </p:txBody>
      </p:sp>
      <p:sp>
        <p:nvSpPr>
          <p:cNvPr id="2" name="文本框 2">
            <a:extLst>
              <a:ext uri="{FF2B5EF4-FFF2-40B4-BE49-F238E27FC236}">
                <a16:creationId xmlns:a16="http://schemas.microsoft.com/office/drawing/2014/main" id="{DFCDA000-ACFF-1F47-4F10-C1244730E3AE}"/>
              </a:ext>
            </a:extLst>
          </p:cNvPr>
          <p:cNvSpPr txBox="1"/>
          <p:nvPr/>
        </p:nvSpPr>
        <p:spPr>
          <a:xfrm>
            <a:off x="4778527" y="9557605"/>
            <a:ext cx="4633521" cy="323165"/>
          </a:xfrm>
          <a:prstGeom prst="rect">
            <a:avLst/>
          </a:prstGeom>
          <a:noFill/>
        </p:spPr>
        <p:txBody>
          <a:bodyPr/>
          <a:lstStyle/>
          <a:p>
            <a:r>
              <a:rPr sz="1500" lang="zh-CN"/>
              <a:t>17</a:t>
            </a:r>
          </a:p>
        </p:txBody>
      </p:sp>
      <p:pic>
        <p:nvPicPr>
          <p:cNvPr id="3" name="图片 29">
            <a:extLst>
              <a:ext uri="{FF2B5EF4-FFF2-40B4-BE49-F238E27FC236}">
                <a16:creationId xmlns:a16="http://schemas.microsoft.com/office/drawing/2014/main" id="{BC564E54-FE7A-C7EF-4D64-237279A7015F}"/>
              </a:ext>
            </a:extLst>
          </p:cNvPr>
          <p:cNvPicPr>
            <a:picLocks noChangeAspect="1"/>
          </p:cNvPicPr>
          <p:nvPr/>
        </p:nvPicPr>
        <p:blipFill>
          <a:blip r:embed="rId6" cstate="print"/>
          <a:stretch>
            <a:fillRect/>
          </a:stretch>
        </p:blipFill>
        <p:spPr>
          <a:xfrm>
            <a:off x="1336928" y="196268"/>
            <a:ext cx="6637825" cy="925594"/>
          </a:xfrm>
          <a:prstGeom prst="rect">
            <a:avLst/>
          </a:prstGeom>
        </p:spPr>
      </p:pic>
      <p:pic>
        <p:nvPicPr>
          <p:cNvPr id="8" name="Picture 7">
            <a:extLst>
              <a:ext uri="{FF2B5EF4-FFF2-40B4-BE49-F238E27FC236}">
                <a16:creationId xmlns:a16="http://schemas.microsoft.com/office/drawing/2014/main" id="{8FF2A9DC-22B6-DC57-39B7-5E300A7FB1A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38421" y="2143919"/>
            <a:ext cx="2804825" cy="1869884"/>
          </a:xfrm>
          <a:prstGeom prst="rect">
            <a:avLst/>
          </a:prstGeom>
        </p:spPr>
      </p:pic>
      <p:pic>
        <p:nvPicPr>
          <p:cNvPr id="10" name="Picture 9">
            <a:extLst>
              <a:ext uri="{FF2B5EF4-FFF2-40B4-BE49-F238E27FC236}">
                <a16:creationId xmlns:a16="http://schemas.microsoft.com/office/drawing/2014/main" id="{95AEBD40-66D1-56E8-DFE3-9911EF97A1B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060961" y="2143920"/>
            <a:ext cx="2831070" cy="1887380"/>
          </a:xfrm>
          <a:prstGeom prst="rect">
            <a:avLst/>
          </a:prstGeom>
        </p:spPr>
      </p:pic>
      <p:pic>
        <p:nvPicPr>
          <p:cNvPr id="12" name="Picture 11">
            <a:extLst>
              <a:ext uri="{FF2B5EF4-FFF2-40B4-BE49-F238E27FC236}">
                <a16:creationId xmlns:a16="http://schemas.microsoft.com/office/drawing/2014/main" id="{45CA4B97-8872-4DDF-2FD2-8C23C216B35F}"/>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71319" y="5536110"/>
            <a:ext cx="3008975" cy="2005982"/>
          </a:xfrm>
          <a:prstGeom prst="rect">
            <a:avLst/>
          </a:prstGeom>
        </p:spPr>
      </p:pic>
      <p:pic>
        <p:nvPicPr>
          <p:cNvPr id="22" name="Picture 21">
            <a:extLst>
              <a:ext uri="{FF2B5EF4-FFF2-40B4-BE49-F238E27FC236}">
                <a16:creationId xmlns:a16="http://schemas.microsoft.com/office/drawing/2014/main" id="{3917AE17-DA29-AFCD-A7CE-15A0ED177DEF}"/>
              </a:ext>
            </a:extLst>
          </p:cNvPr>
          <p:cNvPicPr>
            <a:picLocks/>
          </p:cNvPicPr>
          <p:nvPr/>
        </p:nvPicPr>
        <p:blipFill>
          <a:blip r:embed="rId10" cstate="print">
            <a:extLst>
              <a:ext uri="{28A0092B-C50C-407E-A947-70E740481C1C}">
                <a14:useLocalDpi xmlns:a14="http://schemas.microsoft.com/office/drawing/2010/main" val="0"/>
              </a:ext>
            </a:extLst>
          </a:blip>
          <a:srcRect r="8048"/>
          <a:stretch>
            <a:fillRect/>
          </a:stretch>
        </p:blipFill>
        <p:spPr>
          <a:xfrm>
            <a:off x="4062934" y="5541022"/>
            <a:ext cx="2826679" cy="2040705"/>
          </a:xfrm>
          <a:prstGeom prst="rect">
            <a:avLst/>
          </a:prstGeom>
        </p:spPr>
      </p:pic>
      <p:pic>
        <p:nvPicPr>
          <p:cNvPr id="6" name="Picture 5">
            <a:extLst>
              <a:ext uri="{FF2B5EF4-FFF2-40B4-BE49-F238E27FC236}">
                <a16:creationId xmlns:a16="http://schemas.microsoft.com/office/drawing/2014/main" id="{E7D0C3DA-DE19-17CF-3DED-9FD6BAD17769}"/>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823091" y="3378725"/>
            <a:ext cx="3615481" cy="2410321"/>
          </a:xfrm>
          <a:prstGeom prst="rect">
            <a:avLst/>
          </a:prstGeom>
        </p:spPr>
      </p:pic>
    </p:spTree>
    <p:extLst>
      <p:ext uri="{BB962C8B-B14F-4D97-AF65-F5344CB8AC3E}">
        <p14:creationId xmlns:p14="http://schemas.microsoft.com/office/powerpoint/2010/main" val="41106019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7" name="组合 7"/>
          <p:cNvGrpSpPr/>
          <p:nvPr/>
        </p:nvGrpSpPr>
        <p:grpSpPr>
          <a:xfrm>
            <a:off x="4874" y="255633"/>
            <a:ext cx="7549923" cy="9999797"/>
            <a:chOff x="9752" y="255633"/>
            <a:chExt cx="7549923" cy="9999797"/>
          </a:xfrm>
        </p:grpSpPr>
        <p:pic>
          <p:nvPicPr>
            <p:cNvPr id="328" name="图片 8"/>
            <p:cNvPicPr>
              <a:picLocks noChangeAspect="1"/>
            </p:cNvPicPr>
            <p:nvPr/>
          </p:nvPicPr>
          <p:blipFill>
            <a:blip r:embed="rId3"/>
            <a:srcRect r="1505"/>
            <a:stretch/>
          </p:blipFill>
          <p:spPr>
            <a:xfrm>
              <a:off x="9752" y="255633"/>
              <a:ext cx="7549923" cy="9999797"/>
            </a:xfrm>
            <a:prstGeom prst="rect">
              <a:avLst/>
            </a:prstGeom>
          </p:spPr>
        </p:pic>
        <p:pic>
          <p:nvPicPr>
            <p:cNvPr id="329" name="图片 9"/>
            <p:cNvPicPr>
              <a:picLocks noChangeAspect="1"/>
            </p:cNvPicPr>
            <p:nvPr/>
          </p:nvPicPr>
          <p:blipFill>
            <a:blip r:embed="rId4"/>
            <a:stretch>
              <a:fillRect/>
            </a:stretch>
          </p:blipFill>
          <p:spPr>
            <a:xfrm>
              <a:off x="2733503" y="958361"/>
              <a:ext cx="4803852" cy="183897"/>
            </a:xfrm>
            <a:prstGeom prst="rect">
              <a:avLst/>
            </a:prstGeom>
          </p:spPr>
        </p:pic>
        <p:pic>
          <p:nvPicPr>
            <p:cNvPr id="330" name="图片 10"/>
            <p:cNvPicPr>
              <a:picLocks noChangeAspect="1"/>
            </p:cNvPicPr>
            <p:nvPr/>
          </p:nvPicPr>
          <p:blipFill>
            <a:blip r:embed="rId5"/>
            <a:stretch>
              <a:fillRect/>
            </a:stretch>
          </p:blipFill>
          <p:spPr>
            <a:xfrm>
              <a:off x="2955317" y="489607"/>
              <a:ext cx="4480144" cy="476842"/>
            </a:xfrm>
            <a:prstGeom prst="rect">
              <a:avLst/>
            </a:prstGeom>
          </p:spPr>
        </p:pic>
      </p:grpSp>
      <p:sp>
        <p:nvSpPr>
          <p:cNvPr id="331" name="图形"/>
          <p:cNvSpPr/>
          <p:nvPr/>
        </p:nvSpPr>
        <p:spPr>
          <a:xfrm>
            <a:off x="1477613" y="6075780"/>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332" name="图形"/>
          <p:cNvSpPr/>
          <p:nvPr/>
        </p:nvSpPr>
        <p:spPr>
          <a:xfrm>
            <a:off x="4344156" y="2256051"/>
            <a:ext cx="2709567" cy="2693316"/>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333" name="图形"/>
          <p:cNvSpPr/>
          <p:nvPr/>
        </p:nvSpPr>
        <p:spPr>
          <a:xfrm>
            <a:off x="1080487" y="2269326"/>
            <a:ext cx="2709567" cy="2693316"/>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334" name="图形"/>
          <p:cNvSpPr/>
          <p:nvPr/>
        </p:nvSpPr>
        <p:spPr>
          <a:xfrm>
            <a:off x="4480917" y="3781734"/>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335" name="图形"/>
          <p:cNvSpPr/>
          <p:nvPr/>
        </p:nvSpPr>
        <p:spPr>
          <a:xfrm>
            <a:off x="733782" y="3990086"/>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336" name="图形"/>
          <p:cNvSpPr/>
          <p:nvPr/>
        </p:nvSpPr>
        <p:spPr>
          <a:xfrm>
            <a:off x="3589286" y="6003001"/>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337" name="Title Placeholder 1"/>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活动风采</a:t>
            </a:r>
            <a:endParaRPr lang="en-CN" sz="3200"/>
          </a:p>
        </p:txBody>
      </p:sp>
      <p:cxnSp>
        <p:nvCxnSpPr>
          <p:cNvPr id="338" name="图形"/>
          <p:cNvCxnSpPr/>
          <p:nvPr/>
        </p:nvCxnSpPr>
        <p:spPr>
          <a:xfrm>
            <a:off x="4372441" y="3736912"/>
            <a:ext cx="1409153"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pic>
        <p:nvPicPr>
          <p:cNvPr id="339" name="Picture 3"/>
          <p:cNvPicPr>
            <a:picLocks noChangeAspect="1"/>
          </p:cNvPicPr>
          <p:nvPr/>
        </p:nvPicPr>
        <p:blipFill>
          <a:blip r:embed="rId6"/>
          <a:srcRect t="5819"/>
          <a:stretch/>
        </p:blipFill>
        <p:spPr>
          <a:xfrm>
            <a:off x="853186" y="2585664"/>
            <a:ext cx="3477390" cy="1598729"/>
          </a:xfrm>
          <a:prstGeom prst="rect">
            <a:avLst/>
          </a:prstGeom>
          <a:effectLst>
            <a:outerShdw blurRad="482600" dist="38100" dir="2700000" sx="92000" sy="92000" algn="tl" rotWithShape="0">
              <a:srgbClr val="441D85">
                <a:alpha val="74000"/>
              </a:srgbClr>
            </a:outerShdw>
          </a:effectLst>
        </p:spPr>
      </p:pic>
      <p:pic>
        <p:nvPicPr>
          <p:cNvPr id="340" name="图片 1" descr="校赛2"/>
          <p:cNvPicPr>
            <a:picLocks noChangeAspect="1"/>
          </p:cNvPicPr>
          <p:nvPr/>
        </p:nvPicPr>
        <p:blipFill>
          <a:blip r:embed="rId7"/>
          <a:srcRect t="5344"/>
          <a:stretch/>
        </p:blipFill>
        <p:spPr>
          <a:xfrm>
            <a:off x="3761101" y="2513664"/>
            <a:ext cx="3175774" cy="1792802"/>
          </a:xfrm>
          <a:prstGeom prst="rect">
            <a:avLst/>
          </a:prstGeom>
          <a:ln w="12700">
            <a:miter lim="400000"/>
            <a:headEnd/>
            <a:tailEnd/>
          </a:ln>
          <a:effectLst>
            <a:outerShdw blurRad="482600" dist="38100" dir="8100000" sx="92000" sy="92000" algn="tr" rotWithShape="0">
              <a:srgbClr val="F29624">
                <a:alpha val="74000"/>
              </a:srgbClr>
            </a:outerShdw>
          </a:effectLst>
        </p:spPr>
      </p:pic>
      <p:pic>
        <p:nvPicPr>
          <p:cNvPr id="341" name="图片 23" descr="校赛4"/>
          <p:cNvPicPr>
            <a:picLocks noChangeAspect="1"/>
          </p:cNvPicPr>
          <p:nvPr/>
        </p:nvPicPr>
        <p:blipFill rotWithShape="1">
          <a:blip r:embed="rId8"/>
          <a:srcRect l="24281" t="32383" r="14852" b="6895"/>
          <a:stretch/>
        </p:blipFill>
        <p:spPr>
          <a:xfrm>
            <a:off x="4028179" y="5679035"/>
            <a:ext cx="2859979" cy="1902319"/>
          </a:xfrm>
          <a:prstGeom prst="rect">
            <a:avLst/>
          </a:prstGeom>
          <a:effectLst>
            <a:outerShdw blurRad="482600" dist="38100" dir="13500000" sx="92000" sy="92000" algn="br" rotWithShape="0">
              <a:srgbClr val="F29624">
                <a:alpha val="74000"/>
              </a:srgbClr>
            </a:outerShdw>
          </a:effectLst>
        </p:spPr>
      </p:pic>
      <p:pic>
        <p:nvPicPr>
          <p:cNvPr id="342" name="图片 25" descr="校赛3"/>
          <p:cNvPicPr>
            <a:picLocks noChangeAspect="1"/>
          </p:cNvPicPr>
          <p:nvPr/>
        </p:nvPicPr>
        <p:blipFill>
          <a:blip r:embed="rId9"/>
          <a:stretch>
            <a:fillRect/>
          </a:stretch>
        </p:blipFill>
        <p:spPr>
          <a:xfrm>
            <a:off x="4047877" y="4045787"/>
            <a:ext cx="2465981" cy="1644152"/>
          </a:xfrm>
          <a:prstGeom prst="rect">
            <a:avLst/>
          </a:prstGeom>
          <a:effectLst>
            <a:outerShdw blurRad="482600" dist="38100" dir="10800000" sx="92000" sy="92000" algn="r" rotWithShape="0">
              <a:srgbClr val="441D85">
                <a:alpha val="74000"/>
              </a:srgbClr>
            </a:outerShdw>
          </a:effectLst>
        </p:spPr>
      </p:pic>
      <p:pic>
        <p:nvPicPr>
          <p:cNvPr id="343" name="Picture 2"/>
          <p:cNvPicPr>
            <a:picLocks noChangeAspect="1" noChangeArrowheads="1"/>
          </p:cNvPicPr>
          <p:nvPr/>
        </p:nvPicPr>
        <p:blipFill rotWithShape="1">
          <a:blip r:embed="rId10" cstate="print"/>
          <a:srcRect t="8190"/>
          <a:stretch/>
        </p:blipFill>
        <p:spPr bwMode="auto">
          <a:xfrm>
            <a:off x="1557919" y="4084217"/>
            <a:ext cx="2619314" cy="1602452"/>
          </a:xfrm>
          <a:prstGeom prst="rect">
            <a:avLst/>
          </a:prstGeom>
          <a:noFill/>
          <a:effectLst>
            <a:outerShdw blurRad="482600" dist="38100" sx="92000" sy="92000" algn="l" rotWithShape="0">
              <a:srgbClr val="F29624">
                <a:alpha val="74000"/>
              </a:srgbClr>
            </a:outerShdw>
          </a:effectLst>
        </p:spPr>
      </p:pic>
      <p:pic>
        <p:nvPicPr>
          <p:cNvPr id="344" name="图片 21" descr="校赛1"/>
          <p:cNvPicPr>
            <a:picLocks noChangeAspect="1"/>
          </p:cNvPicPr>
          <p:nvPr/>
        </p:nvPicPr>
        <p:blipFill>
          <a:blip r:embed="rId11"/>
          <a:srcRect l="4806" t="5578" r="3830" b="3636"/>
          <a:stretch/>
        </p:blipFill>
        <p:spPr>
          <a:xfrm>
            <a:off x="871105" y="5596547"/>
            <a:ext cx="3162132" cy="1839169"/>
          </a:xfrm>
          <a:prstGeom prst="rect">
            <a:avLst/>
          </a:prstGeom>
          <a:effectLst>
            <a:outerShdw blurRad="482600" dist="38100" dir="18900000" sx="92000" sy="92000" algn="bl" rotWithShape="0">
              <a:srgbClr val="441D85">
                <a:alpha val="74000"/>
              </a:srgbClr>
            </a:outerShdw>
          </a:effectLst>
        </p:spPr>
      </p:pic>
      <p:cxnSp>
        <p:nvCxnSpPr>
          <p:cNvPr id="345" name="图形"/>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346" name="矩形 36"/>
          <p:cNvSpPr/>
          <p:nvPr/>
        </p:nvSpPr>
        <p:spPr>
          <a:xfrm rot="10800000">
            <a:off x="680385" y="7660449"/>
            <a:ext cx="6569711" cy="164639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347" name="文本框 18"/>
          <p:cNvSpPr txBox="1"/>
          <p:nvPr/>
        </p:nvSpPr>
        <p:spPr>
          <a:xfrm>
            <a:off x="688778" y="7711283"/>
            <a:ext cx="6480000" cy="2089675"/>
          </a:xfrm>
          <a:prstGeom prst="rect">
            <a:avLst/>
          </a:prstGeom>
          <a:noFill/>
        </p:spPr>
        <p:txBody>
          <a:bodyPr wrap="square">
            <a:spAutoFit/>
          </a:bodyPr>
          <a:lstStyle/>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地点：</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TD</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TA</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计算机教室                                                  </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时间：</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2023</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年</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4</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月</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2</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日 </a:t>
            </a:r>
            <a:endParaRPr sz="1500" dirty="0"/>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选手：</a:t>
            </a:r>
            <a:r>
              <a:rPr lang="en-US" altLang="zh-CN" sz="1500" b="1" dirty="0">
                <a:solidFill>
                  <a:srgbClr val="C00000"/>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235</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名学生报名参赛，</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选手来自数据科学学院</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67.78%</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、理工学院</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20.92%</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、经管学院</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10.04%</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、医学院</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0.84%</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和人文社科学院</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0.42%</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         </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题量：</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12</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道题目</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                               </a:t>
            </a: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报名规则：</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Observer</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赛道、</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Participant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赛道                                   </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赛制：</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单人赛</a:t>
            </a:r>
            <a:endParaRPr sz="1500" dirty="0"/>
          </a:p>
        </p:txBody>
      </p:sp>
      <p:sp>
        <p:nvSpPr>
          <p:cNvPr id="348" name="矩形 2"/>
          <p:cNvSpPr/>
          <p:nvPr/>
        </p:nvSpPr>
        <p:spPr>
          <a:xfrm rot="10800000">
            <a:off x="9750" y="1946956"/>
            <a:ext cx="7540170" cy="439431"/>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zh-CN" altLang="en-US" sz="311" dirty="0"/>
          </a:p>
        </p:txBody>
      </p:sp>
      <p:sp>
        <p:nvSpPr>
          <p:cNvPr id="349" name="Title Placeholder 1"/>
          <p:cNvSpPr txBox="1"/>
          <p:nvPr/>
        </p:nvSpPr>
        <p:spPr>
          <a:xfrm>
            <a:off x="627640" y="1650600"/>
            <a:ext cx="6314146"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pPr algn="ctr"/>
            <a:r>
              <a:rPr lang="zh-CN" altLang="en-US" sz="2000" dirty="0">
                <a:latin typeface="+mj-ea"/>
                <a:ea typeface="+mj-ea"/>
              </a:rPr>
              <a:t>香港中文大学（深圳）</a:t>
            </a:r>
            <a:r>
              <a:rPr lang="en-US" altLang="zh-CN" sz="2000" dirty="0">
                <a:latin typeface="+mj-ea"/>
                <a:ea typeface="+mj-ea"/>
              </a:rPr>
              <a:t>2023</a:t>
            </a:r>
            <a:r>
              <a:rPr lang="zh-CN" altLang="en-US" sz="2000" dirty="0">
                <a:latin typeface="+mj-ea"/>
                <a:ea typeface="+mj-ea"/>
              </a:rPr>
              <a:t>年程序设计竞赛</a:t>
            </a:r>
            <a:endParaRPr lang="en-CN" sz="2000">
              <a:latin typeface="+mj-ea"/>
              <a:ea typeface="+mj-ea"/>
            </a:endParaRPr>
          </a:p>
        </p:txBody>
      </p:sp>
      <p:sp>
        <p:nvSpPr>
          <p:cNvPr id="2" name="文本框 2">
            <a:extLst>
              <a:ext uri="{FF2B5EF4-FFF2-40B4-BE49-F238E27FC236}">
                <a16:creationId xmlns:a16="http://schemas.microsoft.com/office/drawing/2014/main" id="{CE05ACBC-2F19-8470-2865-32DFAF902E03}"/>
              </a:ext>
            </a:extLst>
          </p:cNvPr>
          <p:cNvSpPr txBox="1"/>
          <p:nvPr/>
        </p:nvSpPr>
        <p:spPr>
          <a:xfrm>
            <a:off x="4778527" y="9557605"/>
            <a:ext cx="4633521" cy="323165"/>
          </a:xfrm>
          <a:prstGeom prst="rect">
            <a:avLst/>
          </a:prstGeom>
          <a:noFill/>
        </p:spPr>
        <p:txBody>
          <a:bodyPr/>
          <a:lstStyle/>
          <a:p>
            <a:r>
              <a:rPr sz="1500" lang="zh-CN"/>
              <a:t>17</a:t>
            </a:r>
          </a:p>
        </p:txBody>
      </p:sp>
      <p:pic>
        <p:nvPicPr>
          <p:cNvPr id="3" name="图片 29">
            <a:extLst>
              <a:ext uri="{FF2B5EF4-FFF2-40B4-BE49-F238E27FC236}">
                <a16:creationId xmlns:a16="http://schemas.microsoft.com/office/drawing/2014/main" id="{7BE6E3A7-3D72-6167-88F1-0ED998606AB1}"/>
              </a:ext>
            </a:extLst>
          </p:cNvPr>
          <p:cNvPicPr>
            <a:picLocks noChangeAspect="1"/>
          </p:cNvPicPr>
          <p:nvPr/>
        </p:nvPicPr>
        <p:blipFill>
          <a:blip r:embed="rId12" cstate="print"/>
          <a:stretch>
            <a:fillRect/>
          </a:stretch>
        </p:blipFill>
        <p:spPr>
          <a:xfrm>
            <a:off x="1336928" y="196268"/>
            <a:ext cx="6637825" cy="92559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7F799-0AED-1A5E-538B-2B08BAC74DC4}"/>
            </a:ext>
          </a:extLst>
        </p:cNvPr>
        <p:cNvGrpSpPr/>
        <p:nvPr/>
      </p:nvGrpSpPr>
      <p:grpSpPr>
        <a:xfrm>
          <a:off x="0" y="0"/>
          <a:ext cx="0" cy="0"/>
          <a:chOff x="0" y="0"/>
          <a:chExt cx="0" cy="0"/>
        </a:xfrm>
      </p:grpSpPr>
      <p:grpSp>
        <p:nvGrpSpPr>
          <p:cNvPr id="417" name="组合 8">
            <a:extLst>
              <a:ext uri="{FF2B5EF4-FFF2-40B4-BE49-F238E27FC236}">
                <a16:creationId xmlns:a16="http://schemas.microsoft.com/office/drawing/2014/main" id="{8C0064F4-870B-7D57-B302-6CA1C10D5221}"/>
              </a:ext>
            </a:extLst>
          </p:cNvPr>
          <p:cNvGrpSpPr/>
          <p:nvPr/>
        </p:nvGrpSpPr>
        <p:grpSpPr>
          <a:xfrm>
            <a:off x="9752" y="258400"/>
            <a:ext cx="7549923" cy="9999797"/>
            <a:chOff x="9752" y="255633"/>
            <a:chExt cx="7549923" cy="9999797"/>
          </a:xfrm>
        </p:grpSpPr>
        <p:pic>
          <p:nvPicPr>
            <p:cNvPr id="418" name="图片 9">
              <a:extLst>
                <a:ext uri="{FF2B5EF4-FFF2-40B4-BE49-F238E27FC236}">
                  <a16:creationId xmlns:a16="http://schemas.microsoft.com/office/drawing/2014/main" id="{0542B9D2-2C8D-681A-10C0-88FE9F3D6EDC}"/>
                </a:ext>
              </a:extLst>
            </p:cNvPr>
            <p:cNvPicPr>
              <a:picLocks noChangeAspect="1"/>
            </p:cNvPicPr>
            <p:nvPr/>
          </p:nvPicPr>
          <p:blipFill>
            <a:blip r:embed="rId3"/>
            <a:srcRect r="1505"/>
            <a:stretch/>
          </p:blipFill>
          <p:spPr>
            <a:xfrm>
              <a:off x="9752" y="255633"/>
              <a:ext cx="7549923" cy="9999797"/>
            </a:xfrm>
            <a:prstGeom prst="rect">
              <a:avLst/>
            </a:prstGeom>
          </p:spPr>
        </p:pic>
        <p:pic>
          <p:nvPicPr>
            <p:cNvPr id="419" name="图片 10">
              <a:extLst>
                <a:ext uri="{FF2B5EF4-FFF2-40B4-BE49-F238E27FC236}">
                  <a16:creationId xmlns:a16="http://schemas.microsoft.com/office/drawing/2014/main" id="{747F5955-5C3E-85B3-E12E-63008CC4B627}"/>
                </a:ext>
              </a:extLst>
            </p:cNvPr>
            <p:cNvPicPr>
              <a:picLocks noChangeAspect="1"/>
            </p:cNvPicPr>
            <p:nvPr/>
          </p:nvPicPr>
          <p:blipFill>
            <a:blip r:embed="rId4"/>
            <a:stretch>
              <a:fillRect/>
            </a:stretch>
          </p:blipFill>
          <p:spPr>
            <a:xfrm>
              <a:off x="2733503" y="958361"/>
              <a:ext cx="4803852" cy="183897"/>
            </a:xfrm>
            <a:prstGeom prst="rect">
              <a:avLst/>
            </a:prstGeom>
          </p:spPr>
        </p:pic>
        <p:pic>
          <p:nvPicPr>
            <p:cNvPr id="420" name="图片 11">
              <a:extLst>
                <a:ext uri="{FF2B5EF4-FFF2-40B4-BE49-F238E27FC236}">
                  <a16:creationId xmlns:a16="http://schemas.microsoft.com/office/drawing/2014/main" id="{E20F640F-B495-9E3F-A7A7-BA66819AC4B7}"/>
                </a:ext>
              </a:extLst>
            </p:cNvPr>
            <p:cNvPicPr>
              <a:picLocks noChangeAspect="1"/>
            </p:cNvPicPr>
            <p:nvPr/>
          </p:nvPicPr>
          <p:blipFill>
            <a:blip r:embed="rId5"/>
            <a:stretch>
              <a:fillRect/>
            </a:stretch>
          </p:blipFill>
          <p:spPr>
            <a:xfrm>
              <a:off x="2955317" y="489607"/>
              <a:ext cx="4480144" cy="476842"/>
            </a:xfrm>
            <a:prstGeom prst="rect">
              <a:avLst/>
            </a:prstGeom>
          </p:spPr>
        </p:pic>
      </p:grpSp>
      <p:pic>
        <p:nvPicPr>
          <p:cNvPr id="4" name="图片 18">
            <a:extLst>
              <a:ext uri="{FF2B5EF4-FFF2-40B4-BE49-F238E27FC236}">
                <a16:creationId xmlns:a16="http://schemas.microsoft.com/office/drawing/2014/main" id="{DFA3A9AB-4495-3359-C08C-64E8F152757B}"/>
              </a:ext>
            </a:extLst>
          </p:cNvPr>
          <p:cNvPicPr>
            <a:picLocks noChangeAspect="1"/>
          </p:cNvPicPr>
          <p:nvPr/>
        </p:nvPicPr>
        <p:blipFill>
          <a:blip r:embed="rId6" cstate="print"/>
          <a:stretch>
            <a:fillRect/>
          </a:stretch>
        </p:blipFill>
        <p:spPr>
          <a:xfrm>
            <a:off x="-401919" y="196268"/>
            <a:ext cx="6637825" cy="925594"/>
          </a:xfrm>
          <a:prstGeom prst="rect">
            <a:avLst/>
          </a:prstGeom>
        </p:spPr>
      </p:pic>
      <p:sp>
        <p:nvSpPr>
          <p:cNvPr id="5" name="矩形 49">
            <a:extLst>
              <a:ext uri="{FF2B5EF4-FFF2-40B4-BE49-F238E27FC236}">
                <a16:creationId xmlns:a16="http://schemas.microsoft.com/office/drawing/2014/main" id="{DBCD6573-0248-2678-7A7D-40672E896249}"/>
              </a:ext>
            </a:extLst>
          </p:cNvPr>
          <p:cNvSpPr/>
          <p:nvPr/>
        </p:nvSpPr>
        <p:spPr>
          <a:xfrm rot="10800000">
            <a:off x="579357" y="7546668"/>
            <a:ext cx="6580387" cy="1826573"/>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6" name="矩形 44">
            <a:extLst>
              <a:ext uri="{FF2B5EF4-FFF2-40B4-BE49-F238E27FC236}">
                <a16:creationId xmlns:a16="http://schemas.microsoft.com/office/drawing/2014/main" id="{8199A297-D047-EEA5-7B37-9F52CC25757D}"/>
              </a:ext>
            </a:extLst>
          </p:cNvPr>
          <p:cNvSpPr/>
          <p:nvPr/>
        </p:nvSpPr>
        <p:spPr>
          <a:xfrm rot="10800000">
            <a:off x="5599326" y="3474941"/>
            <a:ext cx="1069874" cy="287463"/>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8" name="矩形 40">
            <a:extLst>
              <a:ext uri="{FF2B5EF4-FFF2-40B4-BE49-F238E27FC236}">
                <a16:creationId xmlns:a16="http://schemas.microsoft.com/office/drawing/2014/main" id="{5DA59DC7-1B49-B968-1359-F171F7878A07}"/>
              </a:ext>
            </a:extLst>
          </p:cNvPr>
          <p:cNvSpPr/>
          <p:nvPr/>
        </p:nvSpPr>
        <p:spPr>
          <a:xfrm rot="10800000">
            <a:off x="988256" y="6685057"/>
            <a:ext cx="1048430" cy="298253"/>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10" name="矩形 34">
            <a:extLst>
              <a:ext uri="{FF2B5EF4-FFF2-40B4-BE49-F238E27FC236}">
                <a16:creationId xmlns:a16="http://schemas.microsoft.com/office/drawing/2014/main" id="{A01F5926-8315-BA92-5867-DABF4D9B2FBE}"/>
              </a:ext>
            </a:extLst>
          </p:cNvPr>
          <p:cNvSpPr/>
          <p:nvPr/>
        </p:nvSpPr>
        <p:spPr>
          <a:xfrm rot="10800000">
            <a:off x="1151603" y="2596155"/>
            <a:ext cx="1461956" cy="330444"/>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12" name="矩形 38">
            <a:extLst>
              <a:ext uri="{FF2B5EF4-FFF2-40B4-BE49-F238E27FC236}">
                <a16:creationId xmlns:a16="http://schemas.microsoft.com/office/drawing/2014/main" id="{943E46A3-0596-6558-D8B7-27D11CECF74A}"/>
              </a:ext>
            </a:extLst>
          </p:cNvPr>
          <p:cNvSpPr/>
          <p:nvPr/>
        </p:nvSpPr>
        <p:spPr>
          <a:xfrm rot="10800000">
            <a:off x="5800838" y="5319599"/>
            <a:ext cx="1463115" cy="302747"/>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14" name="Title Placeholder 1">
            <a:extLst>
              <a:ext uri="{FF2B5EF4-FFF2-40B4-BE49-F238E27FC236}">
                <a16:creationId xmlns:a16="http://schemas.microsoft.com/office/drawing/2014/main" id="{8816A5B3-336E-4972-39C7-794D60DBB90D}"/>
              </a:ext>
            </a:extLst>
          </p:cNvPr>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活动风采</a:t>
            </a:r>
            <a:endParaRPr lang="en-CN" sz="3200"/>
          </a:p>
        </p:txBody>
      </p:sp>
      <p:cxnSp>
        <p:nvCxnSpPr>
          <p:cNvPr id="15" name="图形">
            <a:extLst>
              <a:ext uri="{FF2B5EF4-FFF2-40B4-BE49-F238E27FC236}">
                <a16:creationId xmlns:a16="http://schemas.microsoft.com/office/drawing/2014/main" id="{F7FBFB63-B40A-A6FD-A414-A3988C8B6A13}"/>
              </a:ext>
            </a:extLst>
          </p:cNvPr>
          <p:cNvCxnSpPr/>
          <p:nvPr/>
        </p:nvCxnSpPr>
        <p:spPr>
          <a:xfrm>
            <a:off x="4141671" y="3915946"/>
            <a:ext cx="1409153"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矩形 70">
            <a:extLst>
              <a:ext uri="{FF2B5EF4-FFF2-40B4-BE49-F238E27FC236}">
                <a16:creationId xmlns:a16="http://schemas.microsoft.com/office/drawing/2014/main" id="{554809B2-D08A-BE00-C712-0B4337F05480}"/>
              </a:ext>
            </a:extLst>
          </p:cNvPr>
          <p:cNvSpPr/>
          <p:nvPr/>
        </p:nvSpPr>
        <p:spPr>
          <a:xfrm rot="10800000">
            <a:off x="-5" y="1946956"/>
            <a:ext cx="7540170" cy="439431"/>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pic>
        <p:nvPicPr>
          <p:cNvPr id="17" name="Picture 6" descr="图片">
            <a:extLst>
              <a:ext uri="{FF2B5EF4-FFF2-40B4-BE49-F238E27FC236}">
                <a16:creationId xmlns:a16="http://schemas.microsoft.com/office/drawing/2014/main" id="{A694FDB4-FD2A-6FF7-CE8F-C57E70664A2B}"/>
              </a:ext>
            </a:extLst>
          </p:cNvPr>
          <p:cNvPicPr>
            <a:picLocks noChangeAspect="1" noChangeArrowheads="1"/>
          </p:cNvPicPr>
          <p:nvPr/>
        </p:nvPicPr>
        <p:blipFill>
          <a:blip r:embed="rId7" cstate="print"/>
          <a:srcRect/>
          <a:stretch>
            <a:fillRect/>
          </a:stretch>
        </p:blipFill>
        <p:spPr bwMode="auto">
          <a:xfrm>
            <a:off x="608575" y="3173826"/>
            <a:ext cx="2226362" cy="1484240"/>
          </a:xfrm>
          <a:prstGeom prst="rect">
            <a:avLst/>
          </a:prstGeom>
          <a:noFill/>
          <a:effectLst>
            <a:outerShdw blurRad="482600" dist="38100" dir="2700000" sx="92000" sy="92000" algn="tl" rotWithShape="0">
              <a:srgbClr val="441D85">
                <a:alpha val="72000"/>
              </a:srgbClr>
            </a:outerShdw>
          </a:effectLst>
        </p:spPr>
      </p:pic>
      <p:sp>
        <p:nvSpPr>
          <p:cNvPr id="18" name="Title Placeholder 1">
            <a:extLst>
              <a:ext uri="{FF2B5EF4-FFF2-40B4-BE49-F238E27FC236}">
                <a16:creationId xmlns:a16="http://schemas.microsoft.com/office/drawing/2014/main" id="{AF03D5C8-B70A-4152-9BCE-1CF5155024CB}"/>
              </a:ext>
            </a:extLst>
          </p:cNvPr>
          <p:cNvSpPr txBox="1"/>
          <p:nvPr/>
        </p:nvSpPr>
        <p:spPr>
          <a:xfrm>
            <a:off x="5599328" y="3327144"/>
            <a:ext cx="1719933" cy="589816"/>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1500" b="0" dirty="0">
                <a:solidFill>
                  <a:schemeClr val="tx1"/>
                </a:solidFill>
                <a:latin typeface="华文宋体" panose="02010600040101010101" pitchFamily="2" charset="-122"/>
                <a:ea typeface="华文宋体" panose="02010600040101010101" pitchFamily="2" charset="-122"/>
                <a:cs typeface="+mn-cs"/>
              </a:rPr>
              <a:t>热身赛</a:t>
            </a:r>
            <a:endParaRPr lang="en-CN" sz="1500" b="0" dirty="0">
              <a:solidFill>
                <a:schemeClr val="tx1"/>
              </a:solidFill>
              <a:latin typeface="华文宋体" panose="02010600040101010101" pitchFamily="2" charset="-122"/>
              <a:ea typeface="华文宋体" panose="02010600040101010101" pitchFamily="2" charset="-122"/>
              <a:cs typeface="+mn-cs"/>
            </a:endParaRPr>
          </a:p>
        </p:txBody>
      </p:sp>
      <p:pic>
        <p:nvPicPr>
          <p:cNvPr id="19" name="Picture 16" descr="图片">
            <a:extLst>
              <a:ext uri="{FF2B5EF4-FFF2-40B4-BE49-F238E27FC236}">
                <a16:creationId xmlns:a16="http://schemas.microsoft.com/office/drawing/2014/main" id="{16C650E5-4A3B-DE9B-2B78-4F6D116F4861}"/>
              </a:ext>
            </a:extLst>
          </p:cNvPr>
          <p:cNvPicPr>
            <a:picLocks noChangeAspect="1" noChangeArrowheads="1"/>
          </p:cNvPicPr>
          <p:nvPr/>
        </p:nvPicPr>
        <p:blipFill rotWithShape="1">
          <a:blip r:embed="rId8" cstate="print"/>
          <a:srcRect b="6890"/>
          <a:stretch/>
        </p:blipFill>
        <p:spPr bwMode="auto">
          <a:xfrm>
            <a:off x="2351896" y="6023609"/>
            <a:ext cx="2639816" cy="1376339"/>
          </a:xfrm>
          <a:prstGeom prst="rect">
            <a:avLst/>
          </a:prstGeom>
          <a:noFill/>
        </p:spPr>
      </p:pic>
      <p:sp>
        <p:nvSpPr>
          <p:cNvPr id="20" name="Title Placeholder 1">
            <a:extLst>
              <a:ext uri="{FF2B5EF4-FFF2-40B4-BE49-F238E27FC236}">
                <a16:creationId xmlns:a16="http://schemas.microsoft.com/office/drawing/2014/main" id="{1A5C7FB9-BEAA-050C-B738-A18E7E514947}"/>
              </a:ext>
            </a:extLst>
          </p:cNvPr>
          <p:cNvSpPr txBox="1"/>
          <p:nvPr/>
        </p:nvSpPr>
        <p:spPr>
          <a:xfrm>
            <a:off x="988257" y="6542617"/>
            <a:ext cx="1048430" cy="589816"/>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1500" b="0" dirty="0">
                <a:solidFill>
                  <a:schemeClr val="tx1"/>
                </a:solidFill>
                <a:latin typeface="华文宋体" panose="02010600040101010101" pitchFamily="2" charset="-122"/>
                <a:ea typeface="华文宋体" panose="02010600040101010101" pitchFamily="2" charset="-122"/>
                <a:cs typeface="+mn-cs"/>
              </a:rPr>
              <a:t>正式赛</a:t>
            </a:r>
            <a:endParaRPr lang="en-CN" sz="1500" b="0" dirty="0">
              <a:solidFill>
                <a:schemeClr val="tx1"/>
              </a:solidFill>
              <a:latin typeface="华文宋体" panose="02010600040101010101" pitchFamily="2" charset="-122"/>
              <a:ea typeface="华文宋体" panose="02010600040101010101" pitchFamily="2" charset="-122"/>
              <a:cs typeface="+mn-cs"/>
            </a:endParaRPr>
          </a:p>
        </p:txBody>
      </p:sp>
      <p:sp>
        <p:nvSpPr>
          <p:cNvPr id="21" name="Title Placeholder 1">
            <a:extLst>
              <a:ext uri="{FF2B5EF4-FFF2-40B4-BE49-F238E27FC236}">
                <a16:creationId xmlns:a16="http://schemas.microsoft.com/office/drawing/2014/main" id="{719F22B3-3947-59A4-4ABD-2CAE3532202C}"/>
              </a:ext>
            </a:extLst>
          </p:cNvPr>
          <p:cNvSpPr txBox="1"/>
          <p:nvPr/>
        </p:nvSpPr>
        <p:spPr>
          <a:xfrm>
            <a:off x="5800839" y="5167661"/>
            <a:ext cx="1719933" cy="589816"/>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1500" b="0" dirty="0">
                <a:solidFill>
                  <a:schemeClr val="tx1"/>
                </a:solidFill>
                <a:latin typeface="华文宋体" panose="02010600040101010101" pitchFamily="2" charset="-122"/>
                <a:ea typeface="华文宋体" panose="02010600040101010101" pitchFamily="2" charset="-122"/>
                <a:cs typeface="+mn-cs"/>
              </a:rPr>
              <a:t>颁奖典礼</a:t>
            </a:r>
            <a:endParaRPr lang="en-CN" sz="1500" b="0" dirty="0">
              <a:solidFill>
                <a:schemeClr val="tx1"/>
              </a:solidFill>
              <a:latin typeface="华文宋体" panose="02010600040101010101" pitchFamily="2" charset="-122"/>
              <a:ea typeface="华文宋体" panose="02010600040101010101" pitchFamily="2" charset="-122"/>
              <a:cs typeface="+mn-cs"/>
            </a:endParaRPr>
          </a:p>
        </p:txBody>
      </p:sp>
      <p:pic>
        <p:nvPicPr>
          <p:cNvPr id="22" name="Picture 20" descr="图片">
            <a:extLst>
              <a:ext uri="{FF2B5EF4-FFF2-40B4-BE49-F238E27FC236}">
                <a16:creationId xmlns:a16="http://schemas.microsoft.com/office/drawing/2014/main" id="{6E8EBEB8-EA66-B4FC-B212-77029C57E90F}"/>
              </a:ext>
            </a:extLst>
          </p:cNvPr>
          <p:cNvPicPr>
            <a:picLocks noChangeAspect="1" noChangeArrowheads="1"/>
          </p:cNvPicPr>
          <p:nvPr/>
        </p:nvPicPr>
        <p:blipFill>
          <a:blip r:embed="rId9" cstate="print"/>
          <a:srcRect/>
          <a:stretch>
            <a:fillRect/>
          </a:stretch>
        </p:blipFill>
        <p:spPr bwMode="auto">
          <a:xfrm>
            <a:off x="4955087" y="5839532"/>
            <a:ext cx="2011144" cy="1340763"/>
          </a:xfrm>
          <a:prstGeom prst="rect">
            <a:avLst/>
          </a:prstGeom>
          <a:noFill/>
          <a:effectLst>
            <a:outerShdw blurRad="482600" dist="38100" dir="13500000" sx="92000" sy="92000" algn="br" rotWithShape="0">
              <a:srgbClr val="F29624">
                <a:alpha val="74000"/>
              </a:srgbClr>
            </a:outerShdw>
          </a:effectLst>
        </p:spPr>
      </p:pic>
      <p:sp>
        <p:nvSpPr>
          <p:cNvPr id="23" name="文本框 26">
            <a:extLst>
              <a:ext uri="{FF2B5EF4-FFF2-40B4-BE49-F238E27FC236}">
                <a16:creationId xmlns:a16="http://schemas.microsoft.com/office/drawing/2014/main" id="{EDB12533-9694-E257-9EA8-5BA3541A119A}"/>
              </a:ext>
            </a:extLst>
          </p:cNvPr>
          <p:cNvSpPr txBox="1"/>
          <p:nvPr/>
        </p:nvSpPr>
        <p:spPr>
          <a:xfrm>
            <a:off x="583551" y="7574801"/>
            <a:ext cx="6480000" cy="2378215"/>
          </a:xfrm>
          <a:prstGeom prst="rect">
            <a:avLst/>
          </a:prstGeom>
          <a:noFill/>
        </p:spPr>
        <p:txBody>
          <a:bodyPr wrap="square">
            <a:spAutoFit/>
          </a:bodyPr>
          <a:lstStyle/>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地点：</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TC</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TD</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TXC</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计算机教室                            </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时间：</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2024</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年</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4</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月</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13</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日 </a:t>
            </a:r>
            <a:endParaRPr sz="1500" dirty="0"/>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选手：</a:t>
            </a:r>
            <a:r>
              <a:rPr lang="en-US" altLang="zh-CN" sz="1500" b="1" dirty="0">
                <a:solidFill>
                  <a:srgbClr val="C00000"/>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380</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名</a:t>
            </a:r>
            <a:r>
              <a:rPr lang="zh-CN" altLang="en-US" sz="1500" dirty="0">
                <a:solidFill>
                  <a:schemeClr val="tx1"/>
                </a:solidFill>
                <a:latin typeface="华文宋体" panose="02010600040101010101" pitchFamily="2" charset="-122"/>
                <a:ea typeface="华文宋体" panose="02010600040101010101" pitchFamily="2" charset="-122"/>
              </a:rPr>
              <a:t>包括本科生、研究生、以及中小学生在内的</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选手。</a:t>
            </a:r>
            <a:r>
              <a:rPr lang="zh-CN" altLang="en-US" sz="1500" dirty="0">
                <a:solidFill>
                  <a:schemeClr val="tx1"/>
                </a:solidFill>
                <a:latin typeface="华文宋体" panose="02010600040101010101" pitchFamily="2" charset="-122"/>
                <a:ea typeface="华文宋体" panose="02010600040101010101" pitchFamily="2" charset="-122"/>
              </a:rPr>
              <a:t>除本校学生外，此届竞赛还覆盖</a:t>
            </a:r>
            <a:r>
              <a:rPr lang="en-US" altLang="zh-CN" sz="1500" b="1" dirty="0">
                <a:solidFill>
                  <a:srgbClr val="C00000"/>
                </a:solidFill>
                <a:latin typeface="华文宋体" panose="02010600040101010101" pitchFamily="2" charset="-122"/>
                <a:ea typeface="华文宋体" panose="02010600040101010101" pitchFamily="2" charset="-122"/>
                <a:cs typeface="Times New Roman" panose="02020603050405020304"/>
              </a:rPr>
              <a:t>4</a:t>
            </a:r>
            <a:r>
              <a:rPr lang="zh-CN" altLang="en-US" sz="1500" dirty="0">
                <a:solidFill>
                  <a:schemeClr val="tx1"/>
                </a:solidFill>
                <a:latin typeface="华文宋体" panose="02010600040101010101" pitchFamily="2" charset="-122"/>
                <a:ea typeface="华文宋体" panose="02010600040101010101" pitchFamily="2" charset="-122"/>
              </a:rPr>
              <a:t>所香港高校、</a:t>
            </a:r>
            <a:r>
              <a:rPr lang="en-US" altLang="zh-CN" sz="1500" b="1" dirty="0">
                <a:solidFill>
                  <a:srgbClr val="C00000"/>
                </a:solidFill>
                <a:latin typeface="华文宋体" panose="02010600040101010101" pitchFamily="2" charset="-122"/>
                <a:ea typeface="华文宋体" panose="02010600040101010101" pitchFamily="2" charset="-122"/>
                <a:cs typeface="Times New Roman" panose="02020603050405020304"/>
              </a:rPr>
              <a:t>1</a:t>
            </a:r>
            <a:r>
              <a:rPr lang="zh-CN" altLang="en-US" sz="1500" dirty="0">
                <a:solidFill>
                  <a:schemeClr val="tx1"/>
                </a:solidFill>
                <a:latin typeface="华文宋体" panose="02010600040101010101" pitchFamily="2" charset="-122"/>
                <a:ea typeface="华文宋体" panose="02010600040101010101" pitchFamily="2" charset="-122"/>
              </a:rPr>
              <a:t>所广州高校、</a:t>
            </a:r>
            <a:r>
              <a:rPr lang="en-US" altLang="zh-CN" sz="1500" b="1" dirty="0">
                <a:solidFill>
                  <a:srgbClr val="C00000"/>
                </a:solidFill>
                <a:latin typeface="华文宋体" panose="02010600040101010101" pitchFamily="2" charset="-122"/>
                <a:ea typeface="华文宋体" panose="02010600040101010101" pitchFamily="2" charset="-122"/>
                <a:cs typeface="Times New Roman" panose="02020603050405020304"/>
              </a:rPr>
              <a:t>5</a:t>
            </a:r>
            <a:r>
              <a:rPr lang="zh-CN" altLang="en-US" sz="1500" dirty="0">
                <a:solidFill>
                  <a:schemeClr val="tx1"/>
                </a:solidFill>
                <a:latin typeface="华文宋体" panose="02010600040101010101" pitchFamily="2" charset="-122"/>
                <a:ea typeface="华文宋体" panose="02010600040101010101" pitchFamily="2" charset="-122"/>
              </a:rPr>
              <a:t>所深圳高校和</a:t>
            </a:r>
            <a:r>
              <a:rPr lang="en-US" altLang="zh-CN" sz="1500" b="1" dirty="0">
                <a:solidFill>
                  <a:srgbClr val="C00000"/>
                </a:solidFill>
                <a:latin typeface="华文宋体" panose="02010600040101010101" pitchFamily="2" charset="-122"/>
                <a:ea typeface="华文宋体" panose="02010600040101010101" pitchFamily="2" charset="-122"/>
                <a:cs typeface="Times New Roman" panose="02020603050405020304"/>
              </a:rPr>
              <a:t>7</a:t>
            </a:r>
            <a:r>
              <a:rPr lang="zh-CN" altLang="en-US" sz="1500" dirty="0">
                <a:solidFill>
                  <a:schemeClr val="tx1"/>
                </a:solidFill>
                <a:latin typeface="华文宋体" panose="02010600040101010101" pitchFamily="2" charset="-122"/>
                <a:ea typeface="华文宋体" panose="02010600040101010101" pitchFamily="2" charset="-122"/>
              </a:rPr>
              <a:t>所深圳市中小学校</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题量：</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10</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道题目</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报名规则：</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DIV-1</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赛道、</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DIV-2</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赛道                                               </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赛制：</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单人赛</a:t>
            </a:r>
            <a:endParaRPr sz="1500" dirty="0"/>
          </a:p>
        </p:txBody>
      </p:sp>
      <p:pic>
        <p:nvPicPr>
          <p:cNvPr id="24" name="Picture 8" descr="图片">
            <a:extLst>
              <a:ext uri="{FF2B5EF4-FFF2-40B4-BE49-F238E27FC236}">
                <a16:creationId xmlns:a16="http://schemas.microsoft.com/office/drawing/2014/main" id="{9B5F6CFF-1456-27DE-4CC9-F50D64A243D8}"/>
              </a:ext>
            </a:extLst>
          </p:cNvPr>
          <p:cNvPicPr>
            <a:picLocks noChangeAspect="1" noChangeArrowheads="1"/>
          </p:cNvPicPr>
          <p:nvPr/>
        </p:nvPicPr>
        <p:blipFill>
          <a:blip r:embed="rId10" cstate="print"/>
          <a:srcRect/>
          <a:stretch>
            <a:fillRect/>
          </a:stretch>
        </p:blipFill>
        <p:spPr bwMode="auto">
          <a:xfrm>
            <a:off x="5338467" y="3901233"/>
            <a:ext cx="1649615" cy="1099743"/>
          </a:xfrm>
          <a:prstGeom prst="rect">
            <a:avLst/>
          </a:prstGeom>
          <a:noFill/>
          <a:effectLst>
            <a:outerShdw blurRad="482600" dist="38100" dir="8100000" sx="92000" sy="92000" algn="tr" rotWithShape="0">
              <a:srgbClr val="441D85">
                <a:alpha val="72000"/>
              </a:srgbClr>
            </a:outerShdw>
          </a:effectLst>
        </p:spPr>
      </p:pic>
      <p:pic>
        <p:nvPicPr>
          <p:cNvPr id="25" name="Picture 10" descr="图片">
            <a:extLst>
              <a:ext uri="{FF2B5EF4-FFF2-40B4-BE49-F238E27FC236}">
                <a16:creationId xmlns:a16="http://schemas.microsoft.com/office/drawing/2014/main" id="{E55689EC-ECB3-DD8F-9522-A833666D43AA}"/>
              </a:ext>
            </a:extLst>
          </p:cNvPr>
          <p:cNvPicPr>
            <a:picLocks noChangeAspect="1" noChangeArrowheads="1"/>
          </p:cNvPicPr>
          <p:nvPr/>
        </p:nvPicPr>
        <p:blipFill rotWithShape="1">
          <a:blip r:embed="rId11" cstate="print"/>
          <a:srcRect t="16681" b="3407"/>
          <a:stretch/>
        </p:blipFill>
        <p:spPr bwMode="auto">
          <a:xfrm>
            <a:off x="2856510" y="3474942"/>
            <a:ext cx="2554813" cy="1361067"/>
          </a:xfrm>
          <a:prstGeom prst="rect">
            <a:avLst/>
          </a:prstGeom>
          <a:noFill/>
        </p:spPr>
      </p:pic>
      <p:pic>
        <p:nvPicPr>
          <p:cNvPr id="26" name="Picture 2" descr="图片">
            <a:extLst>
              <a:ext uri="{FF2B5EF4-FFF2-40B4-BE49-F238E27FC236}">
                <a16:creationId xmlns:a16="http://schemas.microsoft.com/office/drawing/2014/main" id="{26001CE9-4B7C-4778-435F-52081861D81A}"/>
              </a:ext>
            </a:extLst>
          </p:cNvPr>
          <p:cNvPicPr>
            <a:picLocks noChangeAspect="1" noChangeArrowheads="1"/>
          </p:cNvPicPr>
          <p:nvPr/>
        </p:nvPicPr>
        <p:blipFill rotWithShape="1">
          <a:blip r:embed="rId12" cstate="print"/>
          <a:srcRect t="10428" b="1196"/>
          <a:stretch/>
        </p:blipFill>
        <p:spPr bwMode="auto">
          <a:xfrm>
            <a:off x="2613436" y="2546764"/>
            <a:ext cx="2233940" cy="1316155"/>
          </a:xfrm>
          <a:prstGeom prst="rect">
            <a:avLst/>
          </a:prstGeom>
          <a:noFill/>
        </p:spPr>
      </p:pic>
      <p:pic>
        <p:nvPicPr>
          <p:cNvPr id="27" name="Picture 12" descr="图片">
            <a:extLst>
              <a:ext uri="{FF2B5EF4-FFF2-40B4-BE49-F238E27FC236}">
                <a16:creationId xmlns:a16="http://schemas.microsoft.com/office/drawing/2014/main" id="{C9AB6E64-F6F7-A5E7-EA39-C46784AD091B}"/>
              </a:ext>
            </a:extLst>
          </p:cNvPr>
          <p:cNvPicPr>
            <a:picLocks noChangeAspect="1" noChangeArrowheads="1"/>
          </p:cNvPicPr>
          <p:nvPr/>
        </p:nvPicPr>
        <p:blipFill>
          <a:blip r:embed="rId13" cstate="print"/>
          <a:srcRect/>
          <a:stretch>
            <a:fillRect/>
          </a:stretch>
        </p:blipFill>
        <p:spPr bwMode="auto">
          <a:xfrm>
            <a:off x="603627" y="5319600"/>
            <a:ext cx="1983666" cy="1322444"/>
          </a:xfrm>
          <a:prstGeom prst="rect">
            <a:avLst/>
          </a:prstGeom>
          <a:noFill/>
          <a:effectLst>
            <a:outerShdw blurRad="482600" dist="38100" dir="18900000" sx="92000" sy="92000" algn="bl" rotWithShape="0">
              <a:srgbClr val="F29624">
                <a:alpha val="74000"/>
              </a:srgbClr>
            </a:outerShdw>
          </a:effectLst>
        </p:spPr>
      </p:pic>
      <p:pic>
        <p:nvPicPr>
          <p:cNvPr id="28" name="图片 12">
            <a:extLst>
              <a:ext uri="{FF2B5EF4-FFF2-40B4-BE49-F238E27FC236}">
                <a16:creationId xmlns:a16="http://schemas.microsoft.com/office/drawing/2014/main" id="{D6E85DF3-4B67-BE3A-23F1-71BBA0F96A86}"/>
              </a:ext>
            </a:extLst>
          </p:cNvPr>
          <p:cNvPicPr>
            <a:picLocks noChangeAspect="1"/>
          </p:cNvPicPr>
          <p:nvPr/>
        </p:nvPicPr>
        <p:blipFill rotWithShape="1">
          <a:blip r:embed="rId14" cstate="print"/>
          <a:srcRect l="-960" t="37332" r="960" b="17426"/>
          <a:stretch/>
        </p:blipFill>
        <p:spPr>
          <a:xfrm>
            <a:off x="2682557" y="4980621"/>
            <a:ext cx="2795053" cy="1264529"/>
          </a:xfrm>
          <a:prstGeom prst="rect">
            <a:avLst/>
          </a:prstGeom>
        </p:spPr>
      </p:pic>
      <p:cxnSp>
        <p:nvCxnSpPr>
          <p:cNvPr id="29" name="图形">
            <a:extLst>
              <a:ext uri="{FF2B5EF4-FFF2-40B4-BE49-F238E27FC236}">
                <a16:creationId xmlns:a16="http://schemas.microsoft.com/office/drawing/2014/main" id="{BE73F1C7-770F-53FC-4919-A1B256CA26DF}"/>
              </a:ext>
            </a:extLst>
          </p:cNvPr>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30" name="Title Placeholder 1">
            <a:extLst>
              <a:ext uri="{FF2B5EF4-FFF2-40B4-BE49-F238E27FC236}">
                <a16:creationId xmlns:a16="http://schemas.microsoft.com/office/drawing/2014/main" id="{8003EE29-63C9-6C1D-F7CF-4573229FC67A}"/>
              </a:ext>
            </a:extLst>
          </p:cNvPr>
          <p:cNvSpPr txBox="1"/>
          <p:nvPr/>
        </p:nvSpPr>
        <p:spPr>
          <a:xfrm>
            <a:off x="1151604" y="2466762"/>
            <a:ext cx="1719933" cy="589816"/>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1500" b="0" dirty="0">
                <a:solidFill>
                  <a:schemeClr val="tx1"/>
                </a:solidFill>
                <a:latin typeface="华文宋体" panose="02010600040101010101" pitchFamily="2" charset="-122"/>
                <a:ea typeface="华文宋体" panose="02010600040101010101" pitchFamily="2" charset="-122"/>
                <a:cs typeface="+mn-cs"/>
              </a:rPr>
              <a:t>赛前动员</a:t>
            </a:r>
            <a:endParaRPr lang="en-CN" sz="1500" b="0" dirty="0">
              <a:solidFill>
                <a:schemeClr val="tx1"/>
              </a:solidFill>
              <a:latin typeface="华文宋体" panose="02010600040101010101" pitchFamily="2" charset="-122"/>
              <a:ea typeface="华文宋体" panose="02010600040101010101" pitchFamily="2" charset="-122"/>
              <a:cs typeface="+mn-cs"/>
            </a:endParaRPr>
          </a:p>
        </p:txBody>
      </p:sp>
      <p:sp>
        <p:nvSpPr>
          <p:cNvPr id="31" name="Title Placeholder 1">
            <a:extLst>
              <a:ext uri="{FF2B5EF4-FFF2-40B4-BE49-F238E27FC236}">
                <a16:creationId xmlns:a16="http://schemas.microsoft.com/office/drawing/2014/main" id="{8D096C27-668E-1CD4-AFAF-38A259269A8F}"/>
              </a:ext>
            </a:extLst>
          </p:cNvPr>
          <p:cNvSpPr txBox="1"/>
          <p:nvPr/>
        </p:nvSpPr>
        <p:spPr>
          <a:xfrm>
            <a:off x="627640" y="1650600"/>
            <a:ext cx="6314146"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pPr algn="ctr"/>
            <a:r>
              <a:rPr lang="zh-CN" altLang="en-US" sz="2000" dirty="0">
                <a:latin typeface="+mj-ea"/>
                <a:ea typeface="+mj-ea"/>
              </a:rPr>
              <a:t>香港中文大学（深圳）</a:t>
            </a:r>
            <a:r>
              <a:rPr lang="en-US" altLang="zh-CN" sz="2000" dirty="0">
                <a:latin typeface="+mj-ea"/>
                <a:ea typeface="+mj-ea"/>
              </a:rPr>
              <a:t>2024</a:t>
            </a:r>
            <a:r>
              <a:rPr lang="zh-CN" altLang="en-US" sz="2000" dirty="0">
                <a:latin typeface="+mj-ea"/>
                <a:ea typeface="+mj-ea"/>
              </a:rPr>
              <a:t>年程序设计竞赛</a:t>
            </a:r>
            <a:endParaRPr lang="en-CN" altLang="zh-CN" sz="2000">
              <a:latin typeface="+mj-ea"/>
              <a:ea typeface="+mj-ea"/>
            </a:endParaRPr>
          </a:p>
        </p:txBody>
      </p:sp>
      <p:sp>
        <p:nvSpPr>
          <p:cNvPr id="32" name="文本框 31">
            <a:extLst>
              <a:ext uri="{FF2B5EF4-FFF2-40B4-BE49-F238E27FC236}">
                <a16:creationId xmlns:a16="http://schemas.microsoft.com/office/drawing/2014/main" id="{C5FCC605-EB77-4D1F-2A2A-A531CA7E2992}"/>
              </a:ext>
            </a:extLst>
          </p:cNvPr>
          <p:cNvSpPr txBox="1"/>
          <p:nvPr/>
        </p:nvSpPr>
        <p:spPr>
          <a:xfrm>
            <a:off x="-1817145" y="9557605"/>
            <a:ext cx="4633521" cy="323165"/>
          </a:xfrm>
          <a:prstGeom prst="rect">
            <a:avLst/>
          </a:prstGeom>
          <a:noFill/>
        </p:spPr>
        <p:txBody>
          <a:bodyPr/>
          <a:lstStyle/>
          <a:p>
            <a:r>
              <a:rPr sz="1500" lang="zh-CN"/>
              <a:t>18</a:t>
            </a:r>
          </a:p>
        </p:txBody>
      </p:sp>
    </p:spTree>
    <p:extLst>
      <p:ext uri="{BB962C8B-B14F-4D97-AF65-F5344CB8AC3E}">
        <p14:creationId xmlns:p14="http://schemas.microsoft.com/office/powerpoint/2010/main" val="29344866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D6D19-57B3-6F2C-4AE4-EFB164E8269A}"/>
            </a:ext>
          </a:extLst>
        </p:cNvPr>
        <p:cNvGrpSpPr/>
        <p:nvPr/>
      </p:nvGrpSpPr>
      <p:grpSpPr>
        <a:xfrm>
          <a:off x="0" y="0"/>
          <a:ext cx="0" cy="0"/>
          <a:chOff x="0" y="0"/>
          <a:chExt cx="0" cy="0"/>
        </a:xfrm>
      </p:grpSpPr>
      <p:grpSp>
        <p:nvGrpSpPr>
          <p:cNvPr id="387" name="组合 6">
            <a:extLst>
              <a:ext uri="{FF2B5EF4-FFF2-40B4-BE49-F238E27FC236}">
                <a16:creationId xmlns:a16="http://schemas.microsoft.com/office/drawing/2014/main" id="{39839CC4-13DF-D62D-FFE9-953B3D507912}"/>
              </a:ext>
            </a:extLst>
          </p:cNvPr>
          <p:cNvGrpSpPr/>
          <p:nvPr/>
        </p:nvGrpSpPr>
        <p:grpSpPr>
          <a:xfrm>
            <a:off x="4875" y="339835"/>
            <a:ext cx="7549923" cy="9999797"/>
            <a:chOff x="9752" y="255633"/>
            <a:chExt cx="7549923" cy="9999797"/>
          </a:xfrm>
        </p:grpSpPr>
        <p:pic>
          <p:nvPicPr>
            <p:cNvPr id="388" name="图片 11">
              <a:extLst>
                <a:ext uri="{FF2B5EF4-FFF2-40B4-BE49-F238E27FC236}">
                  <a16:creationId xmlns:a16="http://schemas.microsoft.com/office/drawing/2014/main" id="{4B8C66FF-664F-E901-D7BF-41CB72413BFA}"/>
                </a:ext>
              </a:extLst>
            </p:cNvPr>
            <p:cNvPicPr>
              <a:picLocks noChangeAspect="1"/>
            </p:cNvPicPr>
            <p:nvPr/>
          </p:nvPicPr>
          <p:blipFill>
            <a:blip r:embed="rId3"/>
            <a:srcRect r="1505"/>
            <a:stretch/>
          </p:blipFill>
          <p:spPr>
            <a:xfrm>
              <a:off x="9752" y="255633"/>
              <a:ext cx="7549923" cy="9999797"/>
            </a:xfrm>
            <a:prstGeom prst="rect">
              <a:avLst/>
            </a:prstGeom>
          </p:spPr>
        </p:pic>
        <p:pic>
          <p:nvPicPr>
            <p:cNvPr id="389" name="图片 13">
              <a:extLst>
                <a:ext uri="{FF2B5EF4-FFF2-40B4-BE49-F238E27FC236}">
                  <a16:creationId xmlns:a16="http://schemas.microsoft.com/office/drawing/2014/main" id="{AD2B4CAF-4439-9F31-6C59-3E0C31BD8080}"/>
                </a:ext>
              </a:extLst>
            </p:cNvPr>
            <p:cNvPicPr>
              <a:picLocks noChangeAspect="1"/>
            </p:cNvPicPr>
            <p:nvPr/>
          </p:nvPicPr>
          <p:blipFill>
            <a:blip r:embed="rId4"/>
            <a:stretch>
              <a:fillRect/>
            </a:stretch>
          </p:blipFill>
          <p:spPr>
            <a:xfrm>
              <a:off x="2733503" y="958361"/>
              <a:ext cx="4803852" cy="183897"/>
            </a:xfrm>
            <a:prstGeom prst="rect">
              <a:avLst/>
            </a:prstGeom>
          </p:spPr>
        </p:pic>
        <p:pic>
          <p:nvPicPr>
            <p:cNvPr id="390" name="图片 14">
              <a:extLst>
                <a:ext uri="{FF2B5EF4-FFF2-40B4-BE49-F238E27FC236}">
                  <a16:creationId xmlns:a16="http://schemas.microsoft.com/office/drawing/2014/main" id="{839FB1E7-567F-E446-A9A2-12E4D471BB8A}"/>
                </a:ext>
              </a:extLst>
            </p:cNvPr>
            <p:cNvPicPr>
              <a:picLocks noChangeAspect="1"/>
            </p:cNvPicPr>
            <p:nvPr/>
          </p:nvPicPr>
          <p:blipFill>
            <a:blip r:embed="rId5"/>
            <a:stretch>
              <a:fillRect/>
            </a:stretch>
          </p:blipFill>
          <p:spPr>
            <a:xfrm>
              <a:off x="2955317" y="489607"/>
              <a:ext cx="4480144" cy="476842"/>
            </a:xfrm>
            <a:prstGeom prst="rect">
              <a:avLst/>
            </a:prstGeom>
          </p:spPr>
        </p:pic>
      </p:grpSp>
      <p:pic>
        <p:nvPicPr>
          <p:cNvPr id="391" name="图片 21">
            <a:extLst>
              <a:ext uri="{FF2B5EF4-FFF2-40B4-BE49-F238E27FC236}">
                <a16:creationId xmlns:a16="http://schemas.microsoft.com/office/drawing/2014/main" id="{4AD8B327-A9E6-2375-EA1C-BE65279DE4F2}"/>
              </a:ext>
            </a:extLst>
          </p:cNvPr>
          <p:cNvPicPr>
            <a:picLocks noChangeAspect="1"/>
          </p:cNvPicPr>
          <p:nvPr/>
        </p:nvPicPr>
        <p:blipFill>
          <a:blip r:embed="rId6" cstate="print"/>
          <a:srcRect t="1" b="528"/>
          <a:stretch/>
        </p:blipFill>
        <p:spPr>
          <a:xfrm>
            <a:off x="435178" y="5092085"/>
            <a:ext cx="3285052" cy="1860775"/>
          </a:xfrm>
          <a:prstGeom prst="rect">
            <a:avLst/>
          </a:prstGeom>
          <a:effectLst>
            <a:outerShdw blurRad="254000" dist="38100" dir="8100000" algn="tr" rotWithShape="0">
              <a:srgbClr val="441D85">
                <a:alpha val="40000"/>
              </a:srgbClr>
            </a:outerShdw>
          </a:effectLst>
        </p:spPr>
      </p:pic>
      <p:sp>
        <p:nvSpPr>
          <p:cNvPr id="392" name="矩形 49">
            <a:extLst>
              <a:ext uri="{FF2B5EF4-FFF2-40B4-BE49-F238E27FC236}">
                <a16:creationId xmlns:a16="http://schemas.microsoft.com/office/drawing/2014/main" id="{CFC6A37C-B6BC-213B-3BA5-D62BE1DC392E}"/>
              </a:ext>
            </a:extLst>
          </p:cNvPr>
          <p:cNvSpPr/>
          <p:nvPr/>
        </p:nvSpPr>
        <p:spPr>
          <a:xfrm rot="10800000">
            <a:off x="667039" y="7565721"/>
            <a:ext cx="6580387" cy="1847836"/>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93" name="矩形 44">
            <a:extLst>
              <a:ext uri="{FF2B5EF4-FFF2-40B4-BE49-F238E27FC236}">
                <a16:creationId xmlns:a16="http://schemas.microsoft.com/office/drawing/2014/main" id="{534A7D32-C25C-7463-66AB-B6708A49E08D}"/>
              </a:ext>
            </a:extLst>
          </p:cNvPr>
          <p:cNvSpPr/>
          <p:nvPr/>
        </p:nvSpPr>
        <p:spPr>
          <a:xfrm rot="10800000">
            <a:off x="6066069" y="4367431"/>
            <a:ext cx="1069874" cy="287463"/>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95" name="矩形 40">
            <a:extLst>
              <a:ext uri="{FF2B5EF4-FFF2-40B4-BE49-F238E27FC236}">
                <a16:creationId xmlns:a16="http://schemas.microsoft.com/office/drawing/2014/main" id="{CD73B768-E5ED-2A34-7899-0FFD7EB1DA2F}"/>
              </a:ext>
            </a:extLst>
          </p:cNvPr>
          <p:cNvSpPr/>
          <p:nvPr/>
        </p:nvSpPr>
        <p:spPr>
          <a:xfrm rot="10800000">
            <a:off x="835046" y="4362037"/>
            <a:ext cx="1048430" cy="298253"/>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97" name="矩形 34">
            <a:extLst>
              <a:ext uri="{FF2B5EF4-FFF2-40B4-BE49-F238E27FC236}">
                <a16:creationId xmlns:a16="http://schemas.microsoft.com/office/drawing/2014/main" id="{9DF6D04A-E721-900F-EA2F-6EA144518EE9}"/>
              </a:ext>
            </a:extLst>
          </p:cNvPr>
          <p:cNvSpPr/>
          <p:nvPr/>
        </p:nvSpPr>
        <p:spPr>
          <a:xfrm rot="10800000">
            <a:off x="1113703" y="6979890"/>
            <a:ext cx="1803714" cy="330445"/>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99" name="矩形 38">
            <a:extLst>
              <a:ext uri="{FF2B5EF4-FFF2-40B4-BE49-F238E27FC236}">
                <a16:creationId xmlns:a16="http://schemas.microsoft.com/office/drawing/2014/main" id="{7E890415-E023-BDA4-8CD4-820FDE2127DD}"/>
              </a:ext>
            </a:extLst>
          </p:cNvPr>
          <p:cNvSpPr/>
          <p:nvPr/>
        </p:nvSpPr>
        <p:spPr>
          <a:xfrm rot="10800000">
            <a:off x="4950001" y="6993738"/>
            <a:ext cx="1463115" cy="302747"/>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401" name="Title Placeholder 1">
            <a:extLst>
              <a:ext uri="{FF2B5EF4-FFF2-40B4-BE49-F238E27FC236}">
                <a16:creationId xmlns:a16="http://schemas.microsoft.com/office/drawing/2014/main" id="{FF092CBF-44D9-6086-0D80-D2C977182EF8}"/>
              </a:ext>
            </a:extLst>
          </p:cNvPr>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活动风采</a:t>
            </a:r>
            <a:endParaRPr lang="en-CN" sz="3200"/>
          </a:p>
        </p:txBody>
      </p:sp>
      <p:sp>
        <p:nvSpPr>
          <p:cNvPr id="402" name="矩形 70">
            <a:extLst>
              <a:ext uri="{FF2B5EF4-FFF2-40B4-BE49-F238E27FC236}">
                <a16:creationId xmlns:a16="http://schemas.microsoft.com/office/drawing/2014/main" id="{27B558DA-4723-6308-149D-61F333903FDA}"/>
              </a:ext>
            </a:extLst>
          </p:cNvPr>
          <p:cNvSpPr/>
          <p:nvPr/>
        </p:nvSpPr>
        <p:spPr>
          <a:xfrm rot="10800000">
            <a:off x="-5" y="1946956"/>
            <a:ext cx="7540170" cy="439431"/>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403" name="Title Placeholder 1">
            <a:extLst>
              <a:ext uri="{FF2B5EF4-FFF2-40B4-BE49-F238E27FC236}">
                <a16:creationId xmlns:a16="http://schemas.microsoft.com/office/drawing/2014/main" id="{2F28FD4F-3C8D-D38D-6706-E18468C2D4F0}"/>
              </a:ext>
            </a:extLst>
          </p:cNvPr>
          <p:cNvSpPr txBox="1"/>
          <p:nvPr/>
        </p:nvSpPr>
        <p:spPr>
          <a:xfrm>
            <a:off x="6099321" y="4216255"/>
            <a:ext cx="839029" cy="589816"/>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1500" b="0" dirty="0">
                <a:solidFill>
                  <a:schemeClr val="tx1"/>
                </a:solidFill>
                <a:latin typeface="华文宋体" panose="02010600040101010101" pitchFamily="2" charset="-122"/>
                <a:ea typeface="华文宋体" panose="02010600040101010101" pitchFamily="2" charset="-122"/>
                <a:cs typeface="+mn-cs"/>
              </a:rPr>
              <a:t>热身赛</a:t>
            </a:r>
            <a:endParaRPr lang="en-CN" sz="1500" b="0" dirty="0">
              <a:solidFill>
                <a:schemeClr val="tx1"/>
              </a:solidFill>
              <a:latin typeface="华文宋体" panose="02010600040101010101" pitchFamily="2" charset="-122"/>
              <a:ea typeface="华文宋体" panose="02010600040101010101" pitchFamily="2" charset="-122"/>
              <a:cs typeface="+mn-cs"/>
            </a:endParaRPr>
          </a:p>
        </p:txBody>
      </p:sp>
      <p:sp>
        <p:nvSpPr>
          <p:cNvPr id="404" name="Title Placeholder 1">
            <a:extLst>
              <a:ext uri="{FF2B5EF4-FFF2-40B4-BE49-F238E27FC236}">
                <a16:creationId xmlns:a16="http://schemas.microsoft.com/office/drawing/2014/main" id="{559BAC57-B8E3-1DB6-5B68-9A392CE9B4CD}"/>
              </a:ext>
            </a:extLst>
          </p:cNvPr>
          <p:cNvSpPr txBox="1"/>
          <p:nvPr/>
        </p:nvSpPr>
        <p:spPr>
          <a:xfrm>
            <a:off x="860099" y="4216255"/>
            <a:ext cx="1048430" cy="589816"/>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1500" b="0" dirty="0">
                <a:solidFill>
                  <a:schemeClr val="tx1"/>
                </a:solidFill>
                <a:latin typeface="华文宋体" panose="02010600040101010101" pitchFamily="2" charset="-122"/>
                <a:ea typeface="华文宋体" panose="02010600040101010101" pitchFamily="2" charset="-122"/>
                <a:cs typeface="+mn-cs"/>
              </a:rPr>
              <a:t>正式赛</a:t>
            </a:r>
            <a:endParaRPr lang="en-CN" sz="1500" b="0" dirty="0">
              <a:solidFill>
                <a:schemeClr val="tx1"/>
              </a:solidFill>
              <a:latin typeface="华文宋体" panose="02010600040101010101" pitchFamily="2" charset="-122"/>
              <a:ea typeface="华文宋体" panose="02010600040101010101" pitchFamily="2" charset="-122"/>
              <a:cs typeface="+mn-cs"/>
            </a:endParaRPr>
          </a:p>
        </p:txBody>
      </p:sp>
      <p:sp>
        <p:nvSpPr>
          <p:cNvPr id="405" name="Title Placeholder 1">
            <a:extLst>
              <a:ext uri="{FF2B5EF4-FFF2-40B4-BE49-F238E27FC236}">
                <a16:creationId xmlns:a16="http://schemas.microsoft.com/office/drawing/2014/main" id="{5BE35B45-CEAB-D10B-69C8-6EDE3ECA286C}"/>
              </a:ext>
            </a:extLst>
          </p:cNvPr>
          <p:cNvSpPr txBox="1"/>
          <p:nvPr/>
        </p:nvSpPr>
        <p:spPr>
          <a:xfrm>
            <a:off x="4950002" y="6850204"/>
            <a:ext cx="1719933" cy="589816"/>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1500" b="0" dirty="0">
                <a:solidFill>
                  <a:schemeClr val="tx1"/>
                </a:solidFill>
                <a:latin typeface="华文宋体" panose="02010600040101010101" pitchFamily="2" charset="-122"/>
                <a:ea typeface="华文宋体" panose="02010600040101010101" pitchFamily="2" charset="-122"/>
                <a:cs typeface="+mn-cs"/>
              </a:rPr>
              <a:t>颁奖典礼</a:t>
            </a:r>
            <a:endParaRPr lang="en-CN" sz="1500" b="0" dirty="0">
              <a:solidFill>
                <a:schemeClr val="tx1"/>
              </a:solidFill>
              <a:latin typeface="华文宋体" panose="02010600040101010101" pitchFamily="2" charset="-122"/>
              <a:ea typeface="华文宋体" panose="02010600040101010101" pitchFamily="2" charset="-122"/>
              <a:cs typeface="+mn-cs"/>
            </a:endParaRPr>
          </a:p>
        </p:txBody>
      </p:sp>
      <p:sp>
        <p:nvSpPr>
          <p:cNvPr id="406" name="文本框 26">
            <a:extLst>
              <a:ext uri="{FF2B5EF4-FFF2-40B4-BE49-F238E27FC236}">
                <a16:creationId xmlns:a16="http://schemas.microsoft.com/office/drawing/2014/main" id="{1F742E56-0380-B437-BD68-43800AFD8BBD}"/>
              </a:ext>
            </a:extLst>
          </p:cNvPr>
          <p:cNvSpPr txBox="1"/>
          <p:nvPr/>
        </p:nvSpPr>
        <p:spPr>
          <a:xfrm>
            <a:off x="671233" y="7555751"/>
            <a:ext cx="6480000" cy="2378215"/>
          </a:xfrm>
          <a:prstGeom prst="rect">
            <a:avLst/>
          </a:prstGeom>
          <a:noFill/>
        </p:spPr>
        <p:txBody>
          <a:bodyPr wrap="square">
            <a:spAutoFit/>
          </a:bodyPr>
          <a:lstStyle/>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地点：</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TA</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TD</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TXC</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TXA</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计算机教室                       </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时间：</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 2025</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年</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4</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月</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19</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日 </a:t>
            </a:r>
            <a:endParaRPr sz="1500" dirty="0"/>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选手：</a:t>
            </a:r>
            <a:r>
              <a:rPr lang="en-US" altLang="zh-CN" sz="1500" b="1" dirty="0">
                <a:solidFill>
                  <a:srgbClr val="C00000"/>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610</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余名</a:t>
            </a:r>
            <a:r>
              <a:rPr lang="zh-CN" altLang="en-US" sz="1500" dirty="0">
                <a:solidFill>
                  <a:schemeClr val="tx1"/>
                </a:solidFill>
                <a:latin typeface="华文宋体" panose="02010600040101010101" pitchFamily="2" charset="-122"/>
                <a:ea typeface="华文宋体" panose="02010600040101010101" pitchFamily="2" charset="-122"/>
              </a:rPr>
              <a:t>包括本科生、研究生、博士生以及中小学生在内的</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选手，</a:t>
            </a:r>
            <a:r>
              <a:rPr lang="zh-CN" altLang="en-US" sz="1500" dirty="0">
                <a:solidFill>
                  <a:schemeClr val="tx1"/>
                </a:solidFill>
                <a:latin typeface="华文宋体" panose="02010600040101010101" pitchFamily="2" charset="-122"/>
                <a:ea typeface="华文宋体" panose="02010600040101010101" pitchFamily="2" charset="-122"/>
              </a:rPr>
              <a:t>覆盖</a:t>
            </a:r>
            <a:r>
              <a:rPr lang="en-US" altLang="zh-CN" sz="1500" b="1" dirty="0">
                <a:solidFill>
                  <a:srgbClr val="C00000"/>
                </a:solidFill>
                <a:latin typeface="华文宋体" panose="02010600040101010101" pitchFamily="2" charset="-122"/>
                <a:ea typeface="华文宋体" panose="02010600040101010101" pitchFamily="2" charset="-122"/>
                <a:cs typeface="Times New Roman" panose="02020603050405020304"/>
              </a:rPr>
              <a:t>118</a:t>
            </a:r>
            <a:r>
              <a:rPr lang="zh-CN" altLang="en-US" sz="1500" dirty="0">
                <a:solidFill>
                  <a:schemeClr val="tx1"/>
                </a:solidFill>
                <a:latin typeface="华文宋体" panose="02010600040101010101" pitchFamily="2" charset="-122"/>
                <a:ea typeface="华文宋体" panose="02010600040101010101" pitchFamily="2" charset="-122"/>
              </a:rPr>
              <a:t>余所海内外高校</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主办方：</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深圳河套学院、香港中文大学（深圳）联合主办</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题量：</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12</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道题目</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报名规则：</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Track A</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赛道、</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Track B</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赛道、</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Track C</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赛道                 </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赛制：</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单人赛</a:t>
            </a:r>
            <a:endParaRPr sz="1500" dirty="0"/>
          </a:p>
        </p:txBody>
      </p:sp>
      <p:cxnSp>
        <p:nvCxnSpPr>
          <p:cNvPr id="407" name="图形">
            <a:extLst>
              <a:ext uri="{FF2B5EF4-FFF2-40B4-BE49-F238E27FC236}">
                <a16:creationId xmlns:a16="http://schemas.microsoft.com/office/drawing/2014/main" id="{E32D8DFB-B333-50E8-722E-259C115964BA}"/>
              </a:ext>
            </a:extLst>
          </p:cNvPr>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408" name="Title Placeholder 1">
            <a:extLst>
              <a:ext uri="{FF2B5EF4-FFF2-40B4-BE49-F238E27FC236}">
                <a16:creationId xmlns:a16="http://schemas.microsoft.com/office/drawing/2014/main" id="{CD735292-80C0-FFB4-EA69-B79F40D15027}"/>
              </a:ext>
            </a:extLst>
          </p:cNvPr>
          <p:cNvSpPr txBox="1"/>
          <p:nvPr/>
        </p:nvSpPr>
        <p:spPr>
          <a:xfrm>
            <a:off x="1117505" y="6850204"/>
            <a:ext cx="1842783" cy="589816"/>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1500" b="0" dirty="0">
                <a:solidFill>
                  <a:schemeClr val="tx1"/>
                </a:solidFill>
                <a:latin typeface="华文宋体" panose="02010600040101010101" pitchFamily="2" charset="-122"/>
                <a:ea typeface="华文宋体" panose="02010600040101010101" pitchFamily="2" charset="-122"/>
                <a:cs typeface="+mn-cs"/>
              </a:rPr>
              <a:t>深圳河套学院宣讲会</a:t>
            </a:r>
            <a:endParaRPr lang="en-CN" sz="1500" b="0" dirty="0">
              <a:solidFill>
                <a:schemeClr val="tx1"/>
              </a:solidFill>
              <a:latin typeface="华文宋体" panose="02010600040101010101" pitchFamily="2" charset="-122"/>
              <a:ea typeface="华文宋体" panose="02010600040101010101" pitchFamily="2" charset="-122"/>
              <a:cs typeface="+mn-cs"/>
            </a:endParaRPr>
          </a:p>
        </p:txBody>
      </p:sp>
      <p:sp>
        <p:nvSpPr>
          <p:cNvPr id="409" name="Title Placeholder 1">
            <a:extLst>
              <a:ext uri="{FF2B5EF4-FFF2-40B4-BE49-F238E27FC236}">
                <a16:creationId xmlns:a16="http://schemas.microsoft.com/office/drawing/2014/main" id="{BECDA398-85D4-1B56-EC9D-8726E8DB343D}"/>
              </a:ext>
            </a:extLst>
          </p:cNvPr>
          <p:cNvSpPr txBox="1"/>
          <p:nvPr/>
        </p:nvSpPr>
        <p:spPr>
          <a:xfrm>
            <a:off x="1186552" y="1688710"/>
            <a:ext cx="5196323"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pPr algn="ctr"/>
            <a:r>
              <a:rPr lang="en-US" altLang="zh-CN" sz="2000" dirty="0">
                <a:latin typeface="+mj-ea"/>
                <a:ea typeface="+mj-ea"/>
              </a:rPr>
              <a:t>2025</a:t>
            </a:r>
            <a:r>
              <a:rPr lang="zh-CN" altLang="en-US" sz="2000" dirty="0">
                <a:latin typeface="+mj-ea"/>
                <a:ea typeface="+mj-ea"/>
              </a:rPr>
              <a:t>年粤港澳大湾区国际编程大赛</a:t>
            </a:r>
            <a:endParaRPr lang="en-CN" sz="2000" dirty="0">
              <a:latin typeface="+mj-ea"/>
              <a:ea typeface="+mj-ea"/>
            </a:endParaRPr>
          </a:p>
        </p:txBody>
      </p:sp>
      <p:pic>
        <p:nvPicPr>
          <p:cNvPr id="412" name="图片 19">
            <a:extLst>
              <a:ext uri="{FF2B5EF4-FFF2-40B4-BE49-F238E27FC236}">
                <a16:creationId xmlns:a16="http://schemas.microsoft.com/office/drawing/2014/main" id="{1AE0388C-B76C-A02E-E5FC-D4C1BC87B8D3}"/>
              </a:ext>
            </a:extLst>
          </p:cNvPr>
          <p:cNvPicPr>
            <a:picLocks noChangeAspect="1"/>
          </p:cNvPicPr>
          <p:nvPr/>
        </p:nvPicPr>
        <p:blipFill>
          <a:blip r:embed="rId7" cstate="print"/>
          <a:stretch>
            <a:fillRect/>
          </a:stretch>
        </p:blipFill>
        <p:spPr>
          <a:xfrm>
            <a:off x="4049998" y="5331654"/>
            <a:ext cx="2898240" cy="1618559"/>
          </a:xfrm>
          <a:prstGeom prst="rect">
            <a:avLst/>
          </a:prstGeom>
          <a:effectLst>
            <a:outerShdw blurRad="254000" dist="38100" dir="2700000" algn="tl" rotWithShape="0">
              <a:srgbClr val="441D85">
                <a:alpha val="40000"/>
              </a:srgbClr>
            </a:outerShdw>
          </a:effectLst>
        </p:spPr>
      </p:pic>
      <p:pic>
        <p:nvPicPr>
          <p:cNvPr id="413" name="图片 3">
            <a:extLst>
              <a:ext uri="{FF2B5EF4-FFF2-40B4-BE49-F238E27FC236}">
                <a16:creationId xmlns:a16="http://schemas.microsoft.com/office/drawing/2014/main" id="{CC7971AB-4E2C-65AA-C0F7-5CF2A3B4BEEB}"/>
              </a:ext>
            </a:extLst>
          </p:cNvPr>
          <p:cNvPicPr>
            <a:picLocks noChangeAspect="1"/>
          </p:cNvPicPr>
          <p:nvPr/>
        </p:nvPicPr>
        <p:blipFill>
          <a:blip r:embed="rId8" cstate="print"/>
          <a:srcRect b="19273"/>
          <a:stretch/>
        </p:blipFill>
        <p:spPr>
          <a:xfrm>
            <a:off x="2037411" y="3373167"/>
            <a:ext cx="3484850" cy="2011187"/>
          </a:xfrm>
          <a:prstGeom prst="rect">
            <a:avLst/>
          </a:prstGeom>
        </p:spPr>
      </p:pic>
      <p:pic>
        <p:nvPicPr>
          <p:cNvPr id="414" name="图片 17">
            <a:extLst>
              <a:ext uri="{FF2B5EF4-FFF2-40B4-BE49-F238E27FC236}">
                <a16:creationId xmlns:a16="http://schemas.microsoft.com/office/drawing/2014/main" id="{AAE5C461-6EF6-B497-DEC3-E71B5B26CBB0}"/>
              </a:ext>
            </a:extLst>
          </p:cNvPr>
          <p:cNvPicPr>
            <a:picLocks noChangeAspect="1"/>
          </p:cNvPicPr>
          <p:nvPr/>
        </p:nvPicPr>
        <p:blipFill>
          <a:blip r:embed="rId9" cstate="print"/>
          <a:srcRect r="14444"/>
          <a:stretch/>
        </p:blipFill>
        <p:spPr>
          <a:xfrm>
            <a:off x="4376205" y="2638457"/>
            <a:ext cx="2521929" cy="1689667"/>
          </a:xfrm>
          <a:prstGeom prst="rect">
            <a:avLst/>
          </a:prstGeom>
          <a:effectLst>
            <a:outerShdw blurRad="254000" dist="38100" dir="18900000" algn="bl" rotWithShape="0">
              <a:srgbClr val="441D85">
                <a:alpha val="40000"/>
              </a:srgbClr>
            </a:outerShdw>
          </a:effectLst>
        </p:spPr>
      </p:pic>
      <p:pic>
        <p:nvPicPr>
          <p:cNvPr id="415" name="图片 23">
            <a:extLst>
              <a:ext uri="{FF2B5EF4-FFF2-40B4-BE49-F238E27FC236}">
                <a16:creationId xmlns:a16="http://schemas.microsoft.com/office/drawing/2014/main" id="{9CC5CAF1-D655-70ED-A7A1-2ECFF2E85EA3}"/>
              </a:ext>
            </a:extLst>
          </p:cNvPr>
          <p:cNvPicPr>
            <a:picLocks noChangeAspect="1"/>
          </p:cNvPicPr>
          <p:nvPr/>
        </p:nvPicPr>
        <p:blipFill>
          <a:blip r:embed="rId10" cstate="print"/>
          <a:stretch>
            <a:fillRect/>
          </a:stretch>
        </p:blipFill>
        <p:spPr>
          <a:xfrm>
            <a:off x="835046" y="2638457"/>
            <a:ext cx="2521929" cy="1689667"/>
          </a:xfrm>
          <a:prstGeom prst="rect">
            <a:avLst/>
          </a:prstGeom>
          <a:effectLst>
            <a:outerShdw blurRad="254000" dist="38100" dir="13500000" algn="br" rotWithShape="0">
              <a:srgbClr val="441D85">
                <a:alpha val="40000"/>
              </a:srgbClr>
            </a:outerShdw>
          </a:effectLst>
        </p:spPr>
      </p:pic>
      <p:sp>
        <p:nvSpPr>
          <p:cNvPr id="2" name="文本框 2">
            <a:extLst>
              <a:ext uri="{FF2B5EF4-FFF2-40B4-BE49-F238E27FC236}">
                <a16:creationId xmlns:a16="http://schemas.microsoft.com/office/drawing/2014/main" id="{36BC76E6-278F-7195-00B3-BD9938664B65}"/>
              </a:ext>
            </a:extLst>
          </p:cNvPr>
          <p:cNvSpPr txBox="1"/>
          <p:nvPr/>
        </p:nvSpPr>
        <p:spPr>
          <a:xfrm>
            <a:off x="4778527" y="9557605"/>
            <a:ext cx="4633521" cy="323165"/>
          </a:xfrm>
          <a:prstGeom prst="rect">
            <a:avLst/>
          </a:prstGeom>
          <a:noFill/>
        </p:spPr>
        <p:txBody>
          <a:bodyPr/>
          <a:lstStyle/>
          <a:p>
            <a:r>
              <a:rPr sz="1500" lang="zh-CN"/>
              <a:t>19</a:t>
            </a:r>
          </a:p>
        </p:txBody>
      </p:sp>
      <p:pic>
        <p:nvPicPr>
          <p:cNvPr id="3" name="图片 29">
            <a:extLst>
              <a:ext uri="{FF2B5EF4-FFF2-40B4-BE49-F238E27FC236}">
                <a16:creationId xmlns:a16="http://schemas.microsoft.com/office/drawing/2014/main" id="{CAD1DDDF-074C-C7BA-E544-7149122FF5AC}"/>
              </a:ext>
            </a:extLst>
          </p:cNvPr>
          <p:cNvPicPr>
            <a:picLocks noChangeAspect="1"/>
          </p:cNvPicPr>
          <p:nvPr/>
        </p:nvPicPr>
        <p:blipFill>
          <a:blip r:embed="rId11" cstate="print"/>
          <a:stretch>
            <a:fillRect/>
          </a:stretch>
        </p:blipFill>
        <p:spPr>
          <a:xfrm>
            <a:off x="1336928" y="196268"/>
            <a:ext cx="6637825" cy="925594"/>
          </a:xfrm>
          <a:prstGeom prst="rect">
            <a:avLst/>
          </a:prstGeom>
        </p:spPr>
      </p:pic>
    </p:spTree>
    <p:extLst>
      <p:ext uri="{BB962C8B-B14F-4D97-AF65-F5344CB8AC3E}">
        <p14:creationId xmlns:p14="http://schemas.microsoft.com/office/powerpoint/2010/main" val="37063040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7" name="组合 6"/>
          <p:cNvGrpSpPr/>
          <p:nvPr/>
        </p:nvGrpSpPr>
        <p:grpSpPr>
          <a:xfrm>
            <a:off x="4875" y="339835"/>
            <a:ext cx="7549923" cy="9999797"/>
            <a:chOff x="9752" y="255633"/>
            <a:chExt cx="7549923" cy="9999797"/>
          </a:xfrm>
        </p:grpSpPr>
        <p:pic>
          <p:nvPicPr>
            <p:cNvPr id="388" name="图片 11"/>
            <p:cNvPicPr>
              <a:picLocks noChangeAspect="1"/>
            </p:cNvPicPr>
            <p:nvPr/>
          </p:nvPicPr>
          <p:blipFill>
            <a:blip r:embed="rId3"/>
            <a:srcRect r="1505"/>
            <a:stretch/>
          </p:blipFill>
          <p:spPr>
            <a:xfrm>
              <a:off x="9752" y="255633"/>
              <a:ext cx="7549923" cy="9999797"/>
            </a:xfrm>
            <a:prstGeom prst="rect">
              <a:avLst/>
            </a:prstGeom>
          </p:spPr>
        </p:pic>
        <p:pic>
          <p:nvPicPr>
            <p:cNvPr id="389" name="图片 13"/>
            <p:cNvPicPr>
              <a:picLocks noChangeAspect="1"/>
            </p:cNvPicPr>
            <p:nvPr/>
          </p:nvPicPr>
          <p:blipFill>
            <a:blip r:embed="rId4"/>
            <a:stretch>
              <a:fillRect/>
            </a:stretch>
          </p:blipFill>
          <p:spPr>
            <a:xfrm>
              <a:off x="2733503" y="958361"/>
              <a:ext cx="4803852" cy="183897"/>
            </a:xfrm>
            <a:prstGeom prst="rect">
              <a:avLst/>
            </a:prstGeom>
          </p:spPr>
        </p:pic>
        <p:pic>
          <p:nvPicPr>
            <p:cNvPr id="390" name="图片 14"/>
            <p:cNvPicPr>
              <a:picLocks noChangeAspect="1"/>
            </p:cNvPicPr>
            <p:nvPr/>
          </p:nvPicPr>
          <p:blipFill>
            <a:blip r:embed="rId5"/>
            <a:stretch>
              <a:fillRect/>
            </a:stretch>
          </p:blipFill>
          <p:spPr>
            <a:xfrm>
              <a:off x="2955317" y="489607"/>
              <a:ext cx="4480144" cy="476842"/>
            </a:xfrm>
            <a:prstGeom prst="rect">
              <a:avLst/>
            </a:prstGeom>
          </p:spPr>
        </p:pic>
      </p:grpSp>
      <p:sp>
        <p:nvSpPr>
          <p:cNvPr id="392" name="矩形 49"/>
          <p:cNvSpPr/>
          <p:nvPr/>
        </p:nvSpPr>
        <p:spPr>
          <a:xfrm rot="10800000">
            <a:off x="667039" y="7565721"/>
            <a:ext cx="6580387" cy="1847836"/>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93" name="矩形 44"/>
          <p:cNvSpPr/>
          <p:nvPr/>
        </p:nvSpPr>
        <p:spPr>
          <a:xfrm rot="10800000">
            <a:off x="6066069" y="4367431"/>
            <a:ext cx="1069874" cy="287463"/>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95" name="矩形 40"/>
          <p:cNvSpPr/>
          <p:nvPr/>
        </p:nvSpPr>
        <p:spPr>
          <a:xfrm rot="10800000">
            <a:off x="835046" y="4362037"/>
            <a:ext cx="1048430" cy="298253"/>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97" name="矩形 34"/>
          <p:cNvSpPr/>
          <p:nvPr/>
        </p:nvSpPr>
        <p:spPr>
          <a:xfrm rot="10800000">
            <a:off x="1113703" y="6979890"/>
            <a:ext cx="1803714" cy="330445"/>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99" name="矩形 38"/>
          <p:cNvSpPr/>
          <p:nvPr/>
        </p:nvSpPr>
        <p:spPr>
          <a:xfrm rot="10800000">
            <a:off x="4950001" y="6993738"/>
            <a:ext cx="1463115" cy="302747"/>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401" name="Title Placeholder 1"/>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活动风采</a:t>
            </a:r>
            <a:endParaRPr lang="en-CN" sz="3200"/>
          </a:p>
        </p:txBody>
      </p:sp>
      <p:sp>
        <p:nvSpPr>
          <p:cNvPr id="402" name="矩形 70"/>
          <p:cNvSpPr/>
          <p:nvPr/>
        </p:nvSpPr>
        <p:spPr>
          <a:xfrm rot="10800000">
            <a:off x="-5" y="1946956"/>
            <a:ext cx="7540170" cy="439431"/>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403" name="Title Placeholder 1"/>
          <p:cNvSpPr txBox="1"/>
          <p:nvPr/>
        </p:nvSpPr>
        <p:spPr>
          <a:xfrm>
            <a:off x="6099321" y="4216255"/>
            <a:ext cx="839029" cy="589816"/>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1500" b="0" dirty="0">
                <a:solidFill>
                  <a:schemeClr val="tx1"/>
                </a:solidFill>
                <a:latin typeface="华文宋体" panose="02010600040101010101" pitchFamily="2" charset="-122"/>
                <a:ea typeface="华文宋体" panose="02010600040101010101" pitchFamily="2" charset="-122"/>
                <a:cs typeface="+mn-cs"/>
              </a:rPr>
              <a:t>题目讲解</a:t>
            </a:r>
            <a:endParaRPr lang="en-CN" sz="1500" b="0" dirty="0">
              <a:solidFill>
                <a:schemeClr val="tx1"/>
              </a:solidFill>
              <a:latin typeface="华文宋体" panose="02010600040101010101" pitchFamily="2" charset="-122"/>
              <a:ea typeface="华文宋体" panose="02010600040101010101" pitchFamily="2" charset="-122"/>
              <a:cs typeface="+mn-cs"/>
            </a:endParaRPr>
          </a:p>
        </p:txBody>
      </p:sp>
      <p:sp>
        <p:nvSpPr>
          <p:cNvPr id="404" name="Title Placeholder 1"/>
          <p:cNvSpPr txBox="1"/>
          <p:nvPr/>
        </p:nvSpPr>
        <p:spPr>
          <a:xfrm>
            <a:off x="860099" y="4216255"/>
            <a:ext cx="1048430" cy="589816"/>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1500" b="0" dirty="0">
                <a:solidFill>
                  <a:schemeClr val="tx1"/>
                </a:solidFill>
                <a:latin typeface="华文宋体" panose="02010600040101010101" pitchFamily="2" charset="-122"/>
                <a:ea typeface="华文宋体" panose="02010600040101010101" pitchFamily="2" charset="-122"/>
                <a:cs typeface="+mn-cs"/>
              </a:rPr>
              <a:t>正式赛</a:t>
            </a:r>
            <a:endParaRPr lang="en-CN" sz="1500" b="0" dirty="0">
              <a:solidFill>
                <a:schemeClr val="tx1"/>
              </a:solidFill>
              <a:latin typeface="华文宋体" panose="02010600040101010101" pitchFamily="2" charset="-122"/>
              <a:ea typeface="华文宋体" panose="02010600040101010101" pitchFamily="2" charset="-122"/>
              <a:cs typeface="+mn-cs"/>
            </a:endParaRPr>
          </a:p>
        </p:txBody>
      </p:sp>
      <p:sp>
        <p:nvSpPr>
          <p:cNvPr id="405" name="Title Placeholder 1"/>
          <p:cNvSpPr txBox="1"/>
          <p:nvPr/>
        </p:nvSpPr>
        <p:spPr>
          <a:xfrm>
            <a:off x="4950002" y="6850204"/>
            <a:ext cx="1719933" cy="589816"/>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1500" b="0" dirty="0">
                <a:solidFill>
                  <a:schemeClr val="tx1"/>
                </a:solidFill>
                <a:latin typeface="华文宋体" panose="02010600040101010101" pitchFamily="2" charset="-122"/>
                <a:ea typeface="华文宋体" panose="02010600040101010101" pitchFamily="2" charset="-122"/>
                <a:cs typeface="+mn-cs"/>
              </a:rPr>
              <a:t>颁奖典礼</a:t>
            </a:r>
            <a:endParaRPr lang="en-CN" sz="1500" b="0" dirty="0">
              <a:solidFill>
                <a:schemeClr val="tx1"/>
              </a:solidFill>
              <a:latin typeface="华文宋体" panose="02010600040101010101" pitchFamily="2" charset="-122"/>
              <a:ea typeface="华文宋体" panose="02010600040101010101" pitchFamily="2" charset="-122"/>
              <a:cs typeface="+mn-cs"/>
            </a:endParaRPr>
          </a:p>
        </p:txBody>
      </p:sp>
      <p:sp>
        <p:nvSpPr>
          <p:cNvPr id="406" name="文本框 26"/>
          <p:cNvSpPr txBox="1"/>
          <p:nvPr/>
        </p:nvSpPr>
        <p:spPr>
          <a:xfrm>
            <a:off x="671233" y="7555751"/>
            <a:ext cx="6480000" cy="2378215"/>
          </a:xfrm>
          <a:prstGeom prst="rect">
            <a:avLst/>
          </a:prstGeom>
          <a:noFill/>
        </p:spPr>
        <p:txBody>
          <a:bodyPr wrap="square">
            <a:spAutoFit/>
          </a:bodyPr>
          <a:lstStyle/>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地点：</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TA</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TD</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TXC</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TXA</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计算机教室                 </a:t>
            </a: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时间：</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 </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2026</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年</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4</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月</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12</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日 </a:t>
            </a:r>
            <a:endParaRPr lang="zh-CN" altLang="en-US" sz="1500" dirty="0"/>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选手：</a:t>
            </a:r>
            <a:r>
              <a:rPr lang="en-US" altLang="zh-CN" sz="1500" b="1" dirty="0">
                <a:solidFill>
                  <a:srgbClr val="C00000"/>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468</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余名</a:t>
            </a:r>
            <a:r>
              <a:rPr lang="zh-CN" altLang="en-US" sz="1500" dirty="0">
                <a:solidFill>
                  <a:schemeClr val="tx1"/>
                </a:solidFill>
                <a:latin typeface="华文宋体" panose="02010600040101010101" pitchFamily="2" charset="-122"/>
                <a:ea typeface="华文宋体" panose="02010600040101010101" pitchFamily="2" charset="-122"/>
              </a:rPr>
              <a:t>包括本科生、研究生、博士生以及中小学生在内的</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选手，</a:t>
            </a:r>
            <a:r>
              <a:rPr lang="zh-CN" altLang="en-US" sz="1500" dirty="0">
                <a:solidFill>
                  <a:schemeClr val="tx1"/>
                </a:solidFill>
                <a:latin typeface="华文宋体" panose="02010600040101010101" pitchFamily="2" charset="-122"/>
                <a:ea typeface="华文宋体" panose="02010600040101010101" pitchFamily="2" charset="-122"/>
              </a:rPr>
              <a:t>覆盖</a:t>
            </a:r>
            <a:r>
              <a:rPr lang="en-US" altLang="zh-CN" sz="1500" b="1" dirty="0">
                <a:solidFill>
                  <a:srgbClr val="C00000"/>
                </a:solidFill>
                <a:latin typeface="华文宋体" panose="02010600040101010101" pitchFamily="2" charset="-122"/>
                <a:ea typeface="华文宋体" panose="02010600040101010101" pitchFamily="2" charset="-122"/>
                <a:cs typeface="Times New Roman" panose="02020603050405020304"/>
              </a:rPr>
              <a:t>76</a:t>
            </a:r>
            <a:r>
              <a:rPr lang="zh-CN" altLang="en-US" sz="1500" dirty="0">
                <a:solidFill>
                  <a:schemeClr val="tx1"/>
                </a:solidFill>
                <a:latin typeface="华文宋体" panose="02010600040101010101" pitchFamily="2" charset="-122"/>
                <a:ea typeface="华文宋体" panose="02010600040101010101" pitchFamily="2" charset="-122"/>
              </a:rPr>
              <a:t>余所海内外高校</a:t>
            </a: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主办方：</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深圳河套学院、香港中文大学（深圳）联合主办</a:t>
            </a: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题量：</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12</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道题目</a:t>
            </a: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报名规则：</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Track A</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赛道、</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Track B</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赛道、</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Track C</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Track D</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赛道                 </a:t>
            </a: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赛制：</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单人赛，增设人工智能协同编程赛道（</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Track D</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endParaRPr lang="zh-CN" altLang="en-US" sz="1500" dirty="0"/>
          </a:p>
        </p:txBody>
      </p:sp>
      <p:cxnSp>
        <p:nvCxnSpPr>
          <p:cNvPr id="407" name="图形"/>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408" name="Title Placeholder 1"/>
          <p:cNvSpPr txBox="1"/>
          <p:nvPr/>
        </p:nvSpPr>
        <p:spPr>
          <a:xfrm>
            <a:off x="1117505" y="6850204"/>
            <a:ext cx="1842783" cy="589816"/>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1500" b="0" dirty="0">
                <a:solidFill>
                  <a:schemeClr val="tx1"/>
                </a:solidFill>
                <a:latin typeface="华文宋体" panose="02010600040101010101" pitchFamily="2" charset="-122"/>
                <a:ea typeface="华文宋体" panose="02010600040101010101" pitchFamily="2" charset="-122"/>
                <a:cs typeface="+mn-cs"/>
              </a:rPr>
              <a:t>比赛合影</a:t>
            </a:r>
            <a:endParaRPr lang="en-CN" sz="1500" b="0" dirty="0">
              <a:solidFill>
                <a:schemeClr val="tx1"/>
              </a:solidFill>
              <a:latin typeface="华文宋体" panose="02010600040101010101" pitchFamily="2" charset="-122"/>
              <a:ea typeface="华文宋体" panose="02010600040101010101" pitchFamily="2" charset="-122"/>
              <a:cs typeface="+mn-cs"/>
            </a:endParaRPr>
          </a:p>
        </p:txBody>
      </p:sp>
      <p:sp>
        <p:nvSpPr>
          <p:cNvPr id="409" name="Title Placeholder 1"/>
          <p:cNvSpPr txBox="1"/>
          <p:nvPr/>
        </p:nvSpPr>
        <p:spPr>
          <a:xfrm>
            <a:off x="1186552" y="1688710"/>
            <a:ext cx="5196323"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pPr algn="ctr"/>
            <a:r>
              <a:rPr lang="en-US" altLang="zh-CN" sz="2000" dirty="0">
                <a:latin typeface="+mj-ea"/>
                <a:ea typeface="+mj-ea"/>
              </a:rPr>
              <a:t>2026</a:t>
            </a:r>
            <a:r>
              <a:rPr lang="zh-CN" altLang="en-US" sz="2000" dirty="0">
                <a:latin typeface="+mj-ea"/>
                <a:ea typeface="+mj-ea"/>
              </a:rPr>
              <a:t>年粤港澳大湾区国际编程大赛</a:t>
            </a:r>
            <a:endParaRPr lang="en-CN" altLang="zh-CN" sz="2000" dirty="0">
              <a:latin typeface="+mj-ea"/>
              <a:ea typeface="+mj-ea"/>
            </a:endParaRPr>
          </a:p>
        </p:txBody>
      </p:sp>
      <p:sp>
        <p:nvSpPr>
          <p:cNvPr id="2" name="文本框 2">
            <a:extLst>
              <a:ext uri="{FF2B5EF4-FFF2-40B4-BE49-F238E27FC236}">
                <a16:creationId xmlns:a16="http://schemas.microsoft.com/office/drawing/2014/main" id="{7C34A253-62D5-A00B-FA81-0A71A0726CC6}"/>
              </a:ext>
            </a:extLst>
          </p:cNvPr>
          <p:cNvSpPr txBox="1"/>
          <p:nvPr/>
        </p:nvSpPr>
        <p:spPr>
          <a:xfrm>
            <a:off x="4778527" y="9557605"/>
            <a:ext cx="4633521" cy="323165"/>
          </a:xfrm>
          <a:prstGeom prst="rect">
            <a:avLst/>
          </a:prstGeom>
          <a:noFill/>
        </p:spPr>
        <p:txBody>
          <a:bodyPr/>
          <a:lstStyle/>
          <a:p>
            <a:r>
              <a:rPr sz="1500" lang="zh-CN"/>
              <a:t>19</a:t>
            </a:r>
          </a:p>
        </p:txBody>
      </p:sp>
      <p:pic>
        <p:nvPicPr>
          <p:cNvPr id="3" name="图片 29">
            <a:extLst>
              <a:ext uri="{FF2B5EF4-FFF2-40B4-BE49-F238E27FC236}">
                <a16:creationId xmlns:a16="http://schemas.microsoft.com/office/drawing/2014/main" id="{3C4E545C-6BBC-F8DF-E522-F80D88290FAE}"/>
              </a:ext>
            </a:extLst>
          </p:cNvPr>
          <p:cNvPicPr>
            <a:picLocks noChangeAspect="1"/>
          </p:cNvPicPr>
          <p:nvPr/>
        </p:nvPicPr>
        <p:blipFill>
          <a:blip r:embed="rId6" cstate="print"/>
          <a:stretch>
            <a:fillRect/>
          </a:stretch>
        </p:blipFill>
        <p:spPr>
          <a:xfrm>
            <a:off x="1336928" y="196268"/>
            <a:ext cx="6637825" cy="925594"/>
          </a:xfrm>
          <a:prstGeom prst="rect">
            <a:avLst/>
          </a:prstGeom>
        </p:spPr>
      </p:pic>
      <p:pic>
        <p:nvPicPr>
          <p:cNvPr id="9" name="Picture 8">
            <a:extLst>
              <a:ext uri="{FF2B5EF4-FFF2-40B4-BE49-F238E27FC236}">
                <a16:creationId xmlns:a16="http://schemas.microsoft.com/office/drawing/2014/main" id="{C77A33C4-E7DD-4541-9BF7-B8C45527ACE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13301" y="4919555"/>
            <a:ext cx="2956779" cy="1971186"/>
          </a:xfrm>
          <a:prstGeom prst="rect">
            <a:avLst/>
          </a:prstGeom>
        </p:spPr>
      </p:pic>
      <p:pic>
        <p:nvPicPr>
          <p:cNvPr id="11" name="Picture 10">
            <a:extLst>
              <a:ext uri="{FF2B5EF4-FFF2-40B4-BE49-F238E27FC236}">
                <a16:creationId xmlns:a16="http://schemas.microsoft.com/office/drawing/2014/main" id="{81AF86D5-B848-2089-A62E-5C67A8CFFE4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331578" y="4986079"/>
            <a:ext cx="2956779" cy="1971186"/>
          </a:xfrm>
          <a:prstGeom prst="rect">
            <a:avLst/>
          </a:prstGeom>
        </p:spPr>
      </p:pic>
      <p:pic>
        <p:nvPicPr>
          <p:cNvPr id="5" name="Picture 4">
            <a:extLst>
              <a:ext uri="{FF2B5EF4-FFF2-40B4-BE49-F238E27FC236}">
                <a16:creationId xmlns:a16="http://schemas.microsoft.com/office/drawing/2014/main" id="{A30A3E7D-4B4A-A35F-4738-F1D28F2A9182}"/>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178026" y="3422291"/>
            <a:ext cx="3134513" cy="2089675"/>
          </a:xfrm>
          <a:prstGeom prst="rect">
            <a:avLst/>
          </a:prstGeom>
        </p:spPr>
      </p:pic>
      <p:pic>
        <p:nvPicPr>
          <p:cNvPr id="415" name="图片 23"/>
          <p:cNvPicPr>
            <a:picLocks noChangeAspect="1"/>
          </p:cNvPicPr>
          <p:nvPr/>
        </p:nvPicPr>
        <p:blipFill>
          <a:blip r:embed="rId10" cstate="print"/>
          <a:stretch>
            <a:fillRect/>
          </a:stretch>
        </p:blipFill>
        <p:spPr>
          <a:xfrm>
            <a:off x="835046" y="2638457"/>
            <a:ext cx="2521929" cy="1689667"/>
          </a:xfrm>
          <a:prstGeom prst="rect">
            <a:avLst/>
          </a:prstGeom>
          <a:effectLst>
            <a:outerShdw blurRad="254000" dist="38100" dir="13500000" algn="br" rotWithShape="0">
              <a:srgbClr val="441D85">
                <a:alpha val="40000"/>
              </a:srgbClr>
            </a:outerShdw>
          </a:effectLst>
        </p:spPr>
      </p:pic>
      <p:pic>
        <p:nvPicPr>
          <p:cNvPr id="7" name="Picture 6">
            <a:extLst>
              <a:ext uri="{FF2B5EF4-FFF2-40B4-BE49-F238E27FC236}">
                <a16:creationId xmlns:a16="http://schemas.microsoft.com/office/drawing/2014/main" id="{154C062C-33B5-3364-3B50-42E1FE2CDAF2}"/>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303175" y="2622027"/>
            <a:ext cx="2578552" cy="171903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7" name="组合 10"/>
          <p:cNvGrpSpPr/>
          <p:nvPr/>
        </p:nvGrpSpPr>
        <p:grpSpPr>
          <a:xfrm>
            <a:off x="9752" y="270751"/>
            <a:ext cx="7549923" cy="9999797"/>
            <a:chOff x="9752" y="255633"/>
            <a:chExt cx="7549923" cy="9999797"/>
          </a:xfrm>
        </p:grpSpPr>
        <p:pic>
          <p:nvPicPr>
            <p:cNvPr id="438" name="图片 11"/>
            <p:cNvPicPr>
              <a:picLocks noChangeAspect="1"/>
            </p:cNvPicPr>
            <p:nvPr/>
          </p:nvPicPr>
          <p:blipFill>
            <a:blip r:embed="rId3"/>
            <a:srcRect r="1505"/>
            <a:stretch/>
          </p:blipFill>
          <p:spPr>
            <a:xfrm>
              <a:off x="9752" y="255633"/>
              <a:ext cx="7549923" cy="9999797"/>
            </a:xfrm>
            <a:prstGeom prst="rect">
              <a:avLst/>
            </a:prstGeom>
          </p:spPr>
        </p:pic>
        <p:pic>
          <p:nvPicPr>
            <p:cNvPr id="439" name="图片 12"/>
            <p:cNvPicPr>
              <a:picLocks noChangeAspect="1"/>
            </p:cNvPicPr>
            <p:nvPr/>
          </p:nvPicPr>
          <p:blipFill>
            <a:blip r:embed="rId4"/>
            <a:stretch>
              <a:fillRect/>
            </a:stretch>
          </p:blipFill>
          <p:spPr>
            <a:xfrm>
              <a:off x="2733503" y="958361"/>
              <a:ext cx="4803852" cy="183897"/>
            </a:xfrm>
            <a:prstGeom prst="rect">
              <a:avLst/>
            </a:prstGeom>
          </p:spPr>
        </p:pic>
        <p:pic>
          <p:nvPicPr>
            <p:cNvPr id="440" name="图片 13"/>
            <p:cNvPicPr>
              <a:picLocks noChangeAspect="1"/>
            </p:cNvPicPr>
            <p:nvPr/>
          </p:nvPicPr>
          <p:blipFill>
            <a:blip r:embed="rId5"/>
            <a:stretch>
              <a:fillRect/>
            </a:stretch>
          </p:blipFill>
          <p:spPr>
            <a:xfrm>
              <a:off x="2955317" y="489607"/>
              <a:ext cx="4480144" cy="476842"/>
            </a:xfrm>
            <a:prstGeom prst="rect">
              <a:avLst/>
            </a:prstGeom>
          </p:spPr>
        </p:pic>
      </p:grpSp>
      <p:sp>
        <p:nvSpPr>
          <p:cNvPr id="441" name="图形"/>
          <p:cNvSpPr/>
          <p:nvPr/>
        </p:nvSpPr>
        <p:spPr>
          <a:xfrm>
            <a:off x="4363500" y="2241675"/>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442" name="图形"/>
          <p:cNvSpPr/>
          <p:nvPr/>
        </p:nvSpPr>
        <p:spPr>
          <a:xfrm>
            <a:off x="4675166" y="7655841"/>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443" name="图形"/>
          <p:cNvSpPr/>
          <p:nvPr/>
        </p:nvSpPr>
        <p:spPr>
          <a:xfrm>
            <a:off x="376597" y="4865343"/>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444" name="Title Placeholder 1"/>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活动风采</a:t>
            </a:r>
            <a:endParaRPr lang="en-CN" sz="3200"/>
          </a:p>
        </p:txBody>
      </p:sp>
      <p:sp>
        <p:nvSpPr>
          <p:cNvPr id="445" name="矩形 70"/>
          <p:cNvSpPr/>
          <p:nvPr/>
        </p:nvSpPr>
        <p:spPr>
          <a:xfrm rot="10800000">
            <a:off x="-4249" y="4329670"/>
            <a:ext cx="7540170" cy="421797"/>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446" name="Title Placeholder 1"/>
          <p:cNvSpPr txBox="1"/>
          <p:nvPr/>
        </p:nvSpPr>
        <p:spPr>
          <a:xfrm>
            <a:off x="1397323" y="4034539"/>
            <a:ext cx="4774781"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pPr algn="ctr"/>
            <a:r>
              <a:rPr lang="zh-CN" altLang="en-US" sz="2000" dirty="0">
                <a:latin typeface="+mj-ea"/>
                <a:ea typeface="+mj-ea"/>
              </a:rPr>
              <a:t>计算机专业课复习讲座</a:t>
            </a:r>
            <a:endParaRPr lang="en-CN" sz="2000">
              <a:latin typeface="+mj-ea"/>
              <a:ea typeface="+mj-ea"/>
            </a:endParaRPr>
          </a:p>
        </p:txBody>
      </p:sp>
      <p:pic>
        <p:nvPicPr>
          <p:cNvPr id="447" name="IMG_5599.jpeg" descr="IMG_5599.jpeg"/>
          <p:cNvPicPr>
            <a:picLocks noChangeAspect="1"/>
          </p:cNvPicPr>
          <p:nvPr/>
        </p:nvPicPr>
        <p:blipFill rotWithShape="1">
          <a:blip r:embed="rId6"/>
          <a:srcRect t="4241"/>
          <a:stretch/>
        </p:blipFill>
        <p:spPr>
          <a:xfrm>
            <a:off x="1243488" y="4767916"/>
            <a:ext cx="3107306" cy="2231644"/>
          </a:xfrm>
          <a:prstGeom prst="rect">
            <a:avLst/>
          </a:prstGeom>
          <a:ln w="12700">
            <a:miter lim="400000"/>
            <a:headEnd/>
            <a:tailEnd/>
          </a:ln>
          <a:effectLst>
            <a:outerShdw blurRad="76200" dist="38100" algn="l" rotWithShape="0">
              <a:prstClr val="black">
                <a:alpha val="55000"/>
              </a:prstClr>
            </a:outerShdw>
          </a:effectLst>
        </p:spPr>
      </p:pic>
      <p:pic>
        <p:nvPicPr>
          <p:cNvPr id="448" name="IMG_5594(20211217-191036).jpeg" descr="IMG_5594(20211217-191036).jpeg"/>
          <p:cNvPicPr>
            <a:picLocks noChangeAspect="1"/>
          </p:cNvPicPr>
          <p:nvPr/>
        </p:nvPicPr>
        <p:blipFill>
          <a:blip r:embed="rId7"/>
          <a:stretch>
            <a:fillRect/>
          </a:stretch>
        </p:blipFill>
        <p:spPr>
          <a:xfrm>
            <a:off x="4532153" y="4800741"/>
            <a:ext cx="1730074" cy="973168"/>
          </a:xfrm>
          <a:prstGeom prst="rect">
            <a:avLst/>
          </a:prstGeom>
          <a:ln w="12700">
            <a:miter lim="400000"/>
            <a:headEnd/>
            <a:tailEnd/>
          </a:ln>
          <a:effectLst>
            <a:outerShdw blurRad="76200" dist="38100" dir="10800000" algn="r" rotWithShape="0">
              <a:prstClr val="black">
                <a:alpha val="55000"/>
              </a:prstClr>
            </a:outerShdw>
          </a:effectLst>
        </p:spPr>
      </p:pic>
      <p:pic>
        <p:nvPicPr>
          <p:cNvPr id="449" name="IMG_5607.jpeg" descr="IMG_5607.jpeg"/>
          <p:cNvPicPr>
            <a:picLocks noChangeAspect="1"/>
          </p:cNvPicPr>
          <p:nvPr/>
        </p:nvPicPr>
        <p:blipFill rotWithShape="1">
          <a:blip r:embed="rId8"/>
          <a:srcRect t="9916" r="7152" b="14495"/>
          <a:stretch/>
        </p:blipFill>
        <p:spPr>
          <a:xfrm>
            <a:off x="4532154" y="5894425"/>
            <a:ext cx="1737711" cy="1061018"/>
          </a:xfrm>
          <a:prstGeom prst="rect">
            <a:avLst/>
          </a:prstGeom>
          <a:ln w="12700">
            <a:miter lim="400000"/>
            <a:headEnd/>
            <a:tailEnd/>
          </a:ln>
          <a:effectLst>
            <a:outerShdw blurRad="76200" dist="38100" dir="10800000" algn="r" rotWithShape="0">
              <a:prstClr val="black">
                <a:alpha val="55000"/>
              </a:prstClr>
            </a:outerShdw>
          </a:effectLst>
        </p:spPr>
      </p:pic>
      <p:cxnSp>
        <p:nvCxnSpPr>
          <p:cNvPr id="452" name="图形"/>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pic>
        <p:nvPicPr>
          <p:cNvPr id="455" name="IMG_0628.jpeg" descr="IMG_0628.jpeg"/>
          <p:cNvPicPr>
            <a:picLocks noChangeAspect="1"/>
          </p:cNvPicPr>
          <p:nvPr/>
        </p:nvPicPr>
        <p:blipFill>
          <a:blip r:embed="rId9"/>
          <a:stretch>
            <a:fillRect/>
          </a:stretch>
        </p:blipFill>
        <p:spPr>
          <a:xfrm>
            <a:off x="1307632" y="7664363"/>
            <a:ext cx="2398921" cy="1790132"/>
          </a:xfrm>
          <a:prstGeom prst="rect">
            <a:avLst/>
          </a:prstGeom>
          <a:ln w="12700">
            <a:miter lim="400000"/>
            <a:headEnd/>
            <a:tailEnd/>
          </a:ln>
          <a:effectLst>
            <a:outerShdw blurRad="76200" dist="38100" algn="l" rotWithShape="0">
              <a:prstClr val="black">
                <a:alpha val="55000"/>
              </a:prstClr>
            </a:outerShdw>
          </a:effectLst>
        </p:spPr>
      </p:pic>
      <p:pic>
        <p:nvPicPr>
          <p:cNvPr id="456" name="IMG_0630.jpeg" descr="IMG_0630.jpeg"/>
          <p:cNvPicPr>
            <a:picLocks noChangeAspect="1"/>
          </p:cNvPicPr>
          <p:nvPr/>
        </p:nvPicPr>
        <p:blipFill>
          <a:blip r:embed="rId10"/>
          <a:stretch>
            <a:fillRect/>
          </a:stretch>
        </p:blipFill>
        <p:spPr>
          <a:xfrm>
            <a:off x="3926882" y="7662240"/>
            <a:ext cx="2398921" cy="1791195"/>
          </a:xfrm>
          <a:prstGeom prst="rect">
            <a:avLst/>
          </a:prstGeom>
          <a:ln w="12700">
            <a:miter lim="400000"/>
            <a:headEnd/>
            <a:tailEnd/>
          </a:ln>
          <a:effectLst>
            <a:outerShdw blurRad="76200" dist="38100" dir="10800000" algn="r" rotWithShape="0">
              <a:prstClr val="black">
                <a:alpha val="55000"/>
              </a:prstClr>
            </a:outerShdw>
          </a:effectLst>
        </p:spPr>
      </p:pic>
      <p:sp>
        <p:nvSpPr>
          <p:cNvPr id="457" name="矩形 29"/>
          <p:cNvSpPr/>
          <p:nvPr/>
        </p:nvSpPr>
        <p:spPr>
          <a:xfrm rot="10800000">
            <a:off x="2320" y="7227359"/>
            <a:ext cx="7540170" cy="41552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458" name="Title Placeholder 1"/>
          <p:cNvSpPr txBox="1"/>
          <p:nvPr/>
        </p:nvSpPr>
        <p:spPr>
          <a:xfrm>
            <a:off x="1397323" y="6941066"/>
            <a:ext cx="4774781"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pPr algn="ctr"/>
            <a:r>
              <a:rPr lang="zh-CN" altLang="en-US" sz="2000">
                <a:latin typeface="+mj-ea"/>
                <a:ea typeface="+mj-ea"/>
              </a:rPr>
              <a:t>学术沙龙与研讨会</a:t>
            </a:r>
            <a:endParaRPr sz="2000"/>
          </a:p>
        </p:txBody>
      </p:sp>
      <p:pic>
        <p:nvPicPr>
          <p:cNvPr id="459" name="图片 14"/>
          <p:cNvPicPr>
            <a:picLocks noChangeAspect="1"/>
          </p:cNvPicPr>
          <p:nvPr/>
        </p:nvPicPr>
        <p:blipFill>
          <a:blip r:embed="rId11" cstate="print"/>
          <a:stretch>
            <a:fillRect/>
          </a:stretch>
        </p:blipFill>
        <p:spPr>
          <a:xfrm>
            <a:off x="-401919" y="196268"/>
            <a:ext cx="6637825" cy="925594"/>
          </a:xfrm>
          <a:prstGeom prst="rect">
            <a:avLst/>
          </a:prstGeom>
        </p:spPr>
      </p:pic>
      <p:sp>
        <p:nvSpPr>
          <p:cNvPr id="460" name="文本框 15"/>
          <p:cNvSpPr txBox="1"/>
          <p:nvPr/>
        </p:nvSpPr>
        <p:spPr>
          <a:xfrm>
            <a:off x="-1817145" y="9557605"/>
            <a:ext cx="4633521" cy="323165"/>
          </a:xfrm>
          <a:prstGeom prst="rect">
            <a:avLst/>
          </a:prstGeom>
          <a:noFill/>
        </p:spPr>
        <p:txBody>
          <a:bodyPr/>
          <a:lstStyle/>
          <a:p>
            <a:r>
              <a:rPr sz="1500" lang="zh-CN"/>
              <a:t>20</a:t>
            </a:r>
          </a:p>
        </p:txBody>
      </p:sp>
      <p:sp>
        <p:nvSpPr>
          <p:cNvPr id="470" name="矩形 70"/>
          <p:cNvSpPr/>
          <p:nvPr/>
        </p:nvSpPr>
        <p:spPr>
          <a:xfrm rot="10800000">
            <a:off x="-4249" y="1907991"/>
            <a:ext cx="7540170" cy="418411"/>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471" name="Title Placeholder 1"/>
          <p:cNvSpPr txBox="1"/>
          <p:nvPr/>
        </p:nvSpPr>
        <p:spPr>
          <a:xfrm>
            <a:off x="852849" y="1600664"/>
            <a:ext cx="5863728"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pPr algn="ctr"/>
            <a:r>
              <a:rPr lang="zh-CN" altLang="en-US" sz="2000" dirty="0">
                <a:latin typeface="+mj-ea"/>
                <a:ea typeface="+mj-ea"/>
              </a:rPr>
              <a:t>香港中文大学</a:t>
            </a:r>
            <a:r>
              <a:rPr lang="en-US" altLang="zh-CN" sz="2000" dirty="0">
                <a:latin typeface="+mj-ea"/>
                <a:ea typeface="+mj-ea"/>
              </a:rPr>
              <a:t>(</a:t>
            </a:r>
            <a:r>
              <a:rPr lang="zh-CN" altLang="en-US" sz="2000" dirty="0">
                <a:latin typeface="+mj-ea"/>
                <a:ea typeface="+mj-ea"/>
              </a:rPr>
              <a:t>深圳</a:t>
            </a:r>
            <a:r>
              <a:rPr lang="en-US" altLang="zh-CN" sz="2000" dirty="0">
                <a:latin typeface="+mj-ea"/>
                <a:ea typeface="+mj-ea"/>
              </a:rPr>
              <a:t>) </a:t>
            </a:r>
            <a:r>
              <a:rPr lang="zh-CN" altLang="en-US" sz="2000" dirty="0">
                <a:latin typeface="+mj-ea"/>
                <a:ea typeface="+mj-ea"/>
              </a:rPr>
              <a:t>附属学校编程辅导</a:t>
            </a:r>
            <a:endParaRPr lang="en-CN" sz="2000">
              <a:latin typeface="+mj-ea"/>
              <a:ea typeface="+mj-ea"/>
            </a:endParaRPr>
          </a:p>
        </p:txBody>
      </p:sp>
      <p:pic>
        <p:nvPicPr>
          <p:cNvPr id="472" name="图片 11"/>
          <p:cNvPicPr>
            <a:picLocks noChangeAspect="1"/>
          </p:cNvPicPr>
          <p:nvPr/>
        </p:nvPicPr>
        <p:blipFill>
          <a:blip r:embed="rId12" cstate="print"/>
          <a:srcRect t="8479"/>
          <a:stretch>
            <a:fillRect/>
          </a:stretch>
        </p:blipFill>
        <p:spPr>
          <a:xfrm>
            <a:off x="872028" y="2367418"/>
            <a:ext cx="2555157" cy="1753881"/>
          </a:xfrm>
          <a:prstGeom prst="rect">
            <a:avLst/>
          </a:prstGeom>
          <a:effectLst>
            <a:outerShdw blurRad="88900" dist="38100" dir="18900000" algn="bl" rotWithShape="0">
              <a:prstClr val="black">
                <a:alpha val="55000"/>
              </a:prstClr>
            </a:outerShdw>
          </a:effectLst>
        </p:spPr>
      </p:pic>
      <p:pic>
        <p:nvPicPr>
          <p:cNvPr id="473" name="图片 12"/>
          <p:cNvPicPr>
            <a:picLocks noChangeAspect="1"/>
          </p:cNvPicPr>
          <p:nvPr/>
        </p:nvPicPr>
        <p:blipFill>
          <a:blip r:embed="rId13" cstate="print"/>
          <a:stretch>
            <a:fillRect/>
          </a:stretch>
        </p:blipFill>
        <p:spPr>
          <a:xfrm>
            <a:off x="3810607" y="2342931"/>
            <a:ext cx="2640297" cy="1760198"/>
          </a:xfrm>
          <a:prstGeom prst="rect">
            <a:avLst/>
          </a:prstGeom>
          <a:effectLst>
            <a:outerShdw blurRad="38100" dist="38100" dir="13500000" algn="br" rotWithShape="0">
              <a:prstClr val="black">
                <a:alpha val="55000"/>
              </a:prst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9" name="组合 4"/>
          <p:cNvGrpSpPr/>
          <p:nvPr/>
        </p:nvGrpSpPr>
        <p:grpSpPr>
          <a:xfrm>
            <a:off x="9752" y="255633"/>
            <a:ext cx="7549923" cy="9999797"/>
            <a:chOff x="9752" y="255633"/>
            <a:chExt cx="7549923" cy="9999797"/>
          </a:xfrm>
        </p:grpSpPr>
        <p:pic>
          <p:nvPicPr>
            <p:cNvPr id="120" name="图片 5"/>
            <p:cNvPicPr>
              <a:picLocks noChangeAspect="1"/>
            </p:cNvPicPr>
            <p:nvPr/>
          </p:nvPicPr>
          <p:blipFill>
            <a:blip r:embed="rId3"/>
            <a:srcRect r="1505"/>
            <a:stretch/>
          </p:blipFill>
          <p:spPr>
            <a:xfrm>
              <a:off x="9752" y="255633"/>
              <a:ext cx="7549923" cy="9999797"/>
            </a:xfrm>
            <a:prstGeom prst="rect">
              <a:avLst/>
            </a:prstGeom>
          </p:spPr>
        </p:pic>
        <p:pic>
          <p:nvPicPr>
            <p:cNvPr id="121" name="图片 6"/>
            <p:cNvPicPr>
              <a:picLocks noChangeAspect="1"/>
            </p:cNvPicPr>
            <p:nvPr/>
          </p:nvPicPr>
          <p:blipFill>
            <a:blip r:embed="rId4"/>
            <a:stretch>
              <a:fillRect/>
            </a:stretch>
          </p:blipFill>
          <p:spPr>
            <a:xfrm>
              <a:off x="2733503" y="958361"/>
              <a:ext cx="4803852" cy="183897"/>
            </a:xfrm>
            <a:prstGeom prst="rect">
              <a:avLst/>
            </a:prstGeom>
          </p:spPr>
        </p:pic>
        <p:pic>
          <p:nvPicPr>
            <p:cNvPr id="122" name="图片 7"/>
            <p:cNvPicPr>
              <a:picLocks noChangeAspect="1"/>
            </p:cNvPicPr>
            <p:nvPr/>
          </p:nvPicPr>
          <p:blipFill>
            <a:blip r:embed="rId5"/>
            <a:stretch>
              <a:fillRect/>
            </a:stretch>
          </p:blipFill>
          <p:spPr>
            <a:xfrm>
              <a:off x="2955317" y="489607"/>
              <a:ext cx="4480144" cy="476842"/>
            </a:xfrm>
            <a:prstGeom prst="rect">
              <a:avLst/>
            </a:prstGeom>
          </p:spPr>
        </p:pic>
      </p:grpSp>
      <p:sp>
        <p:nvSpPr>
          <p:cNvPr id="123" name="矩形 48"/>
          <p:cNvSpPr/>
          <p:nvPr/>
        </p:nvSpPr>
        <p:spPr>
          <a:xfrm rot="5400000" flipH="1">
            <a:off x="2252301" y="73895"/>
            <a:ext cx="3486789" cy="7127958"/>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124" name="Title Placeholder 1"/>
          <p:cNvSpPr txBox="1"/>
          <p:nvPr/>
        </p:nvSpPr>
        <p:spPr>
          <a:xfrm>
            <a:off x="594000" y="954000"/>
            <a:ext cx="6322894"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曾获</a:t>
            </a:r>
            <a:r>
              <a:rPr lang="en-US" altLang="zh-CN" sz="3200" dirty="0"/>
              <a:t>ICPC/CCPC</a:t>
            </a:r>
            <a:r>
              <a:rPr lang="zh-CN" altLang="en-US" sz="3200" dirty="0"/>
              <a:t>奖项队员</a:t>
            </a:r>
            <a:endParaRPr lang="en-CN" sz="3200"/>
          </a:p>
        </p:txBody>
      </p:sp>
      <p:sp>
        <p:nvSpPr>
          <p:cNvPr id="125" name="Title Placeholder 1"/>
          <p:cNvSpPr txBox="1"/>
          <p:nvPr/>
        </p:nvSpPr>
        <p:spPr>
          <a:xfrm>
            <a:off x="697596" y="1609991"/>
            <a:ext cx="7274290"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endParaRPr lang="en-CN" sz="2646" b="0">
              <a:latin typeface="+mj-ea"/>
              <a:ea typeface="+mj-ea"/>
            </a:endParaRPr>
          </a:p>
        </p:txBody>
      </p:sp>
      <p:graphicFrame>
        <p:nvGraphicFramePr>
          <p:cNvPr id="126" name="表格 28"/>
          <p:cNvGraphicFramePr/>
          <p:nvPr>
            <p:extLst>
              <p:ext uri="{D42A27DB-BD31-4B8C-83A1-F6EECF244321}">
                <p14:modId xmlns:p14="http://schemas.microsoft.com/office/powerpoint/2010/main" val="4055856655"/>
              </p:ext>
            </p:extLst>
          </p:nvPr>
        </p:nvGraphicFramePr>
        <p:xfrm>
          <a:off x="825773" y="2063421"/>
          <a:ext cx="6339845" cy="7455443"/>
        </p:xfrm>
        <a:graphic>
          <a:graphicData uri="http://schemas.openxmlformats.org/drawingml/2006/table">
            <a:tbl>
              <a:tblPr>
                <a:tableStyleId>{5940675A-B579-460E-94D1-54222C63F5DA}</a:tableStyleId>
              </a:tblPr>
              <a:tblGrid>
                <a:gridCol w="1461904">
                  <a:extLst>
                    <a:ext uri="{9D8B030D-6E8A-4147-A177-3AD203B41FA5}">
                      <a16:colId xmlns:a16="http://schemas.microsoft.com/office/drawing/2014/main" val="1"/>
                    </a:ext>
                  </a:extLst>
                </a:gridCol>
                <a:gridCol w="703714">
                  <a:extLst>
                    <a:ext uri="{9D8B030D-6E8A-4147-A177-3AD203B41FA5}">
                      <a16:colId xmlns:a16="http://schemas.microsoft.com/office/drawing/2014/main" val="2"/>
                    </a:ext>
                  </a:extLst>
                </a:gridCol>
                <a:gridCol w="1402375">
                  <a:extLst>
                    <a:ext uri="{9D8B030D-6E8A-4147-A177-3AD203B41FA5}">
                      <a16:colId xmlns:a16="http://schemas.microsoft.com/office/drawing/2014/main" val="3"/>
                    </a:ext>
                  </a:extLst>
                </a:gridCol>
                <a:gridCol w="2771852">
                  <a:extLst>
                    <a:ext uri="{9D8B030D-6E8A-4147-A177-3AD203B41FA5}">
                      <a16:colId xmlns:a16="http://schemas.microsoft.com/office/drawing/2014/main" val="4"/>
                    </a:ext>
                  </a:extLst>
                </a:gridCol>
              </a:tblGrid>
              <a:tr h="277818">
                <a:tc>
                  <a:txBody>
                    <a:bodyPr/>
                    <a:lstStyle/>
                    <a:p>
                      <a:r>
                        <a:rPr lang="zh-CN"/>
                        <a:t>姓名</a:t>
                      </a:r>
                    </a:p>
                  </a:txBody>
                  <a:tcPr marL="8865" marR="8865" marT="8865" marB="0" anchor="ctr"/>
                </a:tc>
                <a:tc>
                  <a:txBody>
                    <a:bodyPr/>
                    <a:lstStyle/>
                    <a:p>
                      <a:r>
                        <a:rPr lang="zh-CN"/>
                        <a:t>年级</a:t>
                      </a:r>
                    </a:p>
                  </a:txBody>
                  <a:tcPr marL="8865" marR="8865" marT="8865" marB="0" anchor="ctr"/>
                </a:tc>
                <a:tc>
                  <a:txBody>
                    <a:bodyPr/>
                    <a:lstStyle/>
                    <a:p>
                      <a:r>
                        <a:rPr lang="zh-CN"/>
                        <a:t>学院</a:t>
                      </a:r>
                    </a:p>
                  </a:txBody>
                  <a:tcPr marL="8865" marR="8865" marT="8865" marB="0" anchor="ctr"/>
                </a:tc>
                <a:tc>
                  <a:txBody>
                    <a:bodyPr/>
                    <a:lstStyle/>
                    <a:p>
                      <a:r>
                        <a:rPr lang="zh-CN"/>
                        <a:t>代表性成绩</a:t>
                      </a:r>
                    </a:p>
                  </a:txBody>
                  <a:tcPr marL="8865" marR="8865" marT="8865" marB="0" anchor="ctr"/>
                </a:tc>
                <a:extLst>
                  <a:ext uri="{0D108BD9-81ED-4DB2-BD59-A6C34878D82A}">
                    <a16:rowId xmlns:a16="http://schemas.microsoft.com/office/drawing/2014/main" val="1"/>
                  </a:ext>
                </a:extLst>
              </a:tr>
              <a:tr h="386650">
                <a:tc>
                  <a:txBody>
                    <a:bodyPr/>
                    <a:lstStyle/>
                    <a:p>
                      <a:r>
                        <a:rPr sz="1220" lang="zh-CN"/>
                        <a:t>周莫非</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2025级</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数据科学学院</a:t>
                      </a:r>
                    </a:p>
                  </a:txBody>
                  <a:tcPr marL="7000" marR="7000" marT="7000" marB="0" anchor="ctr"/>
                </a:tc>
                <a:tc>
                  <a:txBody>
                    <a:bodyPr/>
                    <a:lstStyle/>
                    <a:p>
                      <a:r>
                        <a:rPr sz="1220" lang="zh-CN"/>
                        <a:t>进入 ICPC 世界总决赛、ICPC EC Final 金奖、CCPC 金奖、广东省赛冠军</a:t>
                      </a:r>
                    </a:p>
                  </a:txBody>
                  <a:tcPr marL="8865" marR="8865" marT="8865" marB="0" anchor="ctr"/>
                </a:tc>
                <a:extLst>
                  <a:ext uri="{0D108BD9-81ED-4DB2-BD59-A6C34878D82A}">
                    <a16:rowId xmlns:a16="http://schemas.microsoft.com/office/drawing/2014/main" val="2"/>
                  </a:ext>
                </a:extLst>
              </a:tr>
              <a:tr h="386650">
                <a:tc>
                  <a:txBody>
                    <a:bodyPr/>
                    <a:lstStyle/>
                    <a:p>
                      <a:r>
                        <a:rPr sz="1220" lang="zh-CN"/>
                        <a:t>陈嘉年</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2025级</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数据科学学院</a:t>
                      </a:r>
                    </a:p>
                  </a:txBody>
                  <a:tcPr marL="7000" marR="7000" marT="7000" marB="0" anchor="ctr"/>
                </a:tc>
                <a:tc>
                  <a:txBody>
                    <a:bodyPr/>
                    <a:lstStyle/>
                    <a:p>
                      <a:r>
                        <a:rPr sz="1220" lang="zh-CN"/>
                        <a:t>进入 ICPC 世界总决赛、ICPC EC Final 金奖、CCPC 金奖、广东省赛冠军</a:t>
                      </a:r>
                    </a:p>
                  </a:txBody>
                  <a:tcPr marL="8865" marR="8865" marT="8865" marB="0" anchor="ctr"/>
                </a:tc>
                <a:extLst>
                  <a:ext uri="{0D108BD9-81ED-4DB2-BD59-A6C34878D82A}">
                    <a16:rowId xmlns:a16="http://schemas.microsoft.com/office/drawing/2014/main" val="2"/>
                  </a:ext>
                </a:extLst>
              </a:tr>
              <a:tr h="386650">
                <a:tc>
                  <a:txBody>
                    <a:bodyPr/>
                    <a:lstStyle/>
                    <a:p>
                      <a:r>
                        <a:rPr sz="1220" lang="zh-CN"/>
                        <a:t>苏祈骁</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2025级</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人工智能学院</a:t>
                      </a:r>
                    </a:p>
                  </a:txBody>
                  <a:tcPr marL="7000" marR="7000" marT="7000" marB="0" anchor="ctr"/>
                </a:tc>
                <a:tc>
                  <a:txBody>
                    <a:bodyPr/>
                    <a:lstStyle/>
                    <a:p>
                      <a:r>
                        <a:rPr sz="1220" lang="zh-CN"/>
                        <a:t>ICPC 银奖</a:t>
                      </a:r>
                    </a:p>
                  </a:txBody>
                  <a:tcPr marL="8865" marR="8865" marT="8865" marB="0" anchor="ctr"/>
                </a:tc>
                <a:extLst>
                  <a:ext uri="{0D108BD9-81ED-4DB2-BD59-A6C34878D82A}">
                    <a16:rowId xmlns:a16="http://schemas.microsoft.com/office/drawing/2014/main" val="2"/>
                  </a:ext>
                </a:extLst>
              </a:tr>
              <a:tr h="386650">
                <a:tc>
                  <a:txBody>
                    <a:bodyPr/>
                    <a:lstStyle/>
                    <a:p>
                      <a:r>
                        <a:rPr sz="1220" lang="zh-CN"/>
                        <a:t>欧奕阳</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2025级</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数据科学学院</a:t>
                      </a:r>
                    </a:p>
                  </a:txBody>
                  <a:tcPr marL="7000" marR="7000" marT="7000" marB="0" anchor="ctr"/>
                </a:tc>
                <a:tc>
                  <a:txBody>
                    <a:bodyPr/>
                    <a:lstStyle/>
                    <a:p>
                      <a:r>
                        <a:rPr sz="1220" lang="zh-CN"/>
                        <a:t>ICPC 银奖</a:t>
                      </a:r>
                    </a:p>
                  </a:txBody>
                  <a:tcPr marL="8865" marR="8865" marT="8865" marB="0" anchor="ctr"/>
                </a:tc>
                <a:extLst>
                  <a:ext uri="{0D108BD9-81ED-4DB2-BD59-A6C34878D82A}">
                    <a16:rowId xmlns:a16="http://schemas.microsoft.com/office/drawing/2014/main" val="2"/>
                  </a:ext>
                </a:extLst>
              </a:tr>
              <a:tr h="386650">
                <a:tc>
                  <a:txBody>
                    <a:bodyPr/>
                    <a:lstStyle/>
                    <a:p>
                      <a:r>
                        <a:rPr sz="1220" lang="zh-CN"/>
                        <a:t>余哲伟</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2025级</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数据科学学院</a:t>
                      </a:r>
                    </a:p>
                  </a:txBody>
                  <a:tcPr marL="7000" marR="7000" marT="7000" marB="0" anchor="ctr"/>
                </a:tc>
                <a:tc>
                  <a:txBody>
                    <a:bodyPr/>
                    <a:lstStyle/>
                    <a:p>
                      <a:r>
                        <a:rPr sz="1220" lang="zh-CN"/>
                        <a:t>CCPC 铜奖</a:t>
                      </a:r>
                    </a:p>
                  </a:txBody>
                  <a:tcPr marL="8865" marR="8865" marT="8865" marB="0" anchor="ctr"/>
                </a:tc>
                <a:extLst>
                  <a:ext uri="{0D108BD9-81ED-4DB2-BD59-A6C34878D82A}">
                    <a16:rowId xmlns:a16="http://schemas.microsoft.com/office/drawing/2014/main" val="2"/>
                  </a:ext>
                </a:extLst>
              </a:tr>
              <a:tr h="386650">
                <a:tc>
                  <a:txBody>
                    <a:bodyPr/>
                    <a:lstStyle/>
                    <a:p>
                      <a:r>
                        <a:rPr sz="1220" lang="zh-CN"/>
                        <a:t>许可捷</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2025级</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数据科学学院</a:t>
                      </a:r>
                    </a:p>
                  </a:txBody>
                  <a:tcPr marL="7000" marR="7000" marT="7000" marB="0" anchor="ctr"/>
                </a:tc>
                <a:tc>
                  <a:txBody>
                    <a:bodyPr/>
                    <a:lstStyle/>
                    <a:p>
                      <a:r>
                        <a:rPr sz="1220" lang="zh-CN"/>
                        <a:t>CCPC 铜奖</a:t>
                      </a:r>
                    </a:p>
                  </a:txBody>
                  <a:tcPr marL="8865" marR="8865" marT="8865" marB="0" anchor="ctr"/>
                </a:tc>
                <a:extLst>
                  <a:ext uri="{0D108BD9-81ED-4DB2-BD59-A6C34878D82A}">
                    <a16:rowId xmlns:a16="http://schemas.microsoft.com/office/drawing/2014/main" val="2"/>
                  </a:ext>
                </a:extLst>
              </a:tr>
              <a:tr h="386650">
                <a:tc>
                  <a:txBody>
                    <a:bodyPr/>
                    <a:lstStyle/>
                    <a:p>
                      <a:r>
                        <a:rPr sz="1220" lang="zh-CN"/>
                        <a:t>涂宵箫</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2024级</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数据科学学院</a:t>
                      </a:r>
                    </a:p>
                  </a:txBody>
                  <a:tcPr marL="7000" marR="7000" marT="7000" marB="0" anchor="ctr"/>
                </a:tc>
                <a:tc>
                  <a:txBody>
                    <a:bodyPr/>
                    <a:lstStyle/>
                    <a:p>
                      <a:r>
                        <a:rPr sz="1220" lang="zh-CN"/>
                        <a:t>ICPC 金奖、CCPC 女生赛冠军</a:t>
                      </a:r>
                    </a:p>
                  </a:txBody>
                  <a:tcPr marL="8865" marR="8865" marT="8865" marB="0" anchor="ctr"/>
                </a:tc>
                <a:extLst>
                  <a:ext uri="{0D108BD9-81ED-4DB2-BD59-A6C34878D82A}">
                    <a16:rowId xmlns:a16="http://schemas.microsoft.com/office/drawing/2014/main" val="2"/>
                  </a:ext>
                </a:extLst>
              </a:tr>
              <a:tr h="386650">
                <a:tc>
                  <a:txBody>
                    <a:bodyPr/>
                    <a:lstStyle/>
                    <a:p>
                      <a:r>
                        <a:rPr sz="1220" lang="zh-CN"/>
                        <a:t>杨久知</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2024级</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经管学院</a:t>
                      </a:r>
                    </a:p>
                  </a:txBody>
                  <a:tcPr marL="7000" marR="7000" marT="7000" marB="0" anchor="ctr"/>
                </a:tc>
                <a:tc>
                  <a:txBody>
                    <a:bodyPr/>
                    <a:lstStyle/>
                    <a:p>
                      <a:r>
                        <a:rPr sz="1220" lang="zh-CN"/>
                        <a:t>ICPC 金奖、CCPC 女生赛冠军</a:t>
                      </a:r>
                    </a:p>
                  </a:txBody>
                  <a:tcPr marL="8865" marR="8865" marT="8865" marB="0" anchor="ctr"/>
                </a:tc>
                <a:extLst>
                  <a:ext uri="{0D108BD9-81ED-4DB2-BD59-A6C34878D82A}">
                    <a16:rowId xmlns:a16="http://schemas.microsoft.com/office/drawing/2014/main" val="2"/>
                  </a:ext>
                </a:extLst>
              </a:tr>
              <a:tr h="386650">
                <a:tc>
                  <a:txBody>
                    <a:bodyPr/>
                    <a:lstStyle/>
                    <a:p>
                      <a:r>
                        <a:rPr sz="1220" lang="zh-CN"/>
                        <a:t>王泽诚</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2024级</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数据科学学院</a:t>
                      </a:r>
                    </a:p>
                  </a:txBody>
                  <a:tcPr marL="7000" marR="7000" marT="7000" marB="0" anchor="ctr"/>
                </a:tc>
                <a:tc>
                  <a:txBody>
                    <a:bodyPr/>
                    <a:lstStyle/>
                    <a:p>
                      <a:r>
                        <a:rPr sz="1220" lang="zh-CN"/>
                        <a:t>进入 ICPC 世界总决赛、ICPC EC Final 金奖、CCPC 金奖、广东省赛冠军</a:t>
                      </a:r>
                    </a:p>
                  </a:txBody>
                  <a:tcPr marL="8865" marR="8865" marT="8865" marB="0" anchor="ctr"/>
                </a:tc>
                <a:extLst>
                  <a:ext uri="{0D108BD9-81ED-4DB2-BD59-A6C34878D82A}">
                    <a16:rowId xmlns:a16="http://schemas.microsoft.com/office/drawing/2014/main" val="2"/>
                  </a:ext>
                </a:extLst>
              </a:tr>
              <a:tr h="386650">
                <a:tc>
                  <a:txBody>
                    <a:bodyPr/>
                    <a:lstStyle/>
                    <a:p>
                      <a:r>
                        <a:rPr sz="1220" lang="zh-CN"/>
                        <a:t>Adam Tejasukmana</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2024级</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数据科学学院</a:t>
                      </a:r>
                    </a:p>
                  </a:txBody>
                  <a:tcPr marL="7000" marR="7000" marT="7000" marB="0" anchor="ctr"/>
                </a:tc>
                <a:tc>
                  <a:txBody>
                    <a:bodyPr/>
                    <a:lstStyle/>
                    <a:p>
                      <a:r>
                        <a:rPr sz="1220" lang="zh-CN"/>
                        <a:t>ICPC 银奖</a:t>
                      </a:r>
                    </a:p>
                  </a:txBody>
                  <a:tcPr marL="8865" marR="8865" marT="8865" marB="0" anchor="ctr"/>
                </a:tc>
                <a:extLst>
                  <a:ext uri="{0D108BD9-81ED-4DB2-BD59-A6C34878D82A}">
                    <a16:rowId xmlns:a16="http://schemas.microsoft.com/office/drawing/2014/main" val="2"/>
                  </a:ext>
                </a:extLst>
              </a:tr>
              <a:tr h="386650">
                <a:tc>
                  <a:txBody>
                    <a:bodyPr/>
                    <a:lstStyle/>
                    <a:p>
                      <a:r>
                        <a:rPr sz="1220" lang="zh-CN"/>
                        <a:t>张力文</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2024级</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数据科学学院</a:t>
                      </a:r>
                    </a:p>
                  </a:txBody>
                  <a:tcPr marL="7000" marR="7000" marT="7000" marB="0" anchor="ctr"/>
                </a:tc>
                <a:tc>
                  <a:txBody>
                    <a:bodyPr/>
                    <a:lstStyle/>
                    <a:p>
                      <a:r>
                        <a:rPr sz="1220" lang="zh-CN"/>
                        <a:t>ICPC 银奖</a:t>
                      </a:r>
                    </a:p>
                  </a:txBody>
                  <a:tcPr marL="8865" marR="8865" marT="8865" marB="0" anchor="ctr"/>
                </a:tc>
                <a:extLst>
                  <a:ext uri="{0D108BD9-81ED-4DB2-BD59-A6C34878D82A}">
                    <a16:rowId xmlns:a16="http://schemas.microsoft.com/office/drawing/2014/main" val="2"/>
                  </a:ext>
                </a:extLst>
              </a:tr>
              <a:tr h="386650">
                <a:tc>
                  <a:txBody>
                    <a:bodyPr/>
                    <a:lstStyle/>
                    <a:p>
                      <a:r>
                        <a:rPr sz="1220" lang="zh-CN"/>
                        <a:t>周天</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2024级</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数据科学学院</a:t>
                      </a:r>
                    </a:p>
                  </a:txBody>
                  <a:tcPr marL="7000" marR="7000" marT="7000" marB="0" anchor="ctr"/>
                </a:tc>
                <a:tc>
                  <a:txBody>
                    <a:bodyPr/>
                    <a:lstStyle/>
                    <a:p>
                      <a:r>
                        <a:rPr sz="1220" lang="zh-CN"/>
                        <a:t>ICPC 银奖</a:t>
                      </a:r>
                    </a:p>
                  </a:txBody>
                  <a:tcPr marL="8865" marR="8865" marT="8865" marB="0" anchor="ctr"/>
                </a:tc>
                <a:extLst>
                  <a:ext uri="{0D108BD9-81ED-4DB2-BD59-A6C34878D82A}">
                    <a16:rowId xmlns:a16="http://schemas.microsoft.com/office/drawing/2014/main" val="2"/>
                  </a:ext>
                </a:extLst>
              </a:tr>
              <a:tr h="386650">
                <a:tc>
                  <a:txBody>
                    <a:bodyPr/>
                    <a:lstStyle/>
                    <a:p>
                      <a:r>
                        <a:rPr sz="1220" lang="zh-CN"/>
                        <a:t>孙超逸</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2024级</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数据科学学院</a:t>
                      </a:r>
                    </a:p>
                  </a:txBody>
                  <a:tcPr marL="7000" marR="7000" marT="7000" marB="0" anchor="ctr"/>
                </a:tc>
                <a:tc>
                  <a:txBody>
                    <a:bodyPr/>
                    <a:lstStyle/>
                    <a:p>
                      <a:r>
                        <a:rPr sz="1220" lang="zh-CN"/>
                        <a:t>ICPC 银奖</a:t>
                      </a:r>
                    </a:p>
                  </a:txBody>
                  <a:tcPr marL="8865" marR="8865" marT="8865" marB="0" anchor="ctr"/>
                </a:tc>
                <a:extLst>
                  <a:ext uri="{0D108BD9-81ED-4DB2-BD59-A6C34878D82A}">
                    <a16:rowId xmlns:a16="http://schemas.microsoft.com/office/drawing/2014/main" val="2"/>
                  </a:ext>
                </a:extLst>
              </a:tr>
              <a:tr h="386650">
                <a:tc>
                  <a:txBody>
                    <a:bodyPr/>
                    <a:lstStyle/>
                    <a:p>
                      <a:r>
                        <a:rPr sz="1220" lang="zh-CN"/>
                        <a:t>王中天</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2024级</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数据科学学院</a:t>
                      </a:r>
                    </a:p>
                  </a:txBody>
                  <a:tcPr marL="7000" marR="7000" marT="7000" marB="0" anchor="ctr"/>
                </a:tc>
                <a:tc>
                  <a:txBody>
                    <a:bodyPr/>
                    <a:lstStyle/>
                    <a:p>
                      <a:r>
                        <a:rPr sz="1220" lang="zh-CN"/>
                        <a:t>ICPC 银奖</a:t>
                      </a:r>
                    </a:p>
                  </a:txBody>
                  <a:tcPr marL="8865" marR="8865" marT="8865" marB="0" anchor="ctr"/>
                </a:tc>
                <a:extLst>
                  <a:ext uri="{0D108BD9-81ED-4DB2-BD59-A6C34878D82A}">
                    <a16:rowId xmlns:a16="http://schemas.microsoft.com/office/drawing/2014/main" val="2"/>
                  </a:ext>
                </a:extLst>
              </a:tr>
              <a:tr h="386650">
                <a:tc>
                  <a:txBody>
                    <a:bodyPr/>
                    <a:lstStyle/>
                    <a:p>
                      <a:r>
                        <a:rPr sz="1220" lang="zh-CN"/>
                        <a:t>林宇凡</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2024级</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数据科学学院</a:t>
                      </a:r>
                    </a:p>
                  </a:txBody>
                  <a:tcPr marL="7000" marR="7000" marT="7000" marB="0" anchor="ctr"/>
                </a:tc>
                <a:tc>
                  <a:txBody>
                    <a:bodyPr/>
                    <a:lstStyle/>
                    <a:p>
                      <a:r>
                        <a:rPr sz="1220" lang="zh-CN"/>
                        <a:t>ICPC 铜奖</a:t>
                      </a:r>
                    </a:p>
                  </a:txBody>
                  <a:tcPr marL="8865" marR="8865" marT="8865" marB="0" anchor="ctr"/>
                </a:tc>
                <a:extLst>
                  <a:ext uri="{0D108BD9-81ED-4DB2-BD59-A6C34878D82A}">
                    <a16:rowId xmlns:a16="http://schemas.microsoft.com/office/drawing/2014/main" val="2"/>
                  </a:ext>
                </a:extLst>
              </a:tr>
              <a:tr h="386650">
                <a:tc>
                  <a:txBody>
                    <a:bodyPr/>
                    <a:lstStyle/>
                    <a:p>
                      <a:r>
                        <a:rPr sz="1220" lang="zh-CN"/>
                        <a:t>郭雨昂</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2024级</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数据科学学院</a:t>
                      </a:r>
                    </a:p>
                  </a:txBody>
                  <a:tcPr marL="7000" marR="7000" marT="7000" marB="0" anchor="ctr"/>
                </a:tc>
                <a:tc>
                  <a:txBody>
                    <a:bodyPr/>
                    <a:lstStyle/>
                    <a:p>
                      <a:r>
                        <a:rPr sz="1220" lang="zh-CN"/>
                        <a:t>ICPC 铜奖</a:t>
                      </a:r>
                    </a:p>
                  </a:txBody>
                  <a:tcPr marL="8865" marR="8865" marT="8865" marB="0" anchor="ctr"/>
                </a:tc>
                <a:extLst>
                  <a:ext uri="{0D108BD9-81ED-4DB2-BD59-A6C34878D82A}">
                    <a16:rowId xmlns:a16="http://schemas.microsoft.com/office/drawing/2014/main" val="2"/>
                  </a:ext>
                </a:extLst>
              </a:tr>
              <a:tr h="386650">
                <a:tc>
                  <a:txBody>
                    <a:bodyPr/>
                    <a:lstStyle/>
                    <a:p>
                      <a:r>
                        <a:rPr sz="1220" lang="zh-CN"/>
                        <a:t>张恒</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2024级</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数据科学学院</a:t>
                      </a:r>
                    </a:p>
                  </a:txBody>
                  <a:tcPr marL="7000" marR="7000" marT="7000" marB="0" anchor="ctr"/>
                </a:tc>
                <a:tc>
                  <a:txBody>
                    <a:bodyPr/>
                    <a:lstStyle/>
                    <a:p>
                      <a:r>
                        <a:rPr sz="1220" lang="zh-CN"/>
                        <a:t>ICPC 铜奖</a:t>
                      </a:r>
                    </a:p>
                  </a:txBody>
                  <a:tcPr marL="8865" marR="8865" marT="8865" marB="0" anchor="ctr"/>
                </a:tc>
                <a:extLst>
                  <a:ext uri="{0D108BD9-81ED-4DB2-BD59-A6C34878D82A}">
                    <a16:rowId xmlns:a16="http://schemas.microsoft.com/office/drawing/2014/main" val="2"/>
                  </a:ext>
                </a:extLst>
              </a:tr>
              <a:tr h="386650">
                <a:tc>
                  <a:txBody>
                    <a:bodyPr/>
                    <a:lstStyle/>
                    <a:p>
                      <a:r>
                        <a:rPr sz="1220" lang="zh-CN"/>
                        <a:t>梁皓</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2024级</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数据科学学院</a:t>
                      </a:r>
                    </a:p>
                  </a:txBody>
                  <a:tcPr marL="7000" marR="7000" marT="7000" marB="0" anchor="ctr"/>
                </a:tc>
                <a:tc>
                  <a:txBody>
                    <a:bodyPr/>
                    <a:lstStyle/>
                    <a:p>
                      <a:r>
                        <a:rPr sz="1220" lang="zh-CN"/>
                        <a:t>ICPC 铜奖、CCPC 铜奖</a:t>
                      </a:r>
                    </a:p>
                  </a:txBody>
                  <a:tcPr marL="8865" marR="8865" marT="8865" marB="0" anchor="ctr"/>
                </a:tc>
                <a:extLst>
                  <a:ext uri="{0D108BD9-81ED-4DB2-BD59-A6C34878D82A}">
                    <a16:rowId xmlns:a16="http://schemas.microsoft.com/office/drawing/2014/main" val="2"/>
                  </a:ext>
                </a:extLst>
              </a:tr>
            </a:tbl>
          </a:graphicData>
        </a:graphic>
      </p:graphicFrame>
      <p:cxnSp>
        <p:nvCxnSpPr>
          <p:cNvPr id="127" name="图形"/>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128" name="文本框 1"/>
          <p:cNvSpPr txBox="1"/>
          <p:nvPr/>
        </p:nvSpPr>
        <p:spPr>
          <a:xfrm>
            <a:off x="4778527" y="9557605"/>
            <a:ext cx="4633521" cy="323165"/>
          </a:xfrm>
          <a:prstGeom prst="rect">
            <a:avLst/>
          </a:prstGeom>
          <a:noFill/>
        </p:spPr>
        <p:txBody>
          <a:bodyPr/>
          <a:lstStyle/>
          <a:p>
            <a:r>
              <a:rPr sz="1500" lang="zh-CN"/>
              <a:t>21</a:t>
            </a:r>
          </a:p>
        </p:txBody>
      </p:sp>
      <p:pic>
        <p:nvPicPr>
          <p:cNvPr id="129" name="图片 2"/>
          <p:cNvPicPr>
            <a:picLocks noChangeAspect="1"/>
          </p:cNvPicPr>
          <p:nvPr/>
        </p:nvPicPr>
        <p:blipFill>
          <a:blip r:embed="rId6" cstate="print"/>
          <a:stretch>
            <a:fillRect/>
          </a:stretch>
        </p:blipFill>
        <p:spPr>
          <a:xfrm>
            <a:off x="1336928" y="196268"/>
            <a:ext cx="6637825" cy="92559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1" name="组合 6"/>
          <p:cNvGrpSpPr/>
          <p:nvPr/>
        </p:nvGrpSpPr>
        <p:grpSpPr>
          <a:xfrm>
            <a:off x="9752" y="255633"/>
            <a:ext cx="7549923" cy="9999797"/>
            <a:chOff x="9752" y="255633"/>
            <a:chExt cx="7549923" cy="9999797"/>
          </a:xfrm>
        </p:grpSpPr>
        <p:pic>
          <p:nvPicPr>
            <p:cNvPr id="132" name="图片 7"/>
            <p:cNvPicPr>
              <a:picLocks noChangeAspect="1"/>
            </p:cNvPicPr>
            <p:nvPr/>
          </p:nvPicPr>
          <p:blipFill>
            <a:blip r:embed="rId3"/>
            <a:srcRect r="1505"/>
            <a:stretch/>
          </p:blipFill>
          <p:spPr>
            <a:xfrm>
              <a:off x="9752" y="255633"/>
              <a:ext cx="7549923" cy="9999797"/>
            </a:xfrm>
            <a:prstGeom prst="rect">
              <a:avLst/>
            </a:prstGeom>
          </p:spPr>
        </p:pic>
        <p:pic>
          <p:nvPicPr>
            <p:cNvPr id="133" name="图片 8"/>
            <p:cNvPicPr>
              <a:picLocks noChangeAspect="1"/>
            </p:cNvPicPr>
            <p:nvPr/>
          </p:nvPicPr>
          <p:blipFill>
            <a:blip r:embed="rId4"/>
            <a:stretch>
              <a:fillRect/>
            </a:stretch>
          </p:blipFill>
          <p:spPr>
            <a:xfrm>
              <a:off x="2733503" y="958361"/>
              <a:ext cx="4803852" cy="183897"/>
            </a:xfrm>
            <a:prstGeom prst="rect">
              <a:avLst/>
            </a:prstGeom>
          </p:spPr>
        </p:pic>
        <p:pic>
          <p:nvPicPr>
            <p:cNvPr id="134" name="图片 9"/>
            <p:cNvPicPr>
              <a:picLocks noChangeAspect="1"/>
            </p:cNvPicPr>
            <p:nvPr/>
          </p:nvPicPr>
          <p:blipFill>
            <a:blip r:embed="rId5"/>
            <a:stretch>
              <a:fillRect/>
            </a:stretch>
          </p:blipFill>
          <p:spPr>
            <a:xfrm>
              <a:off x="2955317" y="489607"/>
              <a:ext cx="4480144" cy="476842"/>
            </a:xfrm>
            <a:prstGeom prst="rect">
              <a:avLst/>
            </a:prstGeom>
          </p:spPr>
        </p:pic>
      </p:grpSp>
      <p:sp>
        <p:nvSpPr>
          <p:cNvPr id="136" name="Title Placeholder 1"/>
          <p:cNvSpPr txBox="1"/>
          <p:nvPr/>
        </p:nvSpPr>
        <p:spPr>
          <a:xfrm>
            <a:off x="594000" y="954000"/>
            <a:ext cx="6493737"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曾获</a:t>
            </a:r>
            <a:r>
              <a:rPr lang="en-US" altLang="zh-CN" sz="3200" dirty="0"/>
              <a:t>ICPC/CCPC</a:t>
            </a:r>
            <a:r>
              <a:rPr lang="zh-CN" altLang="en-US" sz="3200" dirty="0"/>
              <a:t>奖项队员</a:t>
            </a:r>
            <a:endParaRPr lang="en-CN" altLang="zh-CN" sz="3200"/>
          </a:p>
        </p:txBody>
      </p:sp>
      <p:cxnSp>
        <p:nvCxnSpPr>
          <p:cNvPr id="137" name="图形"/>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140" name="文本框 5"/>
          <p:cNvSpPr txBox="1"/>
          <p:nvPr/>
        </p:nvSpPr>
        <p:spPr>
          <a:xfrm>
            <a:off x="-1817145" y="9557605"/>
            <a:ext cx="4633521" cy="323165"/>
          </a:xfrm>
          <a:prstGeom prst="rect">
            <a:avLst/>
          </a:prstGeom>
          <a:noFill/>
        </p:spPr>
        <p:txBody>
          <a:bodyPr/>
          <a:lstStyle/>
          <a:p>
            <a:r>
              <a:rPr sz="1500" lang="zh-CN"/>
              <a:t>22</a:t>
            </a:r>
          </a:p>
        </p:txBody>
      </p:sp>
      <p:pic>
        <p:nvPicPr>
          <p:cNvPr id="141" name="图片 10"/>
          <p:cNvPicPr>
            <a:picLocks noChangeAspect="1"/>
          </p:cNvPicPr>
          <p:nvPr/>
        </p:nvPicPr>
        <p:blipFill>
          <a:blip r:embed="rId6" cstate="print"/>
          <a:stretch>
            <a:fillRect/>
          </a:stretch>
        </p:blipFill>
        <p:spPr>
          <a:xfrm>
            <a:off x="-401919" y="196268"/>
            <a:ext cx="6637825" cy="925594"/>
          </a:xfrm>
          <a:prstGeom prst="rect">
            <a:avLst/>
          </a:prstGeom>
        </p:spPr>
      </p:pic>
      <p:sp>
        <p:nvSpPr>
          <p:cNvPr id="2" name="矩形 48">
            <a:extLst>
              <a:ext uri="{FF2B5EF4-FFF2-40B4-BE49-F238E27FC236}">
                <a16:creationId xmlns:a16="http://schemas.microsoft.com/office/drawing/2014/main" id="{5816A315-1BC1-A4CC-D093-66FF6E9D60BD}"/>
              </a:ext>
            </a:extLst>
          </p:cNvPr>
          <p:cNvSpPr/>
          <p:nvPr/>
        </p:nvSpPr>
        <p:spPr>
          <a:xfrm rot="5400000" flipH="1">
            <a:off x="2252301" y="75600"/>
            <a:ext cx="3486789" cy="7127958"/>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graphicFrame>
        <p:nvGraphicFramePr>
          <p:cNvPr id="3" name="表格 2">
            <a:extLst>
              <a:ext uri="{FF2B5EF4-FFF2-40B4-BE49-F238E27FC236}">
                <a16:creationId xmlns:a16="http://schemas.microsoft.com/office/drawing/2014/main" id="{E4B43F28-5168-C6C9-3762-6E06F0A961B5}"/>
              </a:ext>
            </a:extLst>
          </p:cNvPr>
          <p:cNvGraphicFramePr/>
          <p:nvPr>
            <p:extLst>
              <p:ext uri="{D42A27DB-BD31-4B8C-83A1-F6EECF244321}">
                <p14:modId xmlns:p14="http://schemas.microsoft.com/office/powerpoint/2010/main" val="132637928"/>
              </p:ext>
            </p:extLst>
          </p:nvPr>
        </p:nvGraphicFramePr>
        <p:xfrm>
          <a:off x="824489" y="2062800"/>
          <a:ext cx="6342412" cy="6635046"/>
        </p:xfrm>
        <a:graphic>
          <a:graphicData uri="http://schemas.openxmlformats.org/drawingml/2006/table">
            <a:tbl>
              <a:tblPr>
                <a:tableStyleId>{5940675A-B579-460E-94D1-54222C63F5DA}</a:tableStyleId>
              </a:tblPr>
              <a:tblGrid>
                <a:gridCol w="1466999">
                  <a:extLst>
                    <a:ext uri="{9D8B030D-6E8A-4147-A177-3AD203B41FA5}">
                      <a16:colId xmlns:a16="http://schemas.microsoft.com/office/drawing/2014/main" val="1"/>
                    </a:ext>
                  </a:extLst>
                </a:gridCol>
                <a:gridCol w="715795">
                  <a:extLst>
                    <a:ext uri="{9D8B030D-6E8A-4147-A177-3AD203B41FA5}">
                      <a16:colId xmlns:a16="http://schemas.microsoft.com/office/drawing/2014/main" val="2"/>
                    </a:ext>
                  </a:extLst>
                </a:gridCol>
                <a:gridCol w="1387767">
                  <a:extLst>
                    <a:ext uri="{9D8B030D-6E8A-4147-A177-3AD203B41FA5}">
                      <a16:colId xmlns:a16="http://schemas.microsoft.com/office/drawing/2014/main" val="3"/>
                    </a:ext>
                  </a:extLst>
                </a:gridCol>
                <a:gridCol w="2771851">
                  <a:extLst>
                    <a:ext uri="{9D8B030D-6E8A-4147-A177-3AD203B41FA5}">
                      <a16:colId xmlns:a16="http://schemas.microsoft.com/office/drawing/2014/main" val="4"/>
                    </a:ext>
                  </a:extLst>
                </a:gridCol>
              </a:tblGrid>
              <a:tr h="269967">
                <a:tc>
                  <a:txBody>
                    <a:bodyPr/>
                    <a:lstStyle/>
                    <a:p>
                      <a:r>
                        <a:rPr lang="zh-CN"/>
                        <a:t>姓名</a:t>
                      </a:r>
                    </a:p>
                  </a:txBody>
                  <a:tcPr marL="8865" marR="8865" marT="8865" marB="0" anchor="ctr"/>
                </a:tc>
                <a:tc>
                  <a:txBody>
                    <a:bodyPr/>
                    <a:lstStyle/>
                    <a:p>
                      <a:r>
                        <a:rPr lang="zh-CN"/>
                        <a:t>年级</a:t>
                      </a:r>
                    </a:p>
                  </a:txBody>
                  <a:tcPr marL="8865" marR="8865" marT="8865" marB="0" anchor="ctr"/>
                </a:tc>
                <a:tc>
                  <a:txBody>
                    <a:bodyPr/>
                    <a:lstStyle/>
                    <a:p>
                      <a:r>
                        <a:rPr lang="zh-CN"/>
                        <a:t>学院</a:t>
                      </a:r>
                    </a:p>
                  </a:txBody>
                  <a:tcPr marL="8865" marR="8865" marT="8865" marB="0" anchor="ctr"/>
                </a:tc>
                <a:tc>
                  <a:txBody>
                    <a:bodyPr/>
                    <a:lstStyle/>
                    <a:p>
                      <a:r>
                        <a:rPr lang="zh-CN"/>
                        <a:t>代表性成绩</a:t>
                      </a:r>
                    </a:p>
                  </a:txBody>
                  <a:tcPr marL="8865" marR="8865" marT="8865" marB="0" anchor="ctr"/>
                </a:tc>
                <a:extLst>
                  <a:ext uri="{0D108BD9-81ED-4DB2-BD59-A6C34878D82A}">
                    <a16:rowId xmlns:a16="http://schemas.microsoft.com/office/drawing/2014/main" val="1"/>
                  </a:ext>
                </a:extLst>
              </a:tr>
              <a:tr h="375781">
                <a:tc>
                  <a:txBody>
                    <a:bodyPr/>
                    <a:lstStyle/>
                    <a:p>
                      <a:r>
                        <a:rPr sz="1220" lang="zh-CN"/>
                        <a:t>邓沣庭</a:t>
                      </a:r>
                    </a:p>
                  </a:txBody>
                  <a:tcPr marL="7000" marR="7000" marT="7000" marB="0" anchor="ctr"/>
                </a:tc>
                <a:tc>
                  <a:txBody>
                    <a:bodyPr/>
                    <a:lstStyle/>
                    <a:p>
                      <a:r>
                        <a:rPr sz="1220" lang="zh-CN"/>
                        <a:t>2024级</a:t>
                      </a:r>
                    </a:p>
                  </a:txBody>
                  <a:tcPr marL="7000" marR="7000" marT="7000" marB="0" anchor="ctr"/>
                </a:tc>
                <a:tc>
                  <a:txBody>
                    <a:bodyPr/>
                    <a:lstStyle/>
                    <a:p>
                      <a:r>
                        <a:rPr sz="1220" lang="zh-CN"/>
                        <a:t>数据科学学院</a:t>
                      </a:r>
                    </a:p>
                  </a:txBody>
                  <a:tcPr marL="7000" marR="7000" marT="7000" marB="0" anchor="ctr"/>
                </a:tc>
                <a:tc>
                  <a:txBody>
                    <a:bodyPr/>
                    <a:lstStyle/>
                    <a:p>
                      <a:r>
                        <a:rPr sz="1220" lang="zh-CN"/>
                        <a:t>CCPC 广东省赛铜奖</a:t>
                      </a:r>
                    </a:p>
                  </a:txBody>
                  <a:tcPr marL="8865" marR="8865" marT="8865" marB="0" anchor="ctr"/>
                </a:tc>
                <a:extLst>
                  <a:ext uri="{0D108BD9-81ED-4DB2-BD59-A6C34878D82A}">
                    <a16:rowId xmlns:a16="http://schemas.microsoft.com/office/drawing/2014/main" val="3619106978"/>
                  </a:ext>
                </a:extLst>
              </a:tr>
              <a:tr h="375781">
                <a:tc>
                  <a:txBody>
                    <a:bodyPr/>
                    <a:lstStyle/>
                    <a:p>
                      <a:r>
                        <a:rPr sz="1220" lang="zh-CN"/>
                        <a:t>何润元</a:t>
                      </a:r>
                    </a:p>
                  </a:txBody>
                  <a:tcPr marL="7000" marR="7000" marT="7000" marB="0" anchor="ctr"/>
                </a:tc>
                <a:tc>
                  <a:txBody>
                    <a:bodyPr/>
                    <a:lstStyle/>
                    <a:p>
                      <a:r>
                        <a:rPr sz="1220" lang="zh-CN"/>
                        <a:t>2023级</a:t>
                      </a:r>
                    </a:p>
                  </a:txBody>
                  <a:tcPr marL="7000" marR="7000" marT="7000" marB="0" anchor="ctr"/>
                </a:tc>
                <a:tc>
                  <a:txBody>
                    <a:bodyPr/>
                    <a:lstStyle/>
                    <a:p>
                      <a:r>
                        <a:rPr sz="1220" lang="zh-CN"/>
                        <a:t>数据科学学院</a:t>
                      </a:r>
                    </a:p>
                  </a:txBody>
                  <a:tcPr marL="7000" marR="7000" marT="7000" marB="0" anchor="ctr"/>
                </a:tc>
                <a:tc>
                  <a:txBody>
                    <a:bodyPr/>
                    <a:lstStyle/>
                    <a:p>
                      <a:r>
                        <a:rPr sz="1220" lang="zh-CN"/>
                        <a:t>进入 ICPC 世界总决赛、CCPC 金奖</a:t>
                      </a:r>
                    </a:p>
                  </a:txBody>
                  <a:tcPr marL="8865" marR="8865" marT="8865" marB="0" anchor="ctr"/>
                </a:tc>
                <a:extLst>
                  <a:ext uri="{0D108BD9-81ED-4DB2-BD59-A6C34878D82A}">
                    <a16:rowId xmlns:a16="http://schemas.microsoft.com/office/drawing/2014/main" val="3619106978"/>
                  </a:ext>
                </a:extLst>
              </a:tr>
              <a:tr h="375781">
                <a:tc>
                  <a:txBody>
                    <a:bodyPr/>
                    <a:lstStyle/>
                    <a:p>
                      <a:r>
                        <a:rPr sz="1220" lang="zh-CN"/>
                        <a:t>孙悠然</a:t>
                      </a:r>
                    </a:p>
                  </a:txBody>
                  <a:tcPr marL="7000" marR="7000" marT="7000" marB="0" anchor="ctr"/>
                </a:tc>
                <a:tc>
                  <a:txBody>
                    <a:bodyPr/>
                    <a:lstStyle/>
                    <a:p>
                      <a:r>
                        <a:rPr sz="1220" lang="zh-CN"/>
                        <a:t>2023级</a:t>
                      </a:r>
                    </a:p>
                  </a:txBody>
                  <a:tcPr marL="7000" marR="7000" marT="7000" marB="0" anchor="ctr"/>
                </a:tc>
                <a:tc>
                  <a:txBody>
                    <a:bodyPr/>
                    <a:lstStyle/>
                    <a:p>
                      <a:r>
                        <a:rPr sz="1220" lang="zh-CN"/>
                        <a:t>数据科学学院</a:t>
                      </a:r>
                    </a:p>
                  </a:txBody>
                  <a:tcPr marL="7000" marR="7000" marT="7000" marB="0" anchor="ctr"/>
                </a:tc>
                <a:tc>
                  <a:txBody>
                    <a:bodyPr/>
                    <a:lstStyle/>
                    <a:p>
                      <a:r>
                        <a:rPr sz="1220" lang="zh-CN"/>
                        <a:t>ICPC EC Final 金奖、CCPC 女生赛冠军</a:t>
                      </a:r>
                    </a:p>
                  </a:txBody>
                  <a:tcPr marL="8865" marR="8865" marT="8865" marB="0" anchor="ctr"/>
                </a:tc>
                <a:extLst>
                  <a:ext uri="{0D108BD9-81ED-4DB2-BD59-A6C34878D82A}">
                    <a16:rowId xmlns:a16="http://schemas.microsoft.com/office/drawing/2014/main" val="3619106978"/>
                  </a:ext>
                </a:extLst>
              </a:tr>
              <a:tr h="375781">
                <a:tc>
                  <a:txBody>
                    <a:bodyPr/>
                    <a:lstStyle/>
                    <a:p>
                      <a:r>
                        <a:rPr sz="1220" lang="zh-CN"/>
                        <a:t>张王美誉</a:t>
                      </a:r>
                    </a:p>
                  </a:txBody>
                  <a:tcPr marL="7000" marR="7000" marT="7000" marB="0" anchor="ctr"/>
                </a:tc>
                <a:tc>
                  <a:txBody>
                    <a:bodyPr/>
                    <a:lstStyle/>
                    <a:p>
                      <a:r>
                        <a:rPr sz="1220" lang="zh-CN"/>
                        <a:t>2023级</a:t>
                      </a:r>
                    </a:p>
                  </a:txBody>
                  <a:tcPr marL="7000" marR="7000" marT="7000" marB="0" anchor="ctr"/>
                </a:tc>
                <a:tc>
                  <a:txBody>
                    <a:bodyPr/>
                    <a:lstStyle/>
                    <a:p>
                      <a:r>
                        <a:rPr sz="1220" lang="zh-CN"/>
                        <a:t>数据科学学院</a:t>
                      </a:r>
                    </a:p>
                  </a:txBody>
                  <a:tcPr marL="7000" marR="7000" marT="7000" marB="0" anchor="ctr"/>
                </a:tc>
                <a:tc>
                  <a:txBody>
                    <a:bodyPr/>
                    <a:lstStyle/>
                    <a:p>
                      <a:r>
                        <a:rPr sz="1220" lang="zh-CN"/>
                        <a:t>ICPC 金奖、CCPC 女生赛金奖</a:t>
                      </a:r>
                    </a:p>
                  </a:txBody>
                  <a:tcPr marL="8865" marR="8865" marT="8865" marB="0" anchor="ctr"/>
                </a:tc>
                <a:extLst>
                  <a:ext uri="{0D108BD9-81ED-4DB2-BD59-A6C34878D82A}">
                    <a16:rowId xmlns:a16="http://schemas.microsoft.com/office/drawing/2014/main" val="3619106978"/>
                  </a:ext>
                </a:extLst>
              </a:tr>
              <a:tr h="375781">
                <a:tc>
                  <a:txBody>
                    <a:bodyPr/>
                    <a:lstStyle/>
                    <a:p>
                      <a:r>
                        <a:rPr sz="1220" lang="zh-CN"/>
                        <a:t>莫骄阳</a:t>
                      </a:r>
                    </a:p>
                  </a:txBody>
                  <a:tcPr marL="7000" marR="7000" marT="7000" marB="0" anchor="ctr"/>
                </a:tc>
                <a:tc>
                  <a:txBody>
                    <a:bodyPr/>
                    <a:lstStyle/>
                    <a:p>
                      <a:r>
                        <a:rPr sz="1220" lang="zh-CN"/>
                        <a:t>2023级</a:t>
                      </a:r>
                    </a:p>
                  </a:txBody>
                  <a:tcPr marL="7000" marR="7000" marT="7000" marB="0" anchor="ctr"/>
                </a:tc>
                <a:tc>
                  <a:txBody>
                    <a:bodyPr/>
                    <a:lstStyle/>
                    <a:p>
                      <a:r>
                        <a:rPr sz="1220" lang="zh-CN"/>
                        <a:t>理工学院</a:t>
                      </a:r>
                    </a:p>
                  </a:txBody>
                  <a:tcPr marL="7000" marR="7000" marT="7000" marB="0" anchor="ctr"/>
                </a:tc>
                <a:tc>
                  <a:txBody>
                    <a:bodyPr/>
                    <a:lstStyle/>
                    <a:p>
                      <a:r>
                        <a:rPr sz="1220" lang="zh-CN"/>
                        <a:t>ICPC 金奖、CCPC 银奖</a:t>
                      </a:r>
                    </a:p>
                  </a:txBody>
                  <a:tcPr marL="8865" marR="8865" marT="8865" marB="0" anchor="ctr"/>
                </a:tc>
                <a:extLst>
                  <a:ext uri="{0D108BD9-81ED-4DB2-BD59-A6C34878D82A}">
                    <a16:rowId xmlns:a16="http://schemas.microsoft.com/office/drawing/2014/main" val="3619106978"/>
                  </a:ext>
                </a:extLst>
              </a:tr>
              <a:tr h="375781">
                <a:tc>
                  <a:txBody>
                    <a:bodyPr/>
                    <a:lstStyle/>
                    <a:p>
                      <a:r>
                        <a:rPr sz="1220" lang="zh-CN"/>
                        <a:t>周信言</a:t>
                      </a:r>
                    </a:p>
                  </a:txBody>
                  <a:tcPr marL="7000" marR="7000" marT="7000" marB="0" anchor="ctr"/>
                </a:tc>
                <a:tc>
                  <a:txBody>
                    <a:bodyPr/>
                    <a:lstStyle/>
                    <a:p>
                      <a:r>
                        <a:rPr sz="1220" lang="zh-CN"/>
                        <a:t>2023级</a:t>
                      </a:r>
                    </a:p>
                  </a:txBody>
                  <a:tcPr marL="7000" marR="7000" marT="7000" marB="0" anchor="ctr"/>
                </a:tc>
                <a:tc>
                  <a:txBody>
                    <a:bodyPr/>
                    <a:lstStyle/>
                    <a:p>
                      <a:r>
                        <a:rPr sz="1220" lang="zh-CN"/>
                        <a:t>数据科学学院</a:t>
                      </a:r>
                    </a:p>
                  </a:txBody>
                  <a:tcPr marL="7000" marR="7000" marT="7000" marB="0" anchor="ctr"/>
                </a:tc>
                <a:tc>
                  <a:txBody>
                    <a:bodyPr/>
                    <a:lstStyle/>
                    <a:p>
                      <a:r>
                        <a:rPr sz="1220" lang="zh-CN"/>
                        <a:t>ICPC 金奖、CCPC 银奖</a:t>
                      </a:r>
                    </a:p>
                  </a:txBody>
                  <a:tcPr marL="8865" marR="8865" marT="8865" marB="0" anchor="ctr"/>
                </a:tc>
                <a:extLst>
                  <a:ext uri="{0D108BD9-81ED-4DB2-BD59-A6C34878D82A}">
                    <a16:rowId xmlns:a16="http://schemas.microsoft.com/office/drawing/2014/main" val="3619106978"/>
                  </a:ext>
                </a:extLst>
              </a:tr>
              <a:tr h="375781">
                <a:tc>
                  <a:txBody>
                    <a:bodyPr/>
                    <a:lstStyle/>
                    <a:p>
                      <a:r>
                        <a:rPr sz="1220" lang="zh-CN"/>
                        <a:t>Dang Huu Quyen</a:t>
                      </a:r>
                    </a:p>
                  </a:txBody>
                  <a:tcPr marL="7000" marR="7000" marT="7000" marB="0" anchor="ctr"/>
                </a:tc>
                <a:tc>
                  <a:txBody>
                    <a:bodyPr/>
                    <a:lstStyle/>
                    <a:p>
                      <a:r>
                        <a:rPr sz="1220" lang="zh-CN"/>
                        <a:t>2023级</a:t>
                      </a:r>
                    </a:p>
                  </a:txBody>
                  <a:tcPr marL="7000" marR="7000" marT="7000" marB="0" anchor="ctr"/>
                </a:tc>
                <a:tc>
                  <a:txBody>
                    <a:bodyPr/>
                    <a:lstStyle/>
                    <a:p>
                      <a:r>
                        <a:rPr sz="1220" lang="zh-CN"/>
                        <a:t>CUHK交流生</a:t>
                      </a:r>
                    </a:p>
                  </a:txBody>
                  <a:tcPr marL="7000" marR="7000" marT="7000" marB="0" anchor="ctr"/>
                </a:tc>
                <a:tc>
                  <a:txBody>
                    <a:bodyPr/>
                    <a:lstStyle/>
                    <a:p>
                      <a:r>
                        <a:rPr sz="1220" lang="zh-CN"/>
                        <a:t>ICPC 金奖</a:t>
                      </a:r>
                    </a:p>
                  </a:txBody>
                  <a:tcPr marL="8865" marR="8865" marT="8865" marB="0" anchor="ctr"/>
                </a:tc>
                <a:extLst>
                  <a:ext uri="{0D108BD9-81ED-4DB2-BD59-A6C34878D82A}">
                    <a16:rowId xmlns:a16="http://schemas.microsoft.com/office/drawing/2014/main" val="3619106978"/>
                  </a:ext>
                </a:extLst>
              </a:tr>
              <a:tr h="375781">
                <a:tc>
                  <a:txBody>
                    <a:bodyPr/>
                    <a:lstStyle/>
                    <a:p>
                      <a:r>
                        <a:rPr sz="1220" lang="zh-CN"/>
                        <a:t>江璘鋆</a:t>
                      </a:r>
                    </a:p>
                  </a:txBody>
                  <a:tcPr marL="7000" marR="7000" marT="7000" marB="0" anchor="ctr"/>
                </a:tc>
                <a:tc>
                  <a:txBody>
                    <a:bodyPr/>
                    <a:lstStyle/>
                    <a:p>
                      <a:r>
                        <a:rPr sz="1220" lang="zh-CN"/>
                        <a:t>2023级</a:t>
                      </a:r>
                    </a:p>
                  </a:txBody>
                  <a:tcPr marL="7000" marR="7000" marT="7000" marB="0" anchor="ctr"/>
                </a:tc>
                <a:tc>
                  <a:txBody>
                    <a:bodyPr/>
                    <a:lstStyle/>
                    <a:p>
                      <a:r>
                        <a:rPr sz="1220" lang="zh-CN"/>
                        <a:t>理工学院</a:t>
                      </a:r>
                    </a:p>
                  </a:txBody>
                  <a:tcPr marL="7000" marR="7000" marT="7000" marB="0" anchor="ctr"/>
                </a:tc>
                <a:tc>
                  <a:txBody>
                    <a:bodyPr/>
                    <a:lstStyle/>
                    <a:p>
                      <a:r>
                        <a:rPr sz="1220" lang="zh-CN"/>
                        <a:t>ICPC 铜奖</a:t>
                      </a:r>
                    </a:p>
                  </a:txBody>
                  <a:tcPr marL="8865" marR="8865" marT="8865" marB="0" anchor="ctr"/>
                </a:tc>
                <a:extLst>
                  <a:ext uri="{0D108BD9-81ED-4DB2-BD59-A6C34878D82A}">
                    <a16:rowId xmlns:a16="http://schemas.microsoft.com/office/drawing/2014/main" val="3619106978"/>
                  </a:ext>
                </a:extLst>
              </a:tr>
              <a:tr h="375781">
                <a:tc>
                  <a:txBody>
                    <a:bodyPr/>
                    <a:lstStyle/>
                    <a:p>
                      <a:r>
                        <a:rPr sz="1220" lang="zh-CN"/>
                        <a:t>叶嘉泓</a:t>
                      </a:r>
                    </a:p>
                  </a:txBody>
                  <a:tcPr marL="7000" marR="7000" marT="7000" marB="0" anchor="ctr"/>
                </a:tc>
                <a:tc>
                  <a:txBody>
                    <a:bodyPr/>
                    <a:lstStyle/>
                    <a:p>
                      <a:r>
                        <a:rPr sz="1220" lang="zh-CN"/>
                        <a:t>2023级</a:t>
                      </a:r>
                    </a:p>
                  </a:txBody>
                  <a:tcPr marL="7000" marR="7000" marT="7000" marB="0" anchor="ctr"/>
                </a:tc>
                <a:tc>
                  <a:txBody>
                    <a:bodyPr/>
                    <a:lstStyle/>
                    <a:p>
                      <a:r>
                        <a:rPr sz="1220" lang="zh-CN"/>
                        <a:t>数据科学学院</a:t>
                      </a:r>
                    </a:p>
                  </a:txBody>
                  <a:tcPr marL="7000" marR="7000" marT="7000" marB="0" anchor="ctr"/>
                </a:tc>
                <a:tc>
                  <a:txBody>
                    <a:bodyPr/>
                    <a:lstStyle/>
                    <a:p>
                      <a:r>
                        <a:rPr sz="1220" lang="zh-CN"/>
                        <a:t>ICPC 银奖</a:t>
                      </a:r>
                    </a:p>
                  </a:txBody>
                  <a:tcPr marL="8865" marR="8865" marT="8865" marB="0" anchor="ctr"/>
                </a:tc>
                <a:extLst>
                  <a:ext uri="{0D108BD9-81ED-4DB2-BD59-A6C34878D82A}">
                    <a16:rowId xmlns:a16="http://schemas.microsoft.com/office/drawing/2014/main" val="3619106978"/>
                  </a:ext>
                </a:extLst>
              </a:tr>
              <a:tr h="375781">
                <a:tc>
                  <a:txBody>
                    <a:bodyPr/>
                    <a:lstStyle/>
                    <a:p>
                      <a:r>
                        <a:rPr sz="1220" lang="zh-CN"/>
                        <a:t>曾子荣</a:t>
                      </a:r>
                    </a:p>
                  </a:txBody>
                  <a:tcPr marL="7000" marR="7000" marT="7000" marB="0" anchor="ctr"/>
                </a:tc>
                <a:tc>
                  <a:txBody>
                    <a:bodyPr/>
                    <a:lstStyle/>
                    <a:p>
                      <a:r>
                        <a:rPr sz="1220" lang="zh-CN"/>
                        <a:t>2022级</a:t>
                      </a:r>
                    </a:p>
                  </a:txBody>
                  <a:tcPr marL="7000" marR="7000" marT="7000" marB="0" anchor="ctr"/>
                </a:tc>
                <a:tc>
                  <a:txBody>
                    <a:bodyPr/>
                    <a:lstStyle/>
                    <a:p>
                      <a:r>
                        <a:rPr sz="1220" lang="zh-CN"/>
                        <a:t>数据科学学院</a:t>
                      </a:r>
                    </a:p>
                  </a:txBody>
                  <a:tcPr marL="7000" marR="7000" marT="7000" marB="0" anchor="ctr"/>
                </a:tc>
                <a:tc>
                  <a:txBody>
                    <a:bodyPr/>
                    <a:lstStyle/>
                    <a:p>
                      <a:r>
                        <a:rPr sz="1220" lang="zh-CN"/>
                        <a:t>进入 ICPC 世界总决赛</a:t>
                      </a:r>
                    </a:p>
                  </a:txBody>
                  <a:tcPr marL="8865" marR="8865" marT="8865" marB="0" anchor="ctr"/>
                </a:tc>
                <a:extLst>
                  <a:ext uri="{0D108BD9-81ED-4DB2-BD59-A6C34878D82A}">
                    <a16:rowId xmlns:a16="http://schemas.microsoft.com/office/drawing/2014/main" val="3619106978"/>
                  </a:ext>
                </a:extLst>
              </a:tr>
              <a:tr h="375781">
                <a:tc>
                  <a:txBody>
                    <a:bodyPr/>
                    <a:lstStyle/>
                    <a:p>
                      <a:r>
                        <a:rPr sz="1220" lang="zh-CN"/>
                        <a:t>陈翰飞</a:t>
                      </a:r>
                    </a:p>
                  </a:txBody>
                  <a:tcPr marL="7000" marR="7000" marT="7000" marB="0" anchor="ctr"/>
                </a:tc>
                <a:tc>
                  <a:txBody>
                    <a:bodyPr/>
                    <a:lstStyle/>
                    <a:p>
                      <a:r>
                        <a:rPr sz="1220" lang="zh-CN"/>
                        <a:t>2022级</a:t>
                      </a:r>
                    </a:p>
                  </a:txBody>
                  <a:tcPr marL="7000" marR="7000" marT="7000" marB="0" anchor="ctr"/>
                </a:tc>
                <a:tc>
                  <a:txBody>
                    <a:bodyPr/>
                    <a:lstStyle/>
                    <a:p>
                      <a:r>
                        <a:rPr sz="1220" lang="zh-CN"/>
                        <a:t>数据科学学院</a:t>
                      </a:r>
                    </a:p>
                  </a:txBody>
                  <a:tcPr marL="7000" marR="7000" marT="7000" marB="0" anchor="ctr"/>
                </a:tc>
                <a:tc>
                  <a:txBody>
                    <a:bodyPr/>
                    <a:lstStyle/>
                    <a:p>
                      <a:r>
                        <a:rPr sz="1220" lang="zh-CN"/>
                        <a:t>进入 ICPC 世界总决赛</a:t>
                      </a:r>
                    </a:p>
                  </a:txBody>
                  <a:tcPr marL="8865" marR="8865" marT="8865" marB="0" anchor="ctr"/>
                </a:tc>
                <a:extLst>
                  <a:ext uri="{0D108BD9-81ED-4DB2-BD59-A6C34878D82A}">
                    <a16:rowId xmlns:a16="http://schemas.microsoft.com/office/drawing/2014/main" val="3619106978"/>
                  </a:ext>
                </a:extLst>
              </a:tr>
              <a:tr h="375781">
                <a:tc>
                  <a:txBody>
                    <a:bodyPr/>
                    <a:lstStyle/>
                    <a:p>
                      <a:r>
                        <a:rPr sz="1220" lang="zh-CN"/>
                        <a:t>周宸宇</a:t>
                      </a:r>
                    </a:p>
                  </a:txBody>
                  <a:tcPr marL="7000" marR="7000" marT="7000" marB="0" anchor="ctr"/>
                </a:tc>
                <a:tc>
                  <a:txBody>
                    <a:bodyPr/>
                    <a:lstStyle/>
                    <a:p>
                      <a:r>
                        <a:rPr sz="1220" lang="zh-CN"/>
                        <a:t>2022级</a:t>
                      </a:r>
                    </a:p>
                  </a:txBody>
                  <a:tcPr marL="7000" marR="7000" marT="7000" marB="0" anchor="ctr"/>
                </a:tc>
                <a:tc>
                  <a:txBody>
                    <a:bodyPr/>
                    <a:lstStyle/>
                    <a:p>
                      <a:r>
                        <a:rPr sz="1220" lang="zh-CN"/>
                        <a:t>数据科学学院</a:t>
                      </a:r>
                    </a:p>
                  </a:txBody>
                  <a:tcPr marL="7000" marR="7000" marT="7000" marB="0" anchor="ctr"/>
                </a:tc>
                <a:tc>
                  <a:txBody>
                    <a:bodyPr/>
                    <a:lstStyle/>
                    <a:p>
                      <a:r>
                        <a:rPr sz="1220" lang="zh-CN"/>
                        <a:t>ICPC 金奖</a:t>
                      </a:r>
                    </a:p>
                  </a:txBody>
                  <a:tcPr marL="8865" marR="8865" marT="8865" marB="0" anchor="ctr"/>
                </a:tc>
                <a:extLst>
                  <a:ext uri="{0D108BD9-81ED-4DB2-BD59-A6C34878D82A}">
                    <a16:rowId xmlns:a16="http://schemas.microsoft.com/office/drawing/2014/main" val="3619106978"/>
                  </a:ext>
                </a:extLst>
              </a:tr>
              <a:tr h="375781">
                <a:tc>
                  <a:txBody>
                    <a:bodyPr/>
                    <a:lstStyle/>
                    <a:p>
                      <a:r>
                        <a:rPr sz="1220" lang="zh-CN"/>
                        <a:t>刘戴乐</a:t>
                      </a:r>
                    </a:p>
                  </a:txBody>
                  <a:tcPr marL="7000" marR="7000" marT="7000" marB="0" anchor="ctr"/>
                </a:tc>
                <a:tc>
                  <a:txBody>
                    <a:bodyPr/>
                    <a:lstStyle/>
                    <a:p>
                      <a:r>
                        <a:rPr sz="1220" lang="zh-CN"/>
                        <a:t>2022级</a:t>
                      </a:r>
                    </a:p>
                  </a:txBody>
                  <a:tcPr marL="7000" marR="7000" marT="7000" marB="0" anchor="ctr"/>
                </a:tc>
                <a:tc>
                  <a:txBody>
                    <a:bodyPr/>
                    <a:lstStyle/>
                    <a:p>
                      <a:r>
                        <a:rPr sz="1220" lang="zh-CN"/>
                        <a:t>数据科学学院</a:t>
                      </a:r>
                    </a:p>
                  </a:txBody>
                  <a:tcPr marL="7000" marR="7000" marT="7000" marB="0" anchor="ctr"/>
                </a:tc>
                <a:tc>
                  <a:txBody>
                    <a:bodyPr/>
                    <a:lstStyle/>
                    <a:p>
                      <a:r>
                        <a:rPr sz="1220" lang="zh-CN"/>
                        <a:t>ICPC 铜奖、CCPC 铜奖</a:t>
                      </a:r>
                    </a:p>
                  </a:txBody>
                  <a:tcPr marL="8865" marR="8865" marT="8865" marB="0" anchor="ctr"/>
                </a:tc>
                <a:extLst>
                  <a:ext uri="{0D108BD9-81ED-4DB2-BD59-A6C34878D82A}">
                    <a16:rowId xmlns:a16="http://schemas.microsoft.com/office/drawing/2014/main" val="3619106978"/>
                  </a:ext>
                </a:extLst>
              </a:tr>
              <a:tr h="375781">
                <a:tc>
                  <a:txBody>
                    <a:bodyPr/>
                    <a:lstStyle/>
                    <a:p>
                      <a:r>
                        <a:rPr sz="1220" lang="zh-CN"/>
                        <a:t>梁骆城</a:t>
                      </a:r>
                    </a:p>
                  </a:txBody>
                  <a:tcPr marL="7000" marR="7000" marT="7000" marB="0" anchor="ctr"/>
                </a:tc>
                <a:tc>
                  <a:txBody>
                    <a:bodyPr/>
                    <a:lstStyle/>
                    <a:p>
                      <a:r>
                        <a:rPr sz="1220" lang="zh-CN"/>
                        <a:t>2022级</a:t>
                      </a:r>
                    </a:p>
                  </a:txBody>
                  <a:tcPr marL="7000" marR="7000" marT="7000" marB="0" anchor="ctr"/>
                </a:tc>
                <a:tc>
                  <a:txBody>
                    <a:bodyPr/>
                    <a:lstStyle/>
                    <a:p>
                      <a:r>
                        <a:rPr sz="1220" lang="zh-CN"/>
                        <a:t>数据科学学院</a:t>
                      </a:r>
                    </a:p>
                  </a:txBody>
                  <a:tcPr marL="7000" marR="7000" marT="7000" marB="0" anchor="ctr"/>
                </a:tc>
                <a:tc>
                  <a:txBody>
                    <a:bodyPr/>
                    <a:lstStyle/>
                    <a:p>
                      <a:r>
                        <a:rPr sz="1220" lang="zh-CN"/>
                        <a:t>ICPC 铜奖、CCPC 广东省赛银奖</a:t>
                      </a:r>
                    </a:p>
                  </a:txBody>
                  <a:tcPr marL="8865" marR="8865" marT="8865" marB="0" anchor="ctr"/>
                </a:tc>
                <a:extLst>
                  <a:ext uri="{0D108BD9-81ED-4DB2-BD59-A6C34878D82A}">
                    <a16:rowId xmlns:a16="http://schemas.microsoft.com/office/drawing/2014/main" val="3619106978"/>
                  </a:ext>
                </a:extLst>
              </a:tr>
              <a:tr h="375781">
                <a:tc>
                  <a:txBody>
                    <a:bodyPr/>
                    <a:lstStyle/>
                    <a:p>
                      <a:r>
                        <a:rPr sz="1220" lang="zh-CN"/>
                        <a:t>邵辰航</a:t>
                      </a:r>
                    </a:p>
                  </a:txBody>
                  <a:tcPr marL="7000" marR="7000" marT="7000" marB="0" anchor="ctr"/>
                </a:tc>
                <a:tc>
                  <a:txBody>
                    <a:bodyPr/>
                    <a:lstStyle/>
                    <a:p>
                      <a:r>
                        <a:rPr sz="1220" lang="zh-CN"/>
                        <a:t>2022级</a:t>
                      </a:r>
                    </a:p>
                  </a:txBody>
                  <a:tcPr marL="7000" marR="7000" marT="7000" marB="0" anchor="ctr"/>
                </a:tc>
                <a:tc>
                  <a:txBody>
                    <a:bodyPr/>
                    <a:lstStyle/>
                    <a:p>
                      <a:r>
                        <a:rPr sz="1220" lang="zh-CN"/>
                        <a:t>数据科学学院</a:t>
                      </a:r>
                    </a:p>
                  </a:txBody>
                  <a:tcPr marL="7000" marR="7000" marT="7000" marB="0" anchor="ctr"/>
                </a:tc>
                <a:tc>
                  <a:txBody>
                    <a:bodyPr/>
                    <a:lstStyle/>
                    <a:p>
                      <a:r>
                        <a:rPr sz="1220" lang="zh-CN"/>
                        <a:t>ICPC 铜奖、CCPC 铜奖</a:t>
                      </a:r>
                    </a:p>
                  </a:txBody>
                  <a:tcPr marL="8865" marR="8865" marT="8865" marB="0" anchor="ctr"/>
                </a:tc>
                <a:extLst>
                  <a:ext uri="{0D108BD9-81ED-4DB2-BD59-A6C34878D82A}">
                    <a16:rowId xmlns:a16="http://schemas.microsoft.com/office/drawing/2014/main" val="3619106978"/>
                  </a:ext>
                </a:extLst>
              </a:tr>
              <a:tr h="375781">
                <a:tc>
                  <a:txBody>
                    <a:bodyPr/>
                    <a:lstStyle/>
                    <a:p>
                      <a:r>
                        <a:rPr sz="1220" lang="zh-CN"/>
                        <a:t>胡瑞李蓁</a:t>
                      </a:r>
                    </a:p>
                  </a:txBody>
                  <a:tcPr marL="7000" marR="7000" marT="7000" marB="0" anchor="ctr"/>
                </a:tc>
                <a:tc>
                  <a:txBody>
                    <a:bodyPr/>
                    <a:lstStyle/>
                    <a:p>
                      <a:r>
                        <a:rPr sz="1220" lang="zh-CN"/>
                        <a:t>2022级</a:t>
                      </a:r>
                    </a:p>
                  </a:txBody>
                  <a:tcPr marL="7000" marR="7000" marT="7000" marB="0" anchor="ctr"/>
                </a:tc>
                <a:tc>
                  <a:txBody>
                    <a:bodyPr/>
                    <a:lstStyle/>
                    <a:p>
                      <a:r>
                        <a:rPr sz="1220" lang="zh-CN"/>
                        <a:t>数据科学学院</a:t>
                      </a:r>
                    </a:p>
                  </a:txBody>
                  <a:tcPr marL="7000" marR="7000" marT="7000" marB="0" anchor="ctr"/>
                </a:tc>
                <a:tc>
                  <a:txBody>
                    <a:bodyPr/>
                    <a:lstStyle/>
                    <a:p>
                      <a:r>
                        <a:rPr sz="1220" lang="zh-CN"/>
                        <a:t>CCPC 银奖</a:t>
                      </a:r>
                    </a:p>
                  </a:txBody>
                  <a:tcPr marL="8865" marR="8865" marT="8865" marB="0" anchor="ctr"/>
                </a:tc>
                <a:extLst>
                  <a:ext uri="{0D108BD9-81ED-4DB2-BD59-A6C34878D82A}">
                    <a16:rowId xmlns:a16="http://schemas.microsoft.com/office/drawing/2014/main" val="3619106978"/>
                  </a:ext>
                </a:extLst>
              </a:tr>
              <a:tr h="375781">
                <a:tc>
                  <a:txBody>
                    <a:bodyPr/>
                    <a:lstStyle/>
                    <a:p>
                      <a:r>
                        <a:rPr sz="1220" lang="zh-CN"/>
                        <a:t>忙秋阳</a:t>
                      </a:r>
                    </a:p>
                  </a:txBody>
                  <a:tcPr marL="7000" marR="7000" marT="7000" marB="0" anchor="ctr"/>
                </a:tc>
                <a:tc>
                  <a:txBody>
                    <a:bodyPr/>
                    <a:lstStyle/>
                    <a:p>
                      <a:r>
                        <a:rPr sz="1220" lang="zh-CN"/>
                        <a:t>2021级</a:t>
                      </a:r>
                    </a:p>
                  </a:txBody>
                  <a:tcPr marL="7000" marR="7000" marT="7000" marB="0" anchor="ctr"/>
                </a:tc>
                <a:tc>
                  <a:txBody>
                    <a:bodyPr/>
                    <a:lstStyle/>
                    <a:p>
                      <a:r>
                        <a:rPr sz="1220" lang="zh-CN"/>
                        <a:t>数据科学学院</a:t>
                      </a:r>
                    </a:p>
                  </a:txBody>
                  <a:tcPr marL="7000" marR="7000" marT="7000" marB="0" anchor="ctr"/>
                </a:tc>
                <a:tc>
                  <a:txBody>
                    <a:bodyPr/>
                    <a:lstStyle/>
                    <a:p>
                      <a:r>
                        <a:rPr sz="1220" lang="zh-CN"/>
                        <a:t>进入 ICPC 世界总决赛</a:t>
                      </a:r>
                    </a:p>
                  </a:txBody>
                  <a:tcPr marL="8865" marR="8865" marT="8865" marB="0" anchor="ctr"/>
                </a:tc>
                <a:extLst>
                  <a:ext uri="{0D108BD9-81ED-4DB2-BD59-A6C34878D82A}">
                    <a16:rowId xmlns:a16="http://schemas.microsoft.com/office/drawing/2014/main" val="3619106978"/>
                  </a:ext>
                </a:extLst>
              </a:tr>
              <a:tr h="375781">
                <a:tc>
                  <a:txBody>
                    <a:bodyPr/>
                    <a:lstStyle/>
                    <a:p>
                      <a:r>
                        <a:rPr sz="1220" lang="zh-CN"/>
                        <a:t>李冬旭</a:t>
                      </a:r>
                    </a:p>
                  </a:txBody>
                  <a:tcPr marL="7000" marR="7000" marT="7000" marB="0" anchor="ctr"/>
                </a:tc>
                <a:tc>
                  <a:txBody>
                    <a:bodyPr/>
                    <a:lstStyle/>
                    <a:p>
                      <a:r>
                        <a:rPr sz="1220" lang="zh-CN"/>
                        <a:t>2021级</a:t>
                      </a:r>
                    </a:p>
                  </a:txBody>
                  <a:tcPr marL="7000" marR="7000" marT="7000" marB="0" anchor="ctr"/>
                </a:tc>
                <a:tc>
                  <a:txBody>
                    <a:bodyPr/>
                    <a:lstStyle/>
                    <a:p>
                      <a:r>
                        <a:rPr sz="1220" lang="zh-CN"/>
                        <a:t>数据科学学院</a:t>
                      </a:r>
                    </a:p>
                  </a:txBody>
                  <a:tcPr marL="7000" marR="7000" marT="7000" marB="0" anchor="ctr"/>
                </a:tc>
                <a:tc>
                  <a:txBody>
                    <a:bodyPr/>
                    <a:lstStyle/>
                    <a:p>
                      <a:r>
                        <a:rPr sz="1220" lang="zh-CN"/>
                        <a:t>进入 ICPC 世界总决赛</a:t>
                      </a:r>
                    </a:p>
                  </a:txBody>
                  <a:tcPr marL="8865" marR="8865" marT="8865" marB="0" anchor="ctr"/>
                </a:tc>
                <a:extLst>
                  <a:ext uri="{0D108BD9-81ED-4DB2-BD59-A6C34878D82A}">
                    <a16:rowId xmlns:a16="http://schemas.microsoft.com/office/drawing/2014/main" val="3619106978"/>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 name="组合 6"/>
          <p:cNvGrpSpPr/>
          <p:nvPr/>
        </p:nvGrpSpPr>
        <p:grpSpPr>
          <a:xfrm>
            <a:off x="9752" y="270751"/>
            <a:ext cx="7549923" cy="9999797"/>
            <a:chOff x="9752" y="255633"/>
            <a:chExt cx="7549923" cy="9999797"/>
          </a:xfrm>
        </p:grpSpPr>
        <p:pic>
          <p:nvPicPr>
            <p:cNvPr id="144" name="图片 7"/>
            <p:cNvPicPr>
              <a:picLocks noChangeAspect="1"/>
            </p:cNvPicPr>
            <p:nvPr/>
          </p:nvPicPr>
          <p:blipFill>
            <a:blip r:embed="rId3"/>
            <a:srcRect r="1505"/>
            <a:stretch/>
          </p:blipFill>
          <p:spPr>
            <a:xfrm>
              <a:off x="9752" y="255633"/>
              <a:ext cx="7549923" cy="9999797"/>
            </a:xfrm>
            <a:prstGeom prst="rect">
              <a:avLst/>
            </a:prstGeom>
          </p:spPr>
        </p:pic>
        <p:pic>
          <p:nvPicPr>
            <p:cNvPr id="145" name="图片 8"/>
            <p:cNvPicPr>
              <a:picLocks noChangeAspect="1"/>
            </p:cNvPicPr>
            <p:nvPr/>
          </p:nvPicPr>
          <p:blipFill>
            <a:blip r:embed="rId4"/>
            <a:stretch>
              <a:fillRect/>
            </a:stretch>
          </p:blipFill>
          <p:spPr>
            <a:xfrm>
              <a:off x="2733503" y="958361"/>
              <a:ext cx="4803852" cy="183897"/>
            </a:xfrm>
            <a:prstGeom prst="rect">
              <a:avLst/>
            </a:prstGeom>
          </p:spPr>
        </p:pic>
        <p:pic>
          <p:nvPicPr>
            <p:cNvPr id="146" name="图片 9"/>
            <p:cNvPicPr>
              <a:picLocks noChangeAspect="1"/>
            </p:cNvPicPr>
            <p:nvPr/>
          </p:nvPicPr>
          <p:blipFill>
            <a:blip r:embed="rId5"/>
            <a:stretch>
              <a:fillRect/>
            </a:stretch>
          </p:blipFill>
          <p:spPr>
            <a:xfrm>
              <a:off x="2955317" y="489607"/>
              <a:ext cx="4480144" cy="476842"/>
            </a:xfrm>
            <a:prstGeom prst="rect">
              <a:avLst/>
            </a:prstGeom>
          </p:spPr>
        </p:pic>
      </p:grpSp>
      <p:sp>
        <p:nvSpPr>
          <p:cNvPr id="148" name="Title Placeholder 1"/>
          <p:cNvSpPr txBox="1"/>
          <p:nvPr/>
        </p:nvSpPr>
        <p:spPr>
          <a:xfrm>
            <a:off x="593999" y="954000"/>
            <a:ext cx="6054449"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曾获</a:t>
            </a:r>
            <a:r>
              <a:rPr lang="en-US" altLang="zh-CN" sz="3200" dirty="0"/>
              <a:t>ICPC/CCPC</a:t>
            </a:r>
            <a:r>
              <a:rPr lang="zh-CN" altLang="en-US" sz="3200" dirty="0"/>
              <a:t>奖项队员</a:t>
            </a:r>
            <a:endParaRPr lang="en-CN" altLang="zh-CN" sz="3200"/>
          </a:p>
        </p:txBody>
      </p:sp>
      <p:cxnSp>
        <p:nvCxnSpPr>
          <p:cNvPr id="149" name="图形"/>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152" name="文本框 4"/>
          <p:cNvSpPr txBox="1"/>
          <p:nvPr/>
        </p:nvSpPr>
        <p:spPr>
          <a:xfrm>
            <a:off x="4778527" y="9557605"/>
            <a:ext cx="4633521" cy="323165"/>
          </a:xfrm>
          <a:prstGeom prst="rect">
            <a:avLst/>
          </a:prstGeom>
          <a:noFill/>
        </p:spPr>
        <p:txBody>
          <a:bodyPr/>
          <a:lstStyle/>
          <a:p>
            <a:r>
              <a:rPr sz="1500" lang="zh-CN"/>
              <a:t>23</a:t>
            </a:r>
          </a:p>
        </p:txBody>
      </p:sp>
      <p:pic>
        <p:nvPicPr>
          <p:cNvPr id="153" name="图片 5"/>
          <p:cNvPicPr>
            <a:picLocks noChangeAspect="1"/>
          </p:cNvPicPr>
          <p:nvPr/>
        </p:nvPicPr>
        <p:blipFill>
          <a:blip r:embed="rId6" cstate="print"/>
          <a:stretch>
            <a:fillRect/>
          </a:stretch>
        </p:blipFill>
        <p:spPr>
          <a:xfrm>
            <a:off x="1336928" y="196268"/>
            <a:ext cx="6637825" cy="925594"/>
          </a:xfrm>
          <a:prstGeom prst="rect">
            <a:avLst/>
          </a:prstGeom>
        </p:spPr>
      </p:pic>
      <p:sp>
        <p:nvSpPr>
          <p:cNvPr id="2" name="矩形 48">
            <a:extLst>
              <a:ext uri="{FF2B5EF4-FFF2-40B4-BE49-F238E27FC236}">
                <a16:creationId xmlns:a16="http://schemas.microsoft.com/office/drawing/2014/main" id="{B26ADA8B-450D-1711-16CB-755BED38D702}"/>
              </a:ext>
            </a:extLst>
          </p:cNvPr>
          <p:cNvSpPr/>
          <p:nvPr/>
        </p:nvSpPr>
        <p:spPr>
          <a:xfrm rot="5400000" flipH="1">
            <a:off x="2252301" y="75600"/>
            <a:ext cx="3486789" cy="7127958"/>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graphicFrame>
        <p:nvGraphicFramePr>
          <p:cNvPr id="3" name="表格 2">
            <a:extLst>
              <a:ext uri="{FF2B5EF4-FFF2-40B4-BE49-F238E27FC236}">
                <a16:creationId xmlns:a16="http://schemas.microsoft.com/office/drawing/2014/main" id="{4CD9E9B9-F751-B58A-797C-4A0635911E9B}"/>
              </a:ext>
            </a:extLst>
          </p:cNvPr>
          <p:cNvGraphicFramePr/>
          <p:nvPr>
            <p:extLst>
              <p:ext uri="{D42A27DB-BD31-4B8C-83A1-F6EECF244321}">
                <p14:modId xmlns:p14="http://schemas.microsoft.com/office/powerpoint/2010/main" val="1409071139"/>
              </p:ext>
            </p:extLst>
          </p:nvPr>
        </p:nvGraphicFramePr>
        <p:xfrm>
          <a:off x="824489" y="2062800"/>
          <a:ext cx="6342412" cy="4116840"/>
        </p:xfrm>
        <a:graphic>
          <a:graphicData uri="http://schemas.openxmlformats.org/drawingml/2006/table">
            <a:tbl>
              <a:tblPr>
                <a:tableStyleId>{5940675A-B579-460E-94D1-54222C63F5DA}</a:tableStyleId>
              </a:tblPr>
              <a:tblGrid>
                <a:gridCol w="1466999">
                  <a:extLst>
                    <a:ext uri="{9D8B030D-6E8A-4147-A177-3AD203B41FA5}">
                      <a16:colId xmlns:a16="http://schemas.microsoft.com/office/drawing/2014/main" val="1"/>
                    </a:ext>
                  </a:extLst>
                </a:gridCol>
                <a:gridCol w="715795">
                  <a:extLst>
                    <a:ext uri="{9D8B030D-6E8A-4147-A177-3AD203B41FA5}">
                      <a16:colId xmlns:a16="http://schemas.microsoft.com/office/drawing/2014/main" val="2"/>
                    </a:ext>
                  </a:extLst>
                </a:gridCol>
                <a:gridCol w="1387767">
                  <a:extLst>
                    <a:ext uri="{9D8B030D-6E8A-4147-A177-3AD203B41FA5}">
                      <a16:colId xmlns:a16="http://schemas.microsoft.com/office/drawing/2014/main" val="3"/>
                    </a:ext>
                  </a:extLst>
                </a:gridCol>
                <a:gridCol w="2771851">
                  <a:extLst>
                    <a:ext uri="{9D8B030D-6E8A-4147-A177-3AD203B41FA5}">
                      <a16:colId xmlns:a16="http://schemas.microsoft.com/office/drawing/2014/main" val="4"/>
                    </a:ext>
                  </a:extLst>
                </a:gridCol>
              </a:tblGrid>
              <a:tr h="273974">
                <a:tc>
                  <a:txBody>
                    <a:bodyPr/>
                    <a:lstStyle/>
                    <a:p>
                      <a:r>
                        <a:rPr lang="zh-CN"/>
                        <a:t>姓名</a:t>
                      </a:r>
                    </a:p>
                  </a:txBody>
                  <a:tcPr marL="8865" marR="8865" marT="8865" marB="0" anchor="ctr"/>
                </a:tc>
                <a:tc>
                  <a:txBody>
                    <a:bodyPr/>
                    <a:lstStyle/>
                    <a:p>
                      <a:r>
                        <a:rPr lang="zh-CN"/>
                        <a:t>年级</a:t>
                      </a:r>
                    </a:p>
                  </a:txBody>
                  <a:tcPr marL="8865" marR="8865" marT="8865" marB="0" anchor="ctr"/>
                </a:tc>
                <a:tc>
                  <a:txBody>
                    <a:bodyPr/>
                    <a:lstStyle/>
                    <a:p>
                      <a:r>
                        <a:rPr lang="zh-CN"/>
                        <a:t>学院</a:t>
                      </a:r>
                    </a:p>
                  </a:txBody>
                  <a:tcPr marL="8865" marR="8865" marT="8865" marB="0" anchor="ctr"/>
                </a:tc>
                <a:tc>
                  <a:txBody>
                    <a:bodyPr/>
                    <a:lstStyle/>
                    <a:p>
                      <a:r>
                        <a:rPr lang="zh-CN"/>
                        <a:t>代表性成绩</a:t>
                      </a:r>
                    </a:p>
                  </a:txBody>
                  <a:tcPr marL="8865" marR="8865" marT="8865" marB="0" anchor="ctr"/>
                </a:tc>
                <a:extLst>
                  <a:ext uri="{0D108BD9-81ED-4DB2-BD59-A6C34878D82A}">
                    <a16:rowId xmlns:a16="http://schemas.microsoft.com/office/drawing/2014/main" val="1"/>
                  </a:ext>
                </a:extLst>
              </a:tr>
              <a:tr h="380769">
                <a:tc>
                  <a:txBody>
                    <a:bodyPr/>
                    <a:lstStyle/>
                    <a:p>
                      <a:r>
                        <a:rPr sz="1220" lang="zh-CN"/>
                        <a:t>徐源</a:t>
                      </a:r>
                    </a:p>
                  </a:txBody>
                  <a:tcPr marL="8865" marR="8865" marT="8865" marB="0" anchor="ctr"/>
                </a:tc>
                <a:tc>
                  <a:txBody>
                    <a:bodyPr/>
                    <a:lstStyle/>
                    <a:p>
                      <a:r>
                        <a:rPr sz="1220" lang="zh-CN"/>
                        <a:t>2021级</a:t>
                      </a:r>
                    </a:p>
                  </a:txBody>
                  <a:tcPr marL="8865" marR="8865" marT="8865" marB="0" anchor="ctr"/>
                </a:tc>
                <a:tc>
                  <a:txBody>
                    <a:bodyPr/>
                    <a:lstStyle/>
                    <a:p>
                      <a:r>
                        <a:rPr sz="1220" lang="zh-CN"/>
                        <a:t>数据科学学院</a:t>
                      </a:r>
                    </a:p>
                  </a:txBody>
                  <a:tcPr marL="8865" marR="8865" marT="8865" marB="0" anchor="ctr"/>
                </a:tc>
                <a:tc>
                  <a:txBody>
                    <a:bodyPr/>
                    <a:lstStyle/>
                    <a:p>
                      <a:r>
                        <a:rPr sz="1220" lang="zh-CN"/>
                        <a:t>进入 ICPC 世界总决赛</a:t>
                      </a:r>
                    </a:p>
                  </a:txBody>
                  <a:tcPr marL="8865" marR="8865" marT="8865" marB="0" anchor="ctr"/>
                </a:tc>
                <a:extLst>
                  <a:ext uri="{0D108BD9-81ED-4DB2-BD59-A6C34878D82A}">
                    <a16:rowId xmlns:a16="http://schemas.microsoft.com/office/drawing/2014/main" val="4116750286"/>
                  </a:ext>
                </a:extLst>
              </a:tr>
              <a:tr h="380769">
                <a:tc>
                  <a:txBody>
                    <a:bodyPr/>
                    <a:lstStyle/>
                    <a:p>
                      <a:r>
                        <a:rPr sz="1220" lang="zh-CN"/>
                        <a:t>蒋一歌</a:t>
                      </a:r>
                    </a:p>
                  </a:txBody>
                  <a:tcPr marL="8865" marR="8865" marT="8865" marB="0" anchor="ctr"/>
                </a:tc>
                <a:tc>
                  <a:txBody>
                    <a:bodyPr/>
                    <a:lstStyle/>
                    <a:p>
                      <a:r>
                        <a:rPr sz="1220" lang="zh-CN"/>
                        <a:t>2021级</a:t>
                      </a:r>
                    </a:p>
                  </a:txBody>
                  <a:tcPr marL="8865" marR="8865" marT="8865" marB="0" anchor="ctr"/>
                </a:tc>
                <a:tc>
                  <a:txBody>
                    <a:bodyPr/>
                    <a:lstStyle/>
                    <a:p>
                      <a:r>
                        <a:rPr sz="1220" lang="zh-CN"/>
                        <a:t>数据科学学院</a:t>
                      </a:r>
                    </a:p>
                  </a:txBody>
                  <a:tcPr marL="8865" marR="8865" marT="8865" marB="0" anchor="ctr"/>
                </a:tc>
                <a:tc>
                  <a:txBody>
                    <a:bodyPr/>
                    <a:lstStyle/>
                    <a:p>
                      <a:r>
                        <a:rPr sz="1220" lang="zh-CN"/>
                        <a:t>ICPC 金奖、ICPC EC Final 银奖</a:t>
                      </a:r>
                    </a:p>
                  </a:txBody>
                  <a:tcPr marL="8865" marR="8865" marT="8865" marB="0" anchor="ctr"/>
                </a:tc>
                <a:extLst>
                  <a:ext uri="{0D108BD9-81ED-4DB2-BD59-A6C34878D82A}">
                    <a16:rowId xmlns:a16="http://schemas.microsoft.com/office/drawing/2014/main" val="4116750286"/>
                  </a:ext>
                </a:extLst>
              </a:tr>
              <a:tr h="380769">
                <a:tc>
                  <a:txBody>
                    <a:bodyPr/>
                    <a:lstStyle/>
                    <a:p>
                      <a:r>
                        <a:rPr sz="1220" lang="zh-CN"/>
                        <a:t>郭青硕</a:t>
                      </a:r>
                    </a:p>
                  </a:txBody>
                  <a:tcPr marL="8865" marR="8865" marT="8865" marB="0" anchor="ctr"/>
                </a:tc>
                <a:tc>
                  <a:txBody>
                    <a:bodyPr/>
                    <a:lstStyle/>
                    <a:p>
                      <a:r>
                        <a:rPr sz="1220" lang="zh-CN"/>
                        <a:t>2021级</a:t>
                      </a:r>
                    </a:p>
                  </a:txBody>
                  <a:tcPr marL="8865" marR="8865" marT="8865" marB="0" anchor="ctr"/>
                </a:tc>
                <a:tc>
                  <a:txBody>
                    <a:bodyPr/>
                    <a:lstStyle/>
                    <a:p>
                      <a:r>
                        <a:rPr sz="1220" lang="zh-CN"/>
                        <a:t>数据科学学院</a:t>
                      </a:r>
                    </a:p>
                  </a:txBody>
                  <a:tcPr marL="8865" marR="8865" marT="8865" marB="0" anchor="ctr"/>
                </a:tc>
                <a:tc>
                  <a:txBody>
                    <a:bodyPr/>
                    <a:lstStyle/>
                    <a:p>
                      <a:r>
                        <a:rPr sz="1220" lang="zh-CN"/>
                        <a:t>ICPC EC Final 金奖、CCPC 季军</a:t>
                      </a:r>
                    </a:p>
                  </a:txBody>
                  <a:tcPr marL="8865" marR="8865" marT="8865" marB="0" anchor="ctr"/>
                </a:tc>
                <a:extLst>
                  <a:ext uri="{0D108BD9-81ED-4DB2-BD59-A6C34878D82A}">
                    <a16:rowId xmlns:a16="http://schemas.microsoft.com/office/drawing/2014/main" val="4116750286"/>
                  </a:ext>
                </a:extLst>
              </a:tr>
              <a:tr h="380769">
                <a:tc>
                  <a:txBody>
                    <a:bodyPr/>
                    <a:lstStyle/>
                    <a:p>
                      <a:r>
                        <a:rPr sz="1220" lang="zh-CN"/>
                        <a:t>侯天赐</a:t>
                      </a:r>
                    </a:p>
                  </a:txBody>
                  <a:tcPr marL="8865" marR="8865" marT="8865" marB="0" anchor="ctr"/>
                </a:tc>
                <a:tc>
                  <a:txBody>
                    <a:bodyPr/>
                    <a:lstStyle/>
                    <a:p>
                      <a:r>
                        <a:rPr sz="1220" lang="zh-CN"/>
                        <a:t>2021级</a:t>
                      </a:r>
                    </a:p>
                  </a:txBody>
                  <a:tcPr marL="8865" marR="8865" marT="8865" marB="0" anchor="ctr"/>
                </a:tc>
                <a:tc>
                  <a:txBody>
                    <a:bodyPr/>
                    <a:lstStyle/>
                    <a:p>
                      <a:r>
                        <a:rPr sz="1220" lang="zh-CN"/>
                        <a:t>数据科学学院</a:t>
                      </a:r>
                    </a:p>
                  </a:txBody>
                  <a:tcPr marL="8865" marR="8865" marT="8865" marB="0" anchor="ctr"/>
                </a:tc>
                <a:tc>
                  <a:txBody>
                    <a:bodyPr/>
                    <a:lstStyle/>
                    <a:p>
                      <a:r>
                        <a:rPr sz="1220" lang="zh-CN"/>
                        <a:t>CCPC 金奖、ICPC 银奖</a:t>
                      </a:r>
                    </a:p>
                  </a:txBody>
                  <a:tcPr marL="8865" marR="8865" marT="8865" marB="0" anchor="ctr"/>
                </a:tc>
                <a:extLst>
                  <a:ext uri="{0D108BD9-81ED-4DB2-BD59-A6C34878D82A}">
                    <a16:rowId xmlns:a16="http://schemas.microsoft.com/office/drawing/2014/main" val="4116750286"/>
                  </a:ext>
                </a:extLst>
              </a:tr>
              <a:tr h="380769">
                <a:tc>
                  <a:txBody>
                    <a:bodyPr/>
                    <a:lstStyle/>
                    <a:p>
                      <a:r>
                        <a:rPr sz="1220" lang="zh-CN"/>
                        <a:t>夏禹扬</a:t>
                      </a:r>
                    </a:p>
                  </a:txBody>
                  <a:tcPr marL="8865" marR="8865" marT="8865" marB="0" anchor="ctr"/>
                </a:tc>
                <a:tc>
                  <a:txBody>
                    <a:bodyPr/>
                    <a:lstStyle/>
                    <a:p>
                      <a:r>
                        <a:rPr sz="1220" lang="zh-CN"/>
                        <a:t>2021级</a:t>
                      </a:r>
                    </a:p>
                  </a:txBody>
                  <a:tcPr marL="8865" marR="8865" marT="8865" marB="0" anchor="ctr"/>
                </a:tc>
                <a:tc>
                  <a:txBody>
                    <a:bodyPr/>
                    <a:lstStyle/>
                    <a:p>
                      <a:r>
                        <a:rPr sz="1220" lang="zh-CN"/>
                        <a:t>数据科学学院</a:t>
                      </a:r>
                    </a:p>
                  </a:txBody>
                  <a:tcPr marL="8865" marR="8865" marT="8865" marB="0" anchor="ctr"/>
                </a:tc>
                <a:tc>
                  <a:txBody>
                    <a:bodyPr/>
                    <a:lstStyle/>
                    <a:p>
                      <a:r>
                        <a:rPr sz="1220" lang="zh-CN"/>
                        <a:t>CCPC 金奖、ICPC 银奖</a:t>
                      </a:r>
                    </a:p>
                  </a:txBody>
                  <a:tcPr marL="8865" marR="8865" marT="8865" marB="0" anchor="ctr"/>
                </a:tc>
                <a:extLst>
                  <a:ext uri="{0D108BD9-81ED-4DB2-BD59-A6C34878D82A}">
                    <a16:rowId xmlns:a16="http://schemas.microsoft.com/office/drawing/2014/main" val="4116750286"/>
                  </a:ext>
                </a:extLst>
              </a:tr>
              <a:tr h="380769">
                <a:tc>
                  <a:txBody>
                    <a:bodyPr/>
                    <a:lstStyle/>
                    <a:p>
                      <a:r>
                        <a:rPr sz="1220" lang="zh-CN"/>
                        <a:t>赵子逸</a:t>
                      </a:r>
                    </a:p>
                  </a:txBody>
                  <a:tcPr marL="8865" marR="8865" marT="8865" marB="0" anchor="ctr"/>
                </a:tc>
                <a:tc>
                  <a:txBody>
                    <a:bodyPr/>
                    <a:lstStyle/>
                    <a:p>
                      <a:r>
                        <a:rPr sz="1220" lang="zh-CN"/>
                        <a:t>2021级</a:t>
                      </a:r>
                    </a:p>
                  </a:txBody>
                  <a:tcPr marL="8865" marR="8865" marT="8865" marB="0" anchor="ctr"/>
                </a:tc>
                <a:tc>
                  <a:txBody>
                    <a:bodyPr/>
                    <a:lstStyle/>
                    <a:p>
                      <a:r>
                        <a:rPr sz="1220" lang="zh-CN"/>
                        <a:t>数据科学学院</a:t>
                      </a:r>
                    </a:p>
                  </a:txBody>
                  <a:tcPr marL="8865" marR="8865" marT="8865" marB="0" anchor="ctr"/>
                </a:tc>
                <a:tc>
                  <a:txBody>
                    <a:bodyPr/>
                    <a:lstStyle/>
                    <a:p>
                      <a:r>
                        <a:rPr sz="1220" lang="zh-CN"/>
                        <a:t>CCPC 金奖、ICPC 银奖</a:t>
                      </a:r>
                    </a:p>
                  </a:txBody>
                  <a:tcPr marL="8865" marR="8865" marT="8865" marB="0" anchor="ctr"/>
                </a:tc>
                <a:extLst>
                  <a:ext uri="{0D108BD9-81ED-4DB2-BD59-A6C34878D82A}">
                    <a16:rowId xmlns:a16="http://schemas.microsoft.com/office/drawing/2014/main" val="4116750286"/>
                  </a:ext>
                </a:extLst>
              </a:tr>
              <a:tr h="380769">
                <a:tc>
                  <a:txBody>
                    <a:bodyPr/>
                    <a:lstStyle/>
                    <a:p>
                      <a:r>
                        <a:rPr sz="1220" lang="zh-CN"/>
                        <a:t>潘婕</a:t>
                      </a:r>
                    </a:p>
                  </a:txBody>
                  <a:tcPr marL="8865" marR="8865" marT="8865" marB="0" anchor="ctr"/>
                </a:tc>
                <a:tc>
                  <a:txBody>
                    <a:bodyPr/>
                    <a:lstStyle/>
                    <a:p>
                      <a:r>
                        <a:rPr sz="1220" lang="zh-CN"/>
                        <a:t>2021级</a:t>
                      </a:r>
                    </a:p>
                  </a:txBody>
                  <a:tcPr marL="8865" marR="8865" marT="8865" marB="0" anchor="ctr"/>
                </a:tc>
                <a:tc>
                  <a:txBody>
                    <a:bodyPr/>
                    <a:lstStyle/>
                    <a:p>
                      <a:r>
                        <a:rPr sz="1220" lang="zh-CN"/>
                        <a:t>数据科学学院</a:t>
                      </a:r>
                    </a:p>
                  </a:txBody>
                  <a:tcPr marL="8865" marR="8865" marT="8865" marB="0" anchor="ctr"/>
                </a:tc>
                <a:tc>
                  <a:txBody>
                    <a:bodyPr/>
                    <a:lstStyle/>
                    <a:p>
                      <a:r>
                        <a:rPr sz="1220" lang="zh-CN"/>
                        <a:t>ICPC 铜奖</a:t>
                      </a:r>
                    </a:p>
                  </a:txBody>
                  <a:tcPr marL="8865" marR="8865" marT="8865" marB="0" anchor="ctr"/>
                </a:tc>
                <a:extLst>
                  <a:ext uri="{0D108BD9-81ED-4DB2-BD59-A6C34878D82A}">
                    <a16:rowId xmlns:a16="http://schemas.microsoft.com/office/drawing/2014/main" val="4116750286"/>
                  </a:ext>
                </a:extLst>
              </a:tr>
              <a:tr h="380769">
                <a:tc>
                  <a:txBody>
                    <a:bodyPr/>
                    <a:lstStyle/>
                    <a:p>
                      <a:r>
                        <a:rPr sz="1220" lang="zh-CN"/>
                        <a:t>曲恒毅</a:t>
                      </a:r>
                    </a:p>
                  </a:txBody>
                  <a:tcPr marL="8865" marR="8865" marT="8865" marB="0" anchor="ctr"/>
                </a:tc>
                <a:tc>
                  <a:txBody>
                    <a:bodyPr/>
                    <a:lstStyle/>
                    <a:p>
                      <a:r>
                        <a:rPr sz="1220" lang="zh-CN"/>
                        <a:t>2020级</a:t>
                      </a:r>
                    </a:p>
                  </a:txBody>
                  <a:tcPr marL="8865" marR="8865" marT="8865" marB="0" anchor="ctr"/>
                </a:tc>
                <a:tc>
                  <a:txBody>
                    <a:bodyPr/>
                    <a:lstStyle/>
                    <a:p>
                      <a:r>
                        <a:rPr sz="1220" lang="zh-CN"/>
                        <a:t>数据科学学院</a:t>
                      </a:r>
                    </a:p>
                  </a:txBody>
                  <a:tcPr marL="8865" marR="8865" marT="8865" marB="0" anchor="ctr"/>
                </a:tc>
                <a:tc>
                  <a:txBody>
                    <a:bodyPr/>
                    <a:lstStyle/>
                    <a:p>
                      <a:r>
                        <a:rPr sz="1220" lang="zh-CN"/>
                        <a:t>CCPC 金奖、ICPC 银奖</a:t>
                      </a:r>
                    </a:p>
                  </a:txBody>
                  <a:tcPr marL="8865" marR="8865" marT="8865" marB="0" anchor="ctr"/>
                </a:tc>
                <a:extLst>
                  <a:ext uri="{0D108BD9-81ED-4DB2-BD59-A6C34878D82A}">
                    <a16:rowId xmlns:a16="http://schemas.microsoft.com/office/drawing/2014/main" val="4116750286"/>
                  </a:ext>
                </a:extLst>
              </a:tr>
              <a:tr h="380769">
                <a:tc>
                  <a:txBody>
                    <a:bodyPr/>
                    <a:lstStyle/>
                    <a:p>
                      <a:r>
                        <a:rPr sz="1220" lang="zh-CN"/>
                        <a:t>程思浩</a:t>
                      </a:r>
                    </a:p>
                  </a:txBody>
                  <a:tcPr marL="8865" marR="8865" marT="8865" marB="0" anchor="ctr"/>
                </a:tc>
                <a:tc>
                  <a:txBody>
                    <a:bodyPr/>
                    <a:lstStyle/>
                    <a:p>
                      <a:r>
                        <a:rPr sz="1220" lang="zh-CN"/>
                        <a:t>2020级</a:t>
                      </a:r>
                    </a:p>
                  </a:txBody>
                  <a:tcPr marL="8865" marR="8865" marT="8865" marB="0" anchor="ctr"/>
                </a:tc>
                <a:tc>
                  <a:txBody>
                    <a:bodyPr/>
                    <a:lstStyle/>
                    <a:p>
                      <a:r>
                        <a:rPr sz="1220" lang="zh-CN"/>
                        <a:t>数据科学学院</a:t>
                      </a:r>
                    </a:p>
                  </a:txBody>
                  <a:tcPr marL="8865" marR="8865" marT="8865" marB="0" anchor="ctr"/>
                </a:tc>
                <a:tc>
                  <a:txBody>
                    <a:bodyPr/>
                    <a:lstStyle/>
                    <a:p>
                      <a:r>
                        <a:rPr sz="1220" lang="zh-CN"/>
                        <a:t>ICPC 银奖</a:t>
                      </a:r>
                    </a:p>
                  </a:txBody>
                  <a:tcPr marL="8865" marR="8865" marT="8865" marB="0" anchor="ctr"/>
                </a:tc>
                <a:extLst>
                  <a:ext uri="{0D108BD9-81ED-4DB2-BD59-A6C34878D82A}">
                    <a16:rowId xmlns:a16="http://schemas.microsoft.com/office/drawing/2014/main" val="4116750286"/>
                  </a:ext>
                </a:extLst>
              </a:tr>
              <a:tr h="380769">
                <a:tc>
                  <a:txBody>
                    <a:bodyPr/>
                    <a:lstStyle/>
                    <a:p>
                      <a:r>
                        <a:rPr sz="1220" lang="zh-CN"/>
                        <a:t>陈建文</a:t>
                      </a:r>
                    </a:p>
                  </a:txBody>
                  <a:tcPr marL="8865" marR="8865" marT="8865" marB="0" anchor="ctr"/>
                </a:tc>
                <a:tc>
                  <a:txBody>
                    <a:bodyPr/>
                    <a:lstStyle/>
                    <a:p>
                      <a:r>
                        <a:rPr sz="1220" lang="zh-CN"/>
                        <a:t>2020级</a:t>
                      </a:r>
                    </a:p>
                  </a:txBody>
                  <a:tcPr marL="8865" marR="8865" marT="8865" marB="0" anchor="ctr"/>
                </a:tc>
                <a:tc>
                  <a:txBody>
                    <a:bodyPr/>
                    <a:lstStyle/>
                    <a:p>
                      <a:r>
                        <a:rPr sz="1220" lang="zh-CN"/>
                        <a:t>数据科学学院</a:t>
                      </a:r>
                    </a:p>
                  </a:txBody>
                  <a:tcPr marL="8865" marR="8865" marT="8865" marB="0" anchor="ctr"/>
                </a:tc>
                <a:tc>
                  <a:txBody>
                    <a:bodyPr/>
                    <a:lstStyle/>
                    <a:p>
                      <a:r>
                        <a:rPr sz="1220" lang="zh-CN"/>
                        <a:t>ICPC 银奖</a:t>
                      </a:r>
                    </a:p>
                  </a:txBody>
                  <a:tcPr marL="8865" marR="8865" marT="8865" marB="0" anchor="ctr"/>
                </a:tc>
                <a:extLst>
                  <a:ext uri="{0D108BD9-81ED-4DB2-BD59-A6C34878D82A}">
                    <a16:rowId xmlns:a16="http://schemas.microsoft.com/office/drawing/2014/main" val="4116750286"/>
                  </a:ext>
                </a:extLst>
              </a:tr>
              <a:tr h="380769">
                <a:tc>
                  <a:txBody>
                    <a:bodyPr/>
                    <a:lstStyle/>
                    <a:p>
                      <a:r>
                        <a:rPr sz="1220" lang="zh-CN"/>
                        <a:t>金德容</a:t>
                      </a:r>
                    </a:p>
                  </a:txBody>
                  <a:tcPr marL="8865" marR="8865" marT="8865" marB="0" anchor="ctr"/>
                </a:tc>
                <a:tc>
                  <a:txBody>
                    <a:bodyPr/>
                    <a:lstStyle/>
                    <a:p>
                      <a:r>
                        <a:rPr sz="1220" lang="zh-CN"/>
                        <a:t>2020级</a:t>
                      </a:r>
                    </a:p>
                  </a:txBody>
                  <a:tcPr marL="8865" marR="8865" marT="8865" marB="0" anchor="ctr"/>
                </a:tc>
                <a:tc>
                  <a:txBody>
                    <a:bodyPr/>
                    <a:lstStyle/>
                    <a:p>
                      <a:r>
                        <a:rPr sz="1220" lang="zh-CN"/>
                        <a:t>数据科学学院</a:t>
                      </a:r>
                    </a:p>
                  </a:txBody>
                  <a:tcPr marL="8865" marR="8865" marT="8865" marB="0" anchor="ctr"/>
                </a:tc>
                <a:tc>
                  <a:txBody>
                    <a:bodyPr/>
                    <a:lstStyle/>
                    <a:p>
                      <a:r>
                        <a:rPr sz="1220" lang="zh-CN"/>
                        <a:t>ICPC 银奖</a:t>
                      </a:r>
                    </a:p>
                  </a:txBody>
                  <a:tcPr marL="8865" marR="8865" marT="8865" marB="0" anchor="ctr"/>
                </a:tc>
                <a:extLst>
                  <a:ext uri="{0D108BD9-81ED-4DB2-BD59-A6C34878D82A}">
                    <a16:rowId xmlns:a16="http://schemas.microsoft.com/office/drawing/2014/main" val="4116750286"/>
                  </a:ext>
                </a:extLst>
              </a:tr>
              <a:tr h="380769">
                <a:tc>
                  <a:txBody>
                    <a:bodyPr/>
                    <a:lstStyle/>
                    <a:p>
                      <a:r>
                        <a:rPr sz="1220" lang="zh-CN"/>
                        <a:t>俞晨阳</a:t>
                      </a:r>
                    </a:p>
                  </a:txBody>
                  <a:tcPr marL="8865" marR="8865" marT="8865" marB="0" anchor="ctr"/>
                </a:tc>
                <a:tc>
                  <a:txBody>
                    <a:bodyPr/>
                    <a:lstStyle/>
                    <a:p>
                      <a:r>
                        <a:rPr sz="1220" lang="zh-CN"/>
                        <a:t>2020级</a:t>
                      </a:r>
                    </a:p>
                  </a:txBody>
                  <a:tcPr marL="8865" marR="8865" marT="8865" marB="0" anchor="ctr"/>
                </a:tc>
                <a:tc>
                  <a:txBody>
                    <a:bodyPr/>
                    <a:lstStyle/>
                    <a:p>
                      <a:r>
                        <a:rPr sz="1220" lang="zh-CN"/>
                        <a:t>数据科学学院</a:t>
                      </a:r>
                    </a:p>
                  </a:txBody>
                  <a:tcPr marL="8865" marR="8865" marT="8865" marB="0" anchor="ctr"/>
                </a:tc>
                <a:tc>
                  <a:txBody>
                    <a:bodyPr/>
                    <a:lstStyle/>
                    <a:p>
                      <a:r>
                        <a:rPr sz="1220" lang="zh-CN"/>
                        <a:t>ICPC 铜奖</a:t>
                      </a:r>
                    </a:p>
                  </a:txBody>
                  <a:tcPr marL="8865" marR="8865" marT="8865" marB="0" anchor="ctr"/>
                </a:tc>
                <a:extLst>
                  <a:ext uri="{0D108BD9-81ED-4DB2-BD59-A6C34878D82A}">
                    <a16:rowId xmlns:a16="http://schemas.microsoft.com/office/drawing/2014/main" val="4116750286"/>
                  </a:ext>
                </a:extLst>
              </a:tr>
              <a:tr h="380769">
                <a:tc>
                  <a:txBody>
                    <a:bodyPr/>
                    <a:lstStyle/>
                    <a:p>
                      <a:r>
                        <a:rPr sz="1220" lang="zh-CN"/>
                        <a:t>吴东昊</a:t>
                      </a:r>
                    </a:p>
                  </a:txBody>
                  <a:tcPr marL="8865" marR="8865" marT="8865" marB="0" anchor="ctr"/>
                </a:tc>
                <a:tc>
                  <a:txBody>
                    <a:bodyPr/>
                    <a:lstStyle/>
                    <a:p>
                      <a:r>
                        <a:rPr sz="1220" lang="zh-CN"/>
                        <a:t>2020级</a:t>
                      </a:r>
                    </a:p>
                  </a:txBody>
                  <a:tcPr marL="8865" marR="8865" marT="8865" marB="0" anchor="ctr"/>
                </a:tc>
                <a:tc>
                  <a:txBody>
                    <a:bodyPr/>
                    <a:lstStyle/>
                    <a:p>
                      <a:r>
                        <a:rPr sz="1220" lang="zh-CN"/>
                        <a:t>数据科学学院</a:t>
                      </a:r>
                    </a:p>
                  </a:txBody>
                  <a:tcPr marL="8865" marR="8865" marT="8865" marB="0" anchor="ctr"/>
                </a:tc>
                <a:tc>
                  <a:txBody>
                    <a:bodyPr/>
                    <a:lstStyle/>
                    <a:p>
                      <a:r>
                        <a:rPr sz="1220" lang="zh-CN"/>
                        <a:t>ICPC 铜奖</a:t>
                      </a:r>
                    </a:p>
                  </a:txBody>
                  <a:tcPr marL="8865" marR="8865" marT="8865" marB="0" anchor="ctr"/>
                </a:tc>
                <a:extLst>
                  <a:ext uri="{0D108BD9-81ED-4DB2-BD59-A6C34878D82A}">
                    <a16:rowId xmlns:a16="http://schemas.microsoft.com/office/drawing/2014/main" val="4116750286"/>
                  </a:ext>
                </a:extLst>
              </a:tr>
              <a:tr h="380769">
                <a:tc>
                  <a:txBody>
                    <a:bodyPr/>
                    <a:lstStyle/>
                    <a:p>
                      <a:r>
                        <a:rPr sz="1220" lang="zh-CN"/>
                        <a:t>邓毅轩</a:t>
                      </a:r>
                    </a:p>
                  </a:txBody>
                  <a:tcPr marL="8865" marR="8865" marT="8865" marB="0" anchor="ctr"/>
                </a:tc>
                <a:tc>
                  <a:txBody>
                    <a:bodyPr/>
                    <a:lstStyle/>
                    <a:p>
                      <a:r>
                        <a:rPr sz="1220" lang="zh-CN"/>
                        <a:t>2020级</a:t>
                      </a:r>
                    </a:p>
                  </a:txBody>
                  <a:tcPr marL="8865" marR="8865" marT="8865" marB="0" anchor="ctr"/>
                </a:tc>
                <a:tc>
                  <a:txBody>
                    <a:bodyPr/>
                    <a:lstStyle/>
                    <a:p>
                      <a:r>
                        <a:rPr sz="1220" lang="zh-CN"/>
                        <a:t>数据科学学院</a:t>
                      </a:r>
                    </a:p>
                  </a:txBody>
                  <a:tcPr marL="8865" marR="8865" marT="8865" marB="0" anchor="ctr"/>
                </a:tc>
                <a:tc>
                  <a:txBody>
                    <a:bodyPr/>
                    <a:lstStyle/>
                    <a:p>
                      <a:r>
                        <a:rPr sz="1220" lang="zh-CN"/>
                        <a:t>ICPC 铜奖</a:t>
                      </a:r>
                    </a:p>
                  </a:txBody>
                  <a:tcPr marL="8865" marR="8865" marT="8865" marB="0" anchor="ctr"/>
                </a:tc>
                <a:extLst>
                  <a:ext uri="{0D108BD9-81ED-4DB2-BD59-A6C34878D82A}">
                    <a16:rowId xmlns:a16="http://schemas.microsoft.com/office/drawing/2014/main" val="4116750286"/>
                  </a:ext>
                </a:extLst>
              </a:tr>
              <a:tr h="380769">
                <a:tc>
                  <a:txBody>
                    <a:bodyPr/>
                    <a:lstStyle/>
                    <a:p>
                      <a:r>
                        <a:rPr sz="1220" lang="zh-CN"/>
                        <a:t>胡海川</a:t>
                      </a:r>
                    </a:p>
                  </a:txBody>
                  <a:tcPr marL="8865" marR="8865" marT="8865" marB="0" anchor="ctr"/>
                </a:tc>
                <a:tc>
                  <a:txBody>
                    <a:bodyPr/>
                    <a:lstStyle/>
                    <a:p>
                      <a:r>
                        <a:rPr sz="1220" lang="zh-CN"/>
                        <a:t>2019级</a:t>
                      </a:r>
                    </a:p>
                  </a:txBody>
                  <a:tcPr marL="8865" marR="8865" marT="8865" marB="0" anchor="ctr"/>
                </a:tc>
                <a:tc>
                  <a:txBody>
                    <a:bodyPr/>
                    <a:lstStyle/>
                    <a:p>
                      <a:r>
                        <a:rPr sz="1220" lang="zh-CN"/>
                        <a:t>数据科学学院</a:t>
                      </a:r>
                    </a:p>
                  </a:txBody>
                  <a:tcPr marL="8865" marR="8865" marT="8865" marB="0" anchor="ctr"/>
                </a:tc>
                <a:tc>
                  <a:txBody>
                    <a:bodyPr/>
                    <a:lstStyle/>
                    <a:p>
                      <a:r>
                        <a:rPr sz="1220" lang="zh-CN"/>
                        <a:t>CCPC 铜奖、ICPC 银奖</a:t>
                      </a:r>
                    </a:p>
                  </a:txBody>
                  <a:tcPr marL="8865" marR="8865" marT="8865" marB="0" anchor="ctr"/>
                </a:tc>
                <a:extLst>
                  <a:ext uri="{0D108BD9-81ED-4DB2-BD59-A6C34878D82A}">
                    <a16:rowId xmlns:a16="http://schemas.microsoft.com/office/drawing/2014/main" val="4116750286"/>
                  </a:ext>
                </a:extLst>
              </a:tr>
              <a:tr h="380769">
                <a:tc>
                  <a:txBody>
                    <a:bodyPr/>
                    <a:lstStyle/>
                    <a:p>
                      <a:r>
                        <a:rPr sz="1220" lang="zh-CN"/>
                        <a:t>成就</a:t>
                      </a:r>
                    </a:p>
                  </a:txBody>
                  <a:tcPr marL="8865" marR="8865" marT="8865" marB="0" anchor="ctr"/>
                </a:tc>
                <a:tc>
                  <a:txBody>
                    <a:bodyPr/>
                    <a:lstStyle/>
                    <a:p>
                      <a:r>
                        <a:rPr sz="1220" lang="zh-CN"/>
                        <a:t>2019级</a:t>
                      </a:r>
                    </a:p>
                  </a:txBody>
                  <a:tcPr marL="8865" marR="8865" marT="8865" marB="0" anchor="ctr"/>
                </a:tc>
                <a:tc>
                  <a:txBody>
                    <a:bodyPr/>
                    <a:lstStyle/>
                    <a:p>
                      <a:r>
                        <a:rPr sz="1220" lang="zh-CN"/>
                        <a:t>数据科学学院</a:t>
                      </a:r>
                    </a:p>
                  </a:txBody>
                  <a:tcPr marL="8865" marR="8865" marT="8865" marB="0" anchor="ctr"/>
                </a:tc>
                <a:tc>
                  <a:txBody>
                    <a:bodyPr/>
                    <a:lstStyle/>
                    <a:p>
                      <a:r>
                        <a:rPr sz="1220" lang="zh-CN"/>
                        <a:t>ICPC 铜奖</a:t>
                      </a:r>
                    </a:p>
                  </a:txBody>
                  <a:tcPr marL="8865" marR="8865" marT="8865" marB="0" anchor="ctr"/>
                </a:tc>
                <a:extLst>
                  <a:ext uri="{0D108BD9-81ED-4DB2-BD59-A6C34878D82A}">
                    <a16:rowId xmlns:a16="http://schemas.microsoft.com/office/drawing/2014/main" val="4116750286"/>
                  </a:ext>
                </a:extLst>
              </a:tr>
              <a:tr h="380769">
                <a:tc>
                  <a:txBody>
                    <a:bodyPr/>
                    <a:lstStyle/>
                    <a:p>
                      <a:r>
                        <a:rPr sz="1220" lang="zh-CN"/>
                        <a:t>谢昊轩</a:t>
                      </a:r>
                    </a:p>
                  </a:txBody>
                  <a:tcPr marL="8865" marR="8865" marT="8865" marB="0" anchor="ctr"/>
                </a:tc>
                <a:tc>
                  <a:txBody>
                    <a:bodyPr/>
                    <a:lstStyle/>
                    <a:p>
                      <a:r>
                        <a:rPr sz="1220" lang="zh-CN"/>
                        <a:t>2019级</a:t>
                      </a:r>
                    </a:p>
                  </a:txBody>
                  <a:tcPr marL="8865" marR="8865" marT="8865" marB="0" anchor="ctr"/>
                </a:tc>
                <a:tc>
                  <a:txBody>
                    <a:bodyPr/>
                    <a:lstStyle/>
                    <a:p>
                      <a:r>
                        <a:rPr sz="1220" lang="zh-CN"/>
                        <a:t>数据科学学院</a:t>
                      </a:r>
                    </a:p>
                  </a:txBody>
                  <a:tcPr marL="8865" marR="8865" marT="8865" marB="0" anchor="ctr"/>
                </a:tc>
                <a:tc>
                  <a:txBody>
                    <a:bodyPr/>
                    <a:lstStyle/>
                    <a:p>
                      <a:r>
                        <a:rPr sz="1220" lang="zh-CN"/>
                        <a:t>ICPC 银奖</a:t>
                      </a:r>
                    </a:p>
                  </a:txBody>
                  <a:tcPr marL="8865" marR="8865" marT="8865" marB="0" anchor="ctr"/>
                </a:tc>
                <a:extLst>
                  <a:ext uri="{0D108BD9-81ED-4DB2-BD59-A6C34878D82A}">
                    <a16:rowId xmlns:a16="http://schemas.microsoft.com/office/drawing/2014/main" val="4116750286"/>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7F8BB-1ED1-44B5-D614-46E5F1A4CE3C}"/>
            </a:ext>
          </a:extLst>
        </p:cNvPr>
        <p:cNvGrpSpPr/>
        <p:nvPr/>
      </p:nvGrpSpPr>
      <p:grpSpPr>
        <a:xfrm>
          <a:off x="0" y="0"/>
          <a:ext cx="0" cy="0"/>
          <a:chOff x="0" y="0"/>
          <a:chExt cx="0" cy="0"/>
        </a:xfrm>
      </p:grpSpPr>
      <p:grpSp>
        <p:nvGrpSpPr>
          <p:cNvPr id="131" name="组合 6">
            <a:extLst>
              <a:ext uri="{FF2B5EF4-FFF2-40B4-BE49-F238E27FC236}">
                <a16:creationId xmlns:a16="http://schemas.microsoft.com/office/drawing/2014/main" id="{B634B5E5-02A8-6719-78C1-751C01A9879A}"/>
              </a:ext>
            </a:extLst>
          </p:cNvPr>
          <p:cNvGrpSpPr/>
          <p:nvPr/>
        </p:nvGrpSpPr>
        <p:grpSpPr>
          <a:xfrm>
            <a:off x="9752" y="255633"/>
            <a:ext cx="7549923" cy="9999797"/>
            <a:chOff x="9752" y="255633"/>
            <a:chExt cx="7549923" cy="9999797"/>
          </a:xfrm>
        </p:grpSpPr>
        <p:pic>
          <p:nvPicPr>
            <p:cNvPr id="132" name="图片 7">
              <a:extLst>
                <a:ext uri="{FF2B5EF4-FFF2-40B4-BE49-F238E27FC236}">
                  <a16:creationId xmlns:a16="http://schemas.microsoft.com/office/drawing/2014/main" id="{B50FA105-4FBD-A645-0C83-D02BBBE47170}"/>
                </a:ext>
              </a:extLst>
            </p:cNvPr>
            <p:cNvPicPr>
              <a:picLocks noChangeAspect="1"/>
            </p:cNvPicPr>
            <p:nvPr/>
          </p:nvPicPr>
          <p:blipFill>
            <a:blip r:embed="rId3"/>
            <a:srcRect r="1505"/>
            <a:stretch/>
          </p:blipFill>
          <p:spPr>
            <a:xfrm>
              <a:off x="9752" y="255633"/>
              <a:ext cx="7549923" cy="9999797"/>
            </a:xfrm>
            <a:prstGeom prst="rect">
              <a:avLst/>
            </a:prstGeom>
          </p:spPr>
        </p:pic>
        <p:pic>
          <p:nvPicPr>
            <p:cNvPr id="133" name="图片 8">
              <a:extLst>
                <a:ext uri="{FF2B5EF4-FFF2-40B4-BE49-F238E27FC236}">
                  <a16:creationId xmlns:a16="http://schemas.microsoft.com/office/drawing/2014/main" id="{74C9DFA9-5B85-E624-0DC9-9718BC68D1F9}"/>
                </a:ext>
              </a:extLst>
            </p:cNvPr>
            <p:cNvPicPr>
              <a:picLocks noChangeAspect="1"/>
            </p:cNvPicPr>
            <p:nvPr/>
          </p:nvPicPr>
          <p:blipFill>
            <a:blip r:embed="rId4"/>
            <a:stretch>
              <a:fillRect/>
            </a:stretch>
          </p:blipFill>
          <p:spPr>
            <a:xfrm>
              <a:off x="2733503" y="958361"/>
              <a:ext cx="4803852" cy="183897"/>
            </a:xfrm>
            <a:prstGeom prst="rect">
              <a:avLst/>
            </a:prstGeom>
          </p:spPr>
        </p:pic>
        <p:pic>
          <p:nvPicPr>
            <p:cNvPr id="134" name="图片 9">
              <a:extLst>
                <a:ext uri="{FF2B5EF4-FFF2-40B4-BE49-F238E27FC236}">
                  <a16:creationId xmlns:a16="http://schemas.microsoft.com/office/drawing/2014/main" id="{2846B730-18D0-E85F-5542-7F2A1784E87D}"/>
                </a:ext>
              </a:extLst>
            </p:cNvPr>
            <p:cNvPicPr>
              <a:picLocks noChangeAspect="1"/>
            </p:cNvPicPr>
            <p:nvPr/>
          </p:nvPicPr>
          <p:blipFill>
            <a:blip r:embed="rId5"/>
            <a:stretch>
              <a:fillRect/>
            </a:stretch>
          </p:blipFill>
          <p:spPr>
            <a:xfrm>
              <a:off x="2955317" y="489607"/>
              <a:ext cx="4480144" cy="476842"/>
            </a:xfrm>
            <a:prstGeom prst="rect">
              <a:avLst/>
            </a:prstGeom>
          </p:spPr>
        </p:pic>
      </p:grpSp>
      <p:pic>
        <p:nvPicPr>
          <p:cNvPr id="141" name="图片 10">
            <a:extLst>
              <a:ext uri="{FF2B5EF4-FFF2-40B4-BE49-F238E27FC236}">
                <a16:creationId xmlns:a16="http://schemas.microsoft.com/office/drawing/2014/main" id="{CC990D9E-8C9A-7641-25AD-8F9D917198F0}"/>
              </a:ext>
            </a:extLst>
          </p:cNvPr>
          <p:cNvPicPr>
            <a:picLocks noChangeAspect="1"/>
          </p:cNvPicPr>
          <p:nvPr/>
        </p:nvPicPr>
        <p:blipFill>
          <a:blip r:embed="rId6" cstate="print"/>
          <a:stretch>
            <a:fillRect/>
          </a:stretch>
        </p:blipFill>
        <p:spPr>
          <a:xfrm>
            <a:off x="-401919" y="196268"/>
            <a:ext cx="6637825" cy="925594"/>
          </a:xfrm>
          <a:prstGeom prst="rect">
            <a:avLst/>
          </a:prstGeom>
        </p:spPr>
      </p:pic>
      <p:sp>
        <p:nvSpPr>
          <p:cNvPr id="4" name="Title Placeholder 1">
            <a:extLst>
              <a:ext uri="{FF2B5EF4-FFF2-40B4-BE49-F238E27FC236}">
                <a16:creationId xmlns:a16="http://schemas.microsoft.com/office/drawing/2014/main" id="{C071AC7C-3325-1042-79E5-2A43BFE3E3CD}"/>
              </a:ext>
            </a:extLst>
          </p:cNvPr>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优秀队员去向</a:t>
            </a:r>
            <a:endParaRPr lang="en-CN" sz="3200" dirty="0"/>
          </a:p>
        </p:txBody>
      </p:sp>
      <p:cxnSp>
        <p:nvCxnSpPr>
          <p:cNvPr id="5" name="图形">
            <a:extLst>
              <a:ext uri="{FF2B5EF4-FFF2-40B4-BE49-F238E27FC236}">
                <a16:creationId xmlns:a16="http://schemas.microsoft.com/office/drawing/2014/main" id="{BE43552B-E10E-6BD3-5ABC-DCD0BBAEB588}"/>
              </a:ext>
            </a:extLst>
          </p:cNvPr>
          <p:cNvCxnSpPr>
            <a:cxnSpLocks/>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nvGrpSpPr>
          <p:cNvPr id="22" name="组合 21">
            <a:extLst>
              <a:ext uri="{FF2B5EF4-FFF2-40B4-BE49-F238E27FC236}">
                <a16:creationId xmlns:a16="http://schemas.microsoft.com/office/drawing/2014/main" id="{04A190EC-B27F-829D-E6CD-A4903531BD38}"/>
              </a:ext>
            </a:extLst>
          </p:cNvPr>
          <p:cNvGrpSpPr/>
          <p:nvPr/>
        </p:nvGrpSpPr>
        <p:grpSpPr>
          <a:xfrm>
            <a:off x="465951" y="2148743"/>
            <a:ext cx="6877679" cy="1407981"/>
            <a:chOff x="465951" y="2148743"/>
            <a:chExt cx="6877679" cy="1407981"/>
          </a:xfrm>
        </p:grpSpPr>
        <p:sp>
          <p:nvSpPr>
            <p:cNvPr id="6" name="矩形 5">
              <a:extLst>
                <a:ext uri="{FF2B5EF4-FFF2-40B4-BE49-F238E27FC236}">
                  <a16:creationId xmlns:a16="http://schemas.microsoft.com/office/drawing/2014/main" id="{65360F18-A37C-F71A-4763-B8BCC0394360}"/>
                </a:ext>
              </a:extLst>
            </p:cNvPr>
            <p:cNvSpPr/>
            <p:nvPr/>
          </p:nvSpPr>
          <p:spPr>
            <a:xfrm rot="5400000" flipH="1">
              <a:off x="3205273" y="-581634"/>
              <a:ext cx="1399036" cy="6877679"/>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8"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a:extLst>
                <a:ext uri="{FF2B5EF4-FFF2-40B4-BE49-F238E27FC236}">
                  <a16:creationId xmlns:a16="http://schemas.microsoft.com/office/drawing/2014/main" id="{4A545630-D80E-87FA-FEAE-6E049FB4BCFC}"/>
                </a:ext>
              </a:extLst>
            </p:cNvPr>
            <p:cNvSpPr txBox="1"/>
            <p:nvPr/>
          </p:nvSpPr>
          <p:spPr>
            <a:xfrm>
              <a:off x="480979" y="2148743"/>
              <a:ext cx="6838408" cy="1399037"/>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l">
                <a:lnSpc>
                  <a:spcPct val="125000"/>
                </a:lnSpc>
              </a:pPr>
              <a:r>
                <a:rPr lang="zh-CN" altLang="en-US" sz="1500" b="1" dirty="0">
                  <a:solidFill>
                    <a:schemeClr val="tx1"/>
                  </a:solidFill>
                  <a:latin typeface="微软雅黑" panose="020B0503020204020204" pitchFamily="34" charset="-122"/>
                  <a:ea typeface="微软雅黑" panose="020B0503020204020204" pitchFamily="34" charset="-122"/>
                </a:rPr>
                <a:t>谢昊轩</a:t>
              </a:r>
              <a:endParaRPr lang="en-US" altLang="zh-CN" sz="1500" b="1" dirty="0">
                <a:solidFill>
                  <a:schemeClr val="tx1"/>
                </a:solidFill>
                <a:latin typeface="微软雅黑" panose="020B0503020204020204" pitchFamily="34" charset="-122"/>
                <a:ea typeface="微软雅黑" panose="020B0503020204020204" pitchFamily="34"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数据科学学院 </a:t>
              </a:r>
              <a:r>
                <a:rPr lang="en-US" altLang="zh-CN" sz="1500" dirty="0">
                  <a:solidFill>
                    <a:schemeClr val="tx1"/>
                  </a:solidFill>
                  <a:latin typeface="华文宋体" panose="02010600040101010101" pitchFamily="2" charset="-122"/>
                  <a:ea typeface="华文宋体" panose="02010600040101010101" pitchFamily="2" charset="-122"/>
                </a:rPr>
                <a:t>| 2019</a:t>
              </a:r>
              <a:r>
                <a:rPr lang="zh-CN" altLang="en-US" sz="1500" dirty="0">
                  <a:solidFill>
                    <a:schemeClr val="tx1"/>
                  </a:solidFill>
                  <a:latin typeface="华文宋体" panose="02010600040101010101" pitchFamily="2" charset="-122"/>
                  <a:ea typeface="华文宋体" panose="02010600040101010101" pitchFamily="2" charset="-122"/>
                </a:rPr>
                <a:t>级 </a:t>
              </a:r>
              <a:r>
                <a:rPr lang="en-US" altLang="zh-CN" sz="1500" dirty="0">
                  <a:solidFill>
                    <a:schemeClr val="tx1"/>
                  </a:solidFill>
                  <a:latin typeface="华文宋体" panose="02010600040101010101" pitchFamily="2" charset="-122"/>
                  <a:ea typeface="华文宋体" panose="02010600040101010101" pitchFamily="2" charset="-122"/>
                </a:rPr>
                <a:t>| </a:t>
              </a:r>
              <a:r>
                <a:rPr lang="zh-CN" altLang="zh-CN" sz="1500" u="none" strike="noStrike" dirty="0">
                  <a:solidFill>
                    <a:schemeClr val="tx1"/>
                  </a:solidFill>
                  <a:effectLst/>
                  <a:latin typeface="华文宋体" panose="02010600040101010101" pitchFamily="2" charset="-122"/>
                  <a:ea typeface="华文宋体" panose="02010600040101010101" pitchFamily="2" charset="-122"/>
                </a:rPr>
                <a:t>ICPC</a:t>
              </a:r>
              <a:r>
                <a:rPr lang="zh-CN" altLang="en-US" sz="1500" u="none" strike="noStrike" dirty="0">
                  <a:solidFill>
                    <a:schemeClr val="tx1"/>
                  </a:solidFill>
                  <a:effectLst/>
                  <a:latin typeface="华文宋体" panose="02010600040101010101" pitchFamily="2" charset="-122"/>
                  <a:ea typeface="华文宋体" panose="02010600040101010101" pitchFamily="2" charset="-122"/>
                </a:rPr>
                <a:t>银牌</a:t>
              </a:r>
              <a:endParaRPr lang="en-US" altLang="zh-CN" sz="1500" b="0" i="0" u="none" strike="noStrike" dirty="0">
                <a:solidFill>
                  <a:schemeClr val="tx1"/>
                </a:solidFill>
                <a:effectLst/>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本科期间以第一作者身份在 </a:t>
              </a:r>
              <a:r>
                <a:rPr lang="en-US" altLang="zh-CN" sz="1500" dirty="0">
                  <a:solidFill>
                    <a:schemeClr val="tx1"/>
                  </a:solidFill>
                  <a:latin typeface="华文宋体" panose="02010600040101010101" pitchFamily="2" charset="-122"/>
                  <a:ea typeface="华文宋体" panose="02010600040101010101" pitchFamily="2" charset="-122"/>
                </a:rPr>
                <a:t>SIGMOD 2023 </a:t>
              </a:r>
              <a:r>
                <a:rPr lang="zh-CN" altLang="en-US" sz="1500" dirty="0">
                  <a:solidFill>
                    <a:schemeClr val="tx1"/>
                  </a:solidFill>
                  <a:latin typeface="华文宋体" panose="02010600040101010101" pitchFamily="2" charset="-122"/>
                  <a:ea typeface="华文宋体" panose="02010600040101010101" pitchFamily="2" charset="-122"/>
                </a:rPr>
                <a:t>发表一篇论文</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毕业去向：南洋理工大学计算机科学直博</a:t>
              </a:r>
              <a:endParaRPr sz="1500" dirty="0">
                <a:solidFill>
                  <a:schemeClr val="tx1"/>
                </a:solidFill>
                <a:latin typeface="华文宋体" panose="02010600040101010101" pitchFamily="2" charset="-122"/>
                <a:ea typeface="华文宋体" panose="02010600040101010101" pitchFamily="2" charset="-122"/>
              </a:endParaRPr>
            </a:p>
          </p:txBody>
        </p:sp>
        <p:cxnSp>
          <p:nvCxnSpPr>
            <p:cNvPr id="16" name="图形">
              <a:extLst>
                <a:ext uri="{FF2B5EF4-FFF2-40B4-BE49-F238E27FC236}">
                  <a16:creationId xmlns:a16="http://schemas.microsoft.com/office/drawing/2014/main" id="{9255D909-7CA0-BCD4-B261-E7509E31CC27}"/>
                </a:ext>
              </a:extLst>
            </p:cNvPr>
            <p:cNvCxnSpPr>
              <a:cxnSpLocks/>
            </p:cNvCxnSpPr>
            <p:nvPr/>
          </p:nvCxnSpPr>
          <p:spPr>
            <a:xfrm>
              <a:off x="505125" y="2511852"/>
              <a:ext cx="612000"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23" name="组合 22">
            <a:extLst>
              <a:ext uri="{FF2B5EF4-FFF2-40B4-BE49-F238E27FC236}">
                <a16:creationId xmlns:a16="http://schemas.microsoft.com/office/drawing/2014/main" id="{88010D96-7EAA-A8C7-F29D-7AB793336DE4}"/>
              </a:ext>
            </a:extLst>
          </p:cNvPr>
          <p:cNvGrpSpPr/>
          <p:nvPr/>
        </p:nvGrpSpPr>
        <p:grpSpPr>
          <a:xfrm>
            <a:off x="465951" y="3742707"/>
            <a:ext cx="6877679" cy="1687578"/>
            <a:chOff x="465954" y="3742707"/>
            <a:chExt cx="6877679" cy="1687578"/>
          </a:xfrm>
        </p:grpSpPr>
        <p:sp>
          <p:nvSpPr>
            <p:cNvPr id="7" name="矩形 10">
              <a:extLst>
                <a:ext uri="{FF2B5EF4-FFF2-40B4-BE49-F238E27FC236}">
                  <a16:creationId xmlns:a16="http://schemas.microsoft.com/office/drawing/2014/main" id="{DB0F37DA-7486-BAEB-209A-C6EB90BD3230}"/>
                </a:ext>
              </a:extLst>
            </p:cNvPr>
            <p:cNvSpPr/>
            <p:nvPr/>
          </p:nvSpPr>
          <p:spPr>
            <a:xfrm rot="5400000" flipH="1">
              <a:off x="3070861" y="1157512"/>
              <a:ext cx="1667865" cy="6877679"/>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9"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a:extLst>
                <a:ext uri="{FF2B5EF4-FFF2-40B4-BE49-F238E27FC236}">
                  <a16:creationId xmlns:a16="http://schemas.microsoft.com/office/drawing/2014/main" id="{4FC7BAFF-2E55-641D-E25F-9F9E4BC2ACA4}"/>
                </a:ext>
              </a:extLst>
            </p:cNvPr>
            <p:cNvSpPr txBox="1"/>
            <p:nvPr/>
          </p:nvSpPr>
          <p:spPr>
            <a:xfrm>
              <a:off x="468492" y="3742707"/>
              <a:ext cx="6582548" cy="1687578"/>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l">
                <a:lnSpc>
                  <a:spcPct val="125000"/>
                </a:lnSpc>
              </a:pPr>
              <a:r>
                <a:rPr lang="zh-CN" altLang="en-US" sz="1500" b="1" dirty="0">
                  <a:solidFill>
                    <a:schemeClr val="tx1"/>
                  </a:solidFill>
                  <a:latin typeface="微软雅黑" panose="020B0503020204020204" pitchFamily="34" charset="-122"/>
                  <a:ea typeface="微软雅黑" panose="020B0503020204020204" pitchFamily="34" charset="-122"/>
                </a:rPr>
                <a:t>忙秋阳</a:t>
              </a:r>
              <a:endParaRPr lang="en-US" altLang="zh-CN" sz="1500" b="1" dirty="0">
                <a:solidFill>
                  <a:schemeClr val="tx1"/>
                </a:solidFill>
                <a:latin typeface="微软雅黑" panose="020B0503020204020204" pitchFamily="34" charset="-122"/>
                <a:ea typeface="微软雅黑" panose="020B0503020204020204" pitchFamily="34"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数据科学学院 </a:t>
              </a:r>
              <a:r>
                <a:rPr lang="en-US" altLang="zh-CN" sz="1500" dirty="0">
                  <a:solidFill>
                    <a:schemeClr val="tx1"/>
                  </a:solidFill>
                  <a:latin typeface="华文宋体" panose="02010600040101010101" pitchFamily="2" charset="-122"/>
                  <a:ea typeface="华文宋体" panose="02010600040101010101" pitchFamily="2" charset="-122"/>
                </a:rPr>
                <a:t>| 2021</a:t>
              </a:r>
              <a:r>
                <a:rPr lang="zh-CN" altLang="en-US" sz="1500" dirty="0">
                  <a:solidFill>
                    <a:schemeClr val="tx1"/>
                  </a:solidFill>
                  <a:latin typeface="华文宋体" panose="02010600040101010101" pitchFamily="2" charset="-122"/>
                  <a:ea typeface="华文宋体" panose="02010600040101010101" pitchFamily="2" charset="-122"/>
                </a:rPr>
                <a:t>级 </a:t>
              </a:r>
              <a:r>
                <a:rPr lang="en-US" altLang="zh-CN" sz="1500" dirty="0">
                  <a:solidFill>
                    <a:schemeClr val="tx1"/>
                  </a:solidFill>
                  <a:latin typeface="华文宋体" panose="02010600040101010101" pitchFamily="2" charset="-122"/>
                  <a:ea typeface="华文宋体" panose="02010600040101010101" pitchFamily="2" charset="-122"/>
                </a:rPr>
                <a:t>| </a:t>
              </a:r>
              <a:r>
                <a:rPr lang="zh-CN" altLang="zh-CN" sz="1500" u="none" strike="noStrike" dirty="0">
                  <a:solidFill>
                    <a:schemeClr val="tx1"/>
                  </a:solidFill>
                  <a:effectLst/>
                  <a:latin typeface="华文宋体" panose="02010600040101010101" pitchFamily="2" charset="-122"/>
                  <a:ea typeface="华文宋体" panose="02010600040101010101" pitchFamily="2" charset="-122"/>
                </a:rPr>
                <a:t>进入ICPC世界总决赛</a:t>
              </a:r>
              <a:endParaRPr lang="en-US" altLang="zh-CN" sz="1500" b="0" i="0" u="none" strike="noStrike" dirty="0">
                <a:solidFill>
                  <a:srgbClr val="000000"/>
                </a:solidFill>
                <a:effectLst/>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本科期间以第一作者或共同一作身份在 </a:t>
              </a:r>
              <a:r>
                <a:rPr lang="en-US" altLang="zh-CN" sz="1500" dirty="0">
                  <a:solidFill>
                    <a:schemeClr val="tx1"/>
                  </a:solidFill>
                  <a:latin typeface="华文宋体" panose="02010600040101010101" pitchFamily="2" charset="-122"/>
                  <a:ea typeface="华文宋体" panose="02010600040101010101" pitchFamily="2" charset="-122"/>
                </a:rPr>
                <a:t>SIGMOD</a:t>
              </a:r>
              <a:r>
                <a:rPr lang="zh-CN" altLang="en-US" sz="1500" dirty="0">
                  <a:solidFill>
                    <a:schemeClr val="tx1"/>
                  </a:solidFill>
                  <a:latin typeface="华文宋体" panose="02010600040101010101" pitchFamily="2" charset="-122"/>
                  <a:ea typeface="华文宋体" panose="02010600040101010101" pitchFamily="2" charset="-122"/>
                </a:rPr>
                <a:t>、</a:t>
              </a:r>
              <a:r>
                <a:rPr lang="en-US" altLang="zh-CN" sz="1500" dirty="0">
                  <a:solidFill>
                    <a:schemeClr val="tx1"/>
                  </a:solidFill>
                  <a:latin typeface="华文宋体" panose="02010600040101010101" pitchFamily="2" charset="-122"/>
                  <a:ea typeface="华文宋体" panose="02010600040101010101" pitchFamily="2" charset="-122"/>
                </a:rPr>
                <a:t>VLDB</a:t>
              </a:r>
              <a:r>
                <a:rPr lang="zh-CN" altLang="en-US" sz="1500" dirty="0">
                  <a:solidFill>
                    <a:schemeClr val="tx1"/>
                  </a:solidFill>
                  <a:latin typeface="华文宋体" panose="02010600040101010101" pitchFamily="2" charset="-122"/>
                  <a:ea typeface="华文宋体" panose="02010600040101010101" pitchFamily="2" charset="-122"/>
                </a:rPr>
                <a:t>、</a:t>
              </a:r>
              <a:r>
                <a:rPr lang="en-US" altLang="zh-CN" sz="1500" dirty="0">
                  <a:solidFill>
                    <a:schemeClr val="tx1"/>
                  </a:solidFill>
                  <a:latin typeface="华文宋体" panose="02010600040101010101" pitchFamily="2" charset="-122"/>
                  <a:ea typeface="华文宋体" panose="02010600040101010101" pitchFamily="2" charset="-122"/>
                </a:rPr>
                <a:t>ICSE</a:t>
              </a:r>
              <a:r>
                <a:rPr lang="zh-CN" altLang="en-US" sz="1500" dirty="0">
                  <a:solidFill>
                    <a:schemeClr val="tx1"/>
                  </a:solidFill>
                  <a:latin typeface="华文宋体" panose="02010600040101010101" pitchFamily="2" charset="-122"/>
                  <a:ea typeface="华文宋体" panose="02010600040101010101" pitchFamily="2" charset="-122"/>
                </a:rPr>
                <a:t>、</a:t>
              </a:r>
              <a:r>
                <a:rPr lang="en-US" altLang="zh-CN" sz="1500" dirty="0">
                  <a:solidFill>
                    <a:schemeClr val="tx1"/>
                  </a:solidFill>
                  <a:latin typeface="华文宋体" panose="02010600040101010101" pitchFamily="2" charset="-122"/>
                  <a:ea typeface="华文宋体" panose="02010600040101010101" pitchFamily="2" charset="-122"/>
                </a:rPr>
                <a:t>KDD </a:t>
              </a:r>
              <a:r>
                <a:rPr lang="zh-CN" altLang="en-US" sz="1500" dirty="0">
                  <a:solidFill>
                    <a:schemeClr val="tx1"/>
                  </a:solidFill>
                  <a:latin typeface="华文宋体" panose="02010600040101010101" pitchFamily="2" charset="-122"/>
                  <a:ea typeface="华文宋体" panose="02010600040101010101" pitchFamily="2" charset="-122"/>
                </a:rPr>
                <a:t>等顶级会议发表四篇论文</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毕业去向：加州大学伯克利分校计算机科学直博</a:t>
              </a:r>
              <a:endParaRPr sz="1500" dirty="0">
                <a:solidFill>
                  <a:schemeClr val="tx1"/>
                </a:solidFill>
                <a:latin typeface="华文宋体" panose="02010600040101010101" pitchFamily="2" charset="-122"/>
                <a:ea typeface="华文宋体" panose="02010600040101010101" pitchFamily="2" charset="-122"/>
              </a:endParaRPr>
            </a:p>
          </p:txBody>
        </p:sp>
        <p:cxnSp>
          <p:nvCxnSpPr>
            <p:cNvPr id="17" name="图形">
              <a:extLst>
                <a:ext uri="{FF2B5EF4-FFF2-40B4-BE49-F238E27FC236}">
                  <a16:creationId xmlns:a16="http://schemas.microsoft.com/office/drawing/2014/main" id="{0AC62FD4-F224-8853-F5DF-B829F5A7A996}"/>
                </a:ext>
              </a:extLst>
            </p:cNvPr>
            <p:cNvCxnSpPr>
              <a:cxnSpLocks/>
            </p:cNvCxnSpPr>
            <p:nvPr/>
          </p:nvCxnSpPr>
          <p:spPr>
            <a:xfrm>
              <a:off x="519738" y="4102744"/>
              <a:ext cx="612000"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24" name="组合 23">
            <a:extLst>
              <a:ext uri="{FF2B5EF4-FFF2-40B4-BE49-F238E27FC236}">
                <a16:creationId xmlns:a16="http://schemas.microsoft.com/office/drawing/2014/main" id="{5FC46137-6EAA-C43B-26F7-C33ABE6676B8}"/>
              </a:ext>
            </a:extLst>
          </p:cNvPr>
          <p:cNvGrpSpPr/>
          <p:nvPr/>
        </p:nvGrpSpPr>
        <p:grpSpPr>
          <a:xfrm>
            <a:off x="465951" y="5689829"/>
            <a:ext cx="6865998" cy="1399037"/>
            <a:chOff x="478056" y="5712689"/>
            <a:chExt cx="6865998" cy="1399037"/>
          </a:xfrm>
        </p:grpSpPr>
        <p:sp>
          <p:nvSpPr>
            <p:cNvPr id="10" name="矩形 18">
              <a:extLst>
                <a:ext uri="{FF2B5EF4-FFF2-40B4-BE49-F238E27FC236}">
                  <a16:creationId xmlns:a16="http://schemas.microsoft.com/office/drawing/2014/main" id="{90F842BA-5509-95CE-3BAF-11702A353154}"/>
                </a:ext>
              </a:extLst>
            </p:cNvPr>
            <p:cNvSpPr/>
            <p:nvPr/>
          </p:nvSpPr>
          <p:spPr>
            <a:xfrm rot="5400000" flipH="1">
              <a:off x="3218947" y="2986618"/>
              <a:ext cx="1384216" cy="6865998"/>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11"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a:extLst>
                <a:ext uri="{FF2B5EF4-FFF2-40B4-BE49-F238E27FC236}">
                  <a16:creationId xmlns:a16="http://schemas.microsoft.com/office/drawing/2014/main" id="{AC0F1CCF-8B81-E6CD-F072-BA2AF734062B}"/>
                </a:ext>
              </a:extLst>
            </p:cNvPr>
            <p:cNvSpPr txBox="1"/>
            <p:nvPr/>
          </p:nvSpPr>
          <p:spPr>
            <a:xfrm>
              <a:off x="505646" y="5712689"/>
              <a:ext cx="6838408" cy="1399037"/>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l">
                <a:lnSpc>
                  <a:spcPct val="125000"/>
                </a:lnSpc>
              </a:pPr>
              <a:r>
                <a:rPr lang="zh-CN" altLang="en-US" sz="1500" b="1" dirty="0">
                  <a:solidFill>
                    <a:schemeClr val="tx1"/>
                  </a:solidFill>
                  <a:latin typeface="微软雅黑" panose="020B0503020204020204" pitchFamily="34" charset="-122"/>
                  <a:ea typeface="微软雅黑" panose="020B0503020204020204" pitchFamily="34" charset="-122"/>
                </a:rPr>
                <a:t>郭青硕</a:t>
              </a:r>
              <a:endParaRPr lang="en-US" altLang="zh-CN" sz="1500" b="1" dirty="0">
                <a:solidFill>
                  <a:schemeClr val="tx1"/>
                </a:solidFill>
                <a:latin typeface="微软雅黑" panose="020B0503020204020204" pitchFamily="34" charset="-122"/>
                <a:ea typeface="微软雅黑" panose="020B0503020204020204" pitchFamily="34"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数据科学学院</a:t>
              </a:r>
              <a:r>
                <a:rPr lang="en-US" altLang="zh-CN" sz="1500" dirty="0">
                  <a:solidFill>
                    <a:schemeClr val="tx1"/>
                  </a:solidFill>
                  <a:latin typeface="华文宋体" panose="02010600040101010101" pitchFamily="2" charset="-122"/>
                  <a:ea typeface="华文宋体" panose="02010600040101010101" pitchFamily="2" charset="-122"/>
                </a:rPr>
                <a:t>| 2021</a:t>
              </a:r>
              <a:r>
                <a:rPr lang="zh-CN" altLang="en-US" sz="1500" dirty="0">
                  <a:solidFill>
                    <a:schemeClr val="tx1"/>
                  </a:solidFill>
                  <a:latin typeface="华文宋体" panose="02010600040101010101" pitchFamily="2" charset="-122"/>
                  <a:ea typeface="华文宋体" panose="02010600040101010101" pitchFamily="2" charset="-122"/>
                </a:rPr>
                <a:t>级 </a:t>
              </a:r>
              <a:r>
                <a:rPr lang="en-US" altLang="zh-CN" sz="1500" dirty="0">
                  <a:solidFill>
                    <a:schemeClr val="tx1"/>
                  </a:solidFill>
                  <a:latin typeface="华文宋体" panose="02010600040101010101" pitchFamily="2" charset="-122"/>
                  <a:ea typeface="华文宋体" panose="02010600040101010101" pitchFamily="2" charset="-122"/>
                </a:rPr>
                <a:t>|</a:t>
              </a:r>
              <a:r>
                <a:rPr lang="zh-CN" altLang="en-US" sz="1500" dirty="0">
                  <a:solidFill>
                    <a:schemeClr val="tx1"/>
                  </a:solidFill>
                  <a:latin typeface="华文宋体" panose="02010600040101010101" pitchFamily="2" charset="-122"/>
                  <a:ea typeface="华文宋体" panose="02010600040101010101" pitchFamily="2" charset="-122"/>
                </a:rPr>
                <a:t> </a:t>
              </a:r>
              <a:r>
                <a:rPr lang="en-US" altLang="zh-CN" sz="1500" u="none" strike="noStrike" dirty="0">
                  <a:effectLst/>
                  <a:latin typeface="华文宋体" panose="02010600040101010101" pitchFamily="2" charset="-122"/>
                  <a:ea typeface="华文宋体" panose="02010600040101010101" pitchFamily="2" charset="-122"/>
                </a:rPr>
                <a:t>CCPC</a:t>
              </a:r>
              <a:r>
                <a:rPr lang="zh-CN" altLang="en-US" sz="1500" u="none" strike="noStrike" dirty="0">
                  <a:effectLst/>
                  <a:latin typeface="华文宋体" panose="02010600040101010101" pitchFamily="2" charset="-122"/>
                  <a:ea typeface="华文宋体" panose="02010600040101010101" pitchFamily="2" charset="-122"/>
                </a:rPr>
                <a:t>季军</a:t>
              </a:r>
              <a:r>
                <a:rPr lang="en-US" altLang="zh-CN" sz="1500" u="none" strike="noStrike" dirty="0">
                  <a:effectLst/>
                  <a:latin typeface="华文宋体" panose="02010600040101010101" pitchFamily="2" charset="-122"/>
                  <a:ea typeface="华文宋体" panose="02010600040101010101" pitchFamily="2" charset="-122"/>
                </a:rPr>
                <a:t>、ICPC</a:t>
              </a:r>
              <a:r>
                <a:rPr lang="zh-CN" altLang="en-US" sz="1500" u="none" strike="noStrike" dirty="0">
                  <a:effectLst/>
                  <a:latin typeface="华文宋体" panose="02010600040101010101" pitchFamily="2" charset="-122"/>
                  <a:ea typeface="华文宋体" panose="02010600040101010101" pitchFamily="2" charset="-122"/>
                </a:rPr>
                <a:t>金</a:t>
              </a:r>
              <a:r>
                <a:rPr lang="en-US" altLang="zh-CN" sz="1500" u="none" strike="noStrike" dirty="0">
                  <a:effectLst/>
                  <a:latin typeface="华文宋体" panose="02010600040101010101" pitchFamily="2" charset="-122"/>
                  <a:ea typeface="华文宋体" panose="02010600040101010101" pitchFamily="2" charset="-122"/>
                </a:rPr>
                <a:t>牌</a:t>
              </a:r>
              <a:endParaRPr lang="en-US" altLang="zh-CN" sz="1500" b="0" i="0" u="none" strike="noStrike" dirty="0">
                <a:solidFill>
                  <a:srgbClr val="000000"/>
                </a:solidFill>
                <a:effectLst/>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本科期间在 </a:t>
              </a:r>
              <a:r>
                <a:rPr lang="en-US" altLang="zh-CN" sz="1500" dirty="0">
                  <a:solidFill>
                    <a:schemeClr val="tx1"/>
                  </a:solidFill>
                  <a:latin typeface="华文宋体" panose="02010600040101010101" pitchFamily="2" charset="-122"/>
                  <a:ea typeface="华文宋体" panose="02010600040101010101" pitchFamily="2" charset="-122"/>
                </a:rPr>
                <a:t>SIGMOD</a:t>
              </a:r>
              <a:r>
                <a:rPr lang="zh-CN" altLang="en-US" sz="1500" dirty="0">
                  <a:solidFill>
                    <a:schemeClr val="tx1"/>
                  </a:solidFill>
                  <a:latin typeface="华文宋体" panose="02010600040101010101" pitchFamily="2" charset="-122"/>
                  <a:ea typeface="华文宋体" panose="02010600040101010101" pitchFamily="2" charset="-122"/>
                </a:rPr>
                <a:t>、</a:t>
              </a:r>
              <a:r>
                <a:rPr lang="en-US" altLang="zh-CN" sz="1500" dirty="0">
                  <a:solidFill>
                    <a:schemeClr val="tx1"/>
                  </a:solidFill>
                  <a:latin typeface="华文宋体" panose="02010600040101010101" pitchFamily="2" charset="-122"/>
                  <a:ea typeface="华文宋体" panose="02010600040101010101" pitchFamily="2" charset="-122"/>
                </a:rPr>
                <a:t>VLDB </a:t>
              </a:r>
              <a:r>
                <a:rPr lang="zh-CN" altLang="en-US" sz="1500" dirty="0">
                  <a:solidFill>
                    <a:schemeClr val="tx1"/>
                  </a:solidFill>
                  <a:latin typeface="华文宋体" panose="02010600040101010101" pitchFamily="2" charset="-122"/>
                  <a:ea typeface="华文宋体" panose="02010600040101010101" pitchFamily="2" charset="-122"/>
                </a:rPr>
                <a:t>等顶级会议发表多篇论文</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毕业去向：滑铁卢大学计算机科学直博</a:t>
              </a:r>
              <a:endParaRPr sz="1500" dirty="0">
                <a:solidFill>
                  <a:schemeClr val="tx1"/>
                </a:solidFill>
                <a:latin typeface="华文宋体" panose="02010600040101010101" pitchFamily="2" charset="-122"/>
                <a:ea typeface="华文宋体" panose="02010600040101010101" pitchFamily="2" charset="-122"/>
              </a:endParaRPr>
            </a:p>
          </p:txBody>
        </p:sp>
        <p:cxnSp>
          <p:nvCxnSpPr>
            <p:cNvPr id="18" name="图形">
              <a:extLst>
                <a:ext uri="{FF2B5EF4-FFF2-40B4-BE49-F238E27FC236}">
                  <a16:creationId xmlns:a16="http://schemas.microsoft.com/office/drawing/2014/main" id="{05B065A3-1FA1-08C6-ABD1-201D0756BD3A}"/>
                </a:ext>
              </a:extLst>
            </p:cNvPr>
            <p:cNvCxnSpPr>
              <a:cxnSpLocks/>
            </p:cNvCxnSpPr>
            <p:nvPr/>
          </p:nvCxnSpPr>
          <p:spPr>
            <a:xfrm>
              <a:off x="546878" y="6064546"/>
              <a:ext cx="612000"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25" name="组合 24">
            <a:extLst>
              <a:ext uri="{FF2B5EF4-FFF2-40B4-BE49-F238E27FC236}">
                <a16:creationId xmlns:a16="http://schemas.microsoft.com/office/drawing/2014/main" id="{05D9992D-B60C-CB2E-DBC0-048C42CD2EF7}"/>
              </a:ext>
            </a:extLst>
          </p:cNvPr>
          <p:cNvGrpSpPr/>
          <p:nvPr/>
        </p:nvGrpSpPr>
        <p:grpSpPr>
          <a:xfrm>
            <a:off x="465951" y="7290674"/>
            <a:ext cx="6878524" cy="1751698"/>
            <a:chOff x="478056" y="7290674"/>
            <a:chExt cx="6878524" cy="1751698"/>
          </a:xfrm>
        </p:grpSpPr>
        <p:sp>
          <p:nvSpPr>
            <p:cNvPr id="12" name="矩形 21">
              <a:extLst>
                <a:ext uri="{FF2B5EF4-FFF2-40B4-BE49-F238E27FC236}">
                  <a16:creationId xmlns:a16="http://schemas.microsoft.com/office/drawing/2014/main" id="{08F3D260-142F-ED3E-47B3-357B272F3C49}"/>
                </a:ext>
              </a:extLst>
            </p:cNvPr>
            <p:cNvSpPr/>
            <p:nvPr/>
          </p:nvSpPr>
          <p:spPr>
            <a:xfrm rot="5400000" flipH="1">
              <a:off x="3294895" y="4491371"/>
              <a:ext cx="1232326" cy="6866003"/>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13"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a:extLst>
                <a:ext uri="{FF2B5EF4-FFF2-40B4-BE49-F238E27FC236}">
                  <a16:creationId xmlns:a16="http://schemas.microsoft.com/office/drawing/2014/main" id="{49550C2E-D906-A576-8CDE-7D5027E021D4}"/>
                </a:ext>
              </a:extLst>
            </p:cNvPr>
            <p:cNvSpPr txBox="1"/>
            <p:nvPr/>
          </p:nvSpPr>
          <p:spPr>
            <a:xfrm>
              <a:off x="518172" y="7290674"/>
              <a:ext cx="6838408" cy="1751698"/>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l">
                <a:lnSpc>
                  <a:spcPct val="125000"/>
                </a:lnSpc>
              </a:pPr>
              <a:r>
                <a:rPr lang="zh-CN" altLang="en-US" sz="1500" b="1" dirty="0">
                  <a:solidFill>
                    <a:schemeClr val="tx1"/>
                  </a:solidFill>
                  <a:latin typeface="微软雅黑" panose="020B0503020204020204" pitchFamily="34" charset="-122"/>
                  <a:ea typeface="微软雅黑" panose="020B0503020204020204" pitchFamily="34" charset="-122"/>
                </a:rPr>
                <a:t>夏禹扬</a:t>
              </a:r>
              <a:endParaRPr lang="en-US" altLang="zh-CN" sz="1500" b="1" dirty="0">
                <a:solidFill>
                  <a:schemeClr val="tx1"/>
                </a:solidFill>
                <a:latin typeface="微软雅黑" panose="020B0503020204020204" pitchFamily="34" charset="-122"/>
                <a:ea typeface="微软雅黑" panose="020B0503020204020204" pitchFamily="34"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数据科学学院 </a:t>
              </a:r>
              <a:r>
                <a:rPr lang="en-US" altLang="zh-CN" sz="1500" dirty="0">
                  <a:solidFill>
                    <a:schemeClr val="tx1"/>
                  </a:solidFill>
                  <a:latin typeface="华文宋体" panose="02010600040101010101" pitchFamily="2" charset="-122"/>
                  <a:ea typeface="华文宋体" panose="02010600040101010101" pitchFamily="2" charset="-122"/>
                </a:rPr>
                <a:t>|</a:t>
              </a:r>
              <a:r>
                <a:rPr lang="zh-CN" altLang="en-US" sz="1500" dirty="0">
                  <a:solidFill>
                    <a:schemeClr val="tx1"/>
                  </a:solidFill>
                  <a:latin typeface="华文宋体" panose="02010600040101010101" pitchFamily="2" charset="-122"/>
                  <a:ea typeface="华文宋体" panose="02010600040101010101" pitchFamily="2" charset="-122"/>
                </a:rPr>
                <a:t> </a:t>
              </a:r>
              <a:r>
                <a:rPr lang="en-US" altLang="zh-CN" sz="1500" dirty="0">
                  <a:solidFill>
                    <a:schemeClr val="tx1"/>
                  </a:solidFill>
                  <a:latin typeface="华文宋体" panose="02010600040101010101" pitchFamily="2" charset="-122"/>
                  <a:ea typeface="华文宋体" panose="02010600040101010101" pitchFamily="2" charset="-122"/>
                </a:rPr>
                <a:t>2021</a:t>
              </a:r>
              <a:r>
                <a:rPr lang="zh-CN" altLang="en-US" sz="1500" dirty="0">
                  <a:solidFill>
                    <a:schemeClr val="tx1"/>
                  </a:solidFill>
                  <a:latin typeface="华文宋体" panose="02010600040101010101" pitchFamily="2" charset="-122"/>
                  <a:ea typeface="华文宋体" panose="02010600040101010101" pitchFamily="2" charset="-122"/>
                </a:rPr>
                <a:t>级 </a:t>
              </a:r>
              <a:r>
                <a:rPr lang="en-US" altLang="zh-CN" sz="1500" dirty="0">
                  <a:solidFill>
                    <a:schemeClr val="tx1"/>
                  </a:solidFill>
                  <a:latin typeface="华文宋体" panose="02010600040101010101" pitchFamily="2" charset="-122"/>
                  <a:ea typeface="华文宋体" panose="02010600040101010101" pitchFamily="2" charset="-122"/>
                </a:rPr>
                <a:t>|</a:t>
              </a:r>
              <a:r>
                <a:rPr lang="zh-CN" altLang="en-US" sz="1500" dirty="0">
                  <a:solidFill>
                    <a:schemeClr val="tx1"/>
                  </a:solidFill>
                  <a:latin typeface="华文宋体" panose="02010600040101010101" pitchFamily="2" charset="-122"/>
                  <a:ea typeface="华文宋体" panose="02010600040101010101" pitchFamily="2" charset="-122"/>
                </a:rPr>
                <a:t> </a:t>
              </a:r>
              <a:r>
                <a:rPr lang="en-US" altLang="zh-CN" sz="1500" u="none" strike="noStrike" dirty="0">
                  <a:effectLst/>
                  <a:latin typeface="华文宋体" panose="02010600040101010101" pitchFamily="2" charset="-122"/>
                  <a:ea typeface="华文宋体" panose="02010600040101010101" pitchFamily="2" charset="-122"/>
                </a:rPr>
                <a:t>CCPC</a:t>
              </a:r>
              <a:r>
                <a:rPr lang="zh-CN" altLang="en-US" sz="1500" u="none" strike="noStrike" dirty="0">
                  <a:effectLst/>
                  <a:latin typeface="华文宋体" panose="02010600040101010101" pitchFamily="2" charset="-122"/>
                  <a:ea typeface="华文宋体" panose="02010600040101010101" pitchFamily="2" charset="-122"/>
                </a:rPr>
                <a:t>金</a:t>
              </a:r>
              <a:r>
                <a:rPr lang="en-US" altLang="zh-CN" sz="1500" u="none" strike="noStrike" dirty="0" err="1">
                  <a:effectLst/>
                  <a:latin typeface="华文宋体" panose="02010600040101010101" pitchFamily="2" charset="-122"/>
                  <a:ea typeface="华文宋体" panose="02010600040101010101" pitchFamily="2" charset="-122"/>
                </a:rPr>
                <a:t>牌、ICPC银牌</a:t>
              </a:r>
              <a:endParaRPr lang="en-US" altLang="zh-CN" sz="1500" b="0" i="0" u="none" strike="noStrike" dirty="0">
                <a:solidFill>
                  <a:srgbClr val="000000"/>
                </a:solidFill>
                <a:effectLst/>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本科期间以第一作者身份在 </a:t>
              </a:r>
              <a:r>
                <a:rPr lang="en-US" altLang="zh-CN" sz="1500" dirty="0">
                  <a:solidFill>
                    <a:schemeClr val="tx1"/>
                  </a:solidFill>
                  <a:latin typeface="华文宋体" panose="02010600040101010101" pitchFamily="2" charset="-122"/>
                  <a:ea typeface="华文宋体" panose="02010600040101010101" pitchFamily="2" charset="-122"/>
                </a:rPr>
                <a:t>SIGMOD 2025 </a:t>
              </a:r>
              <a:r>
                <a:rPr lang="zh-CN" altLang="en-US" sz="1500" dirty="0">
                  <a:solidFill>
                    <a:schemeClr val="tx1"/>
                  </a:solidFill>
                  <a:latin typeface="华文宋体" panose="02010600040101010101" pitchFamily="2" charset="-122"/>
                  <a:ea typeface="华文宋体" panose="02010600040101010101" pitchFamily="2" charset="-122"/>
                </a:rPr>
                <a:t>发表一篇论文，获得</a:t>
              </a:r>
              <a:r>
                <a:rPr lang="en-US" altLang="zh-CN" sz="1500" dirty="0">
                  <a:solidFill>
                    <a:schemeClr val="tx1"/>
                  </a:solidFill>
                  <a:latin typeface="华文宋体" panose="02010600040101010101" pitchFamily="2" charset="-122"/>
                  <a:ea typeface="华文宋体" panose="02010600040101010101" pitchFamily="2" charset="-122"/>
                </a:rPr>
                <a:t> 2024</a:t>
              </a:r>
              <a:r>
                <a:rPr lang="zh-CN" altLang="en-US" sz="1500" dirty="0">
                  <a:solidFill>
                    <a:schemeClr val="tx1"/>
                  </a:solidFill>
                  <a:latin typeface="华文宋体" panose="02010600040101010101" pitchFamily="2" charset="-122"/>
                  <a:ea typeface="华文宋体" panose="02010600040101010101" pitchFamily="2" charset="-122"/>
                </a:rPr>
                <a:t> 年本科生国家奖学金</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毕业去向：埃默里大学计算机科学硕士（硕博连读）</a:t>
              </a:r>
              <a:endParaRPr sz="1500" dirty="0">
                <a:solidFill>
                  <a:schemeClr val="tx1"/>
                </a:solidFill>
                <a:latin typeface="华文宋体" panose="02010600040101010101" pitchFamily="2" charset="-122"/>
                <a:ea typeface="华文宋体" panose="02010600040101010101" pitchFamily="2" charset="-122"/>
              </a:endParaRPr>
            </a:p>
          </p:txBody>
        </p:sp>
        <p:cxnSp>
          <p:nvCxnSpPr>
            <p:cNvPr id="19" name="图形">
              <a:extLst>
                <a:ext uri="{FF2B5EF4-FFF2-40B4-BE49-F238E27FC236}">
                  <a16:creationId xmlns:a16="http://schemas.microsoft.com/office/drawing/2014/main" id="{085A7C99-2141-A766-C5D4-98A0AF5F0F0E}"/>
                </a:ext>
              </a:extLst>
            </p:cNvPr>
            <p:cNvCxnSpPr>
              <a:cxnSpLocks/>
            </p:cNvCxnSpPr>
            <p:nvPr/>
          </p:nvCxnSpPr>
          <p:spPr>
            <a:xfrm>
              <a:off x="559404" y="7664174"/>
              <a:ext cx="612000"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sp>
        <p:nvSpPr>
          <p:cNvPr id="21" name="文本框 11">
            <a:extLst>
              <a:ext uri="{FF2B5EF4-FFF2-40B4-BE49-F238E27FC236}">
                <a16:creationId xmlns:a16="http://schemas.microsoft.com/office/drawing/2014/main" id="{BD431643-5F73-5A62-1469-F92780031583}"/>
              </a:ext>
            </a:extLst>
          </p:cNvPr>
          <p:cNvSpPr txBox="1"/>
          <p:nvPr/>
        </p:nvSpPr>
        <p:spPr>
          <a:xfrm>
            <a:off x="-1817145" y="9557605"/>
            <a:ext cx="4633521" cy="323165"/>
          </a:xfrm>
          <a:prstGeom prst="rect">
            <a:avLst/>
          </a:prstGeom>
          <a:noFill/>
        </p:spPr>
        <p:txBody>
          <a:bodyPr/>
          <a:lstStyle/>
          <a:p>
            <a:r>
              <a:rPr sz="1500" lang="zh-CN"/>
              <a:t>24</a:t>
            </a:r>
          </a:p>
        </p:txBody>
      </p:sp>
    </p:spTree>
    <p:extLst>
      <p:ext uri="{BB962C8B-B14F-4D97-AF65-F5344CB8AC3E}">
        <p14:creationId xmlns:p14="http://schemas.microsoft.com/office/powerpoint/2010/main" val="11032939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9" name="组合 6"/>
          <p:cNvGrpSpPr/>
          <p:nvPr/>
        </p:nvGrpSpPr>
        <p:grpSpPr>
          <a:xfrm>
            <a:off x="9752" y="255633"/>
            <a:ext cx="7549923" cy="9999797"/>
            <a:chOff x="9752" y="255633"/>
            <a:chExt cx="7549923" cy="9999797"/>
          </a:xfrm>
        </p:grpSpPr>
        <p:pic>
          <p:nvPicPr>
            <p:cNvPr id="210" name="图片 7"/>
            <p:cNvPicPr>
              <a:picLocks noChangeAspect="1"/>
            </p:cNvPicPr>
            <p:nvPr/>
          </p:nvPicPr>
          <p:blipFill>
            <a:blip r:embed="rId3"/>
            <a:srcRect r="1505"/>
            <a:stretch/>
          </p:blipFill>
          <p:spPr>
            <a:xfrm>
              <a:off x="9752" y="255633"/>
              <a:ext cx="7549923" cy="9999797"/>
            </a:xfrm>
            <a:prstGeom prst="rect">
              <a:avLst/>
            </a:prstGeom>
          </p:spPr>
        </p:pic>
        <p:pic>
          <p:nvPicPr>
            <p:cNvPr id="211" name="图片 8"/>
            <p:cNvPicPr>
              <a:picLocks noChangeAspect="1"/>
            </p:cNvPicPr>
            <p:nvPr/>
          </p:nvPicPr>
          <p:blipFill>
            <a:blip r:embed="rId4"/>
            <a:stretch>
              <a:fillRect/>
            </a:stretch>
          </p:blipFill>
          <p:spPr>
            <a:xfrm>
              <a:off x="2733503" y="958361"/>
              <a:ext cx="4803852" cy="183897"/>
            </a:xfrm>
            <a:prstGeom prst="rect">
              <a:avLst/>
            </a:prstGeom>
          </p:spPr>
        </p:pic>
        <p:pic>
          <p:nvPicPr>
            <p:cNvPr id="212" name="图片 9"/>
            <p:cNvPicPr>
              <a:picLocks noChangeAspect="1"/>
            </p:cNvPicPr>
            <p:nvPr/>
          </p:nvPicPr>
          <p:blipFill>
            <a:blip r:embed="rId5"/>
            <a:stretch>
              <a:fillRect/>
            </a:stretch>
          </p:blipFill>
          <p:spPr>
            <a:xfrm>
              <a:off x="2955317" y="489607"/>
              <a:ext cx="4480144" cy="476842"/>
            </a:xfrm>
            <a:prstGeom prst="rect">
              <a:avLst/>
            </a:prstGeom>
          </p:spPr>
        </p:pic>
      </p:grpSp>
      <p:grpSp>
        <p:nvGrpSpPr>
          <p:cNvPr id="14" name="组合 13">
            <a:extLst>
              <a:ext uri="{FF2B5EF4-FFF2-40B4-BE49-F238E27FC236}">
                <a16:creationId xmlns:a16="http://schemas.microsoft.com/office/drawing/2014/main" id="{39228886-16EA-216D-B107-003C3D6B85DC}"/>
              </a:ext>
            </a:extLst>
          </p:cNvPr>
          <p:cNvGrpSpPr/>
          <p:nvPr/>
        </p:nvGrpSpPr>
        <p:grpSpPr>
          <a:xfrm>
            <a:off x="451177" y="4229762"/>
            <a:ext cx="6891461" cy="1751698"/>
            <a:chOff x="494719" y="4241192"/>
            <a:chExt cx="6891461" cy="1751698"/>
          </a:xfrm>
        </p:grpSpPr>
        <p:sp>
          <p:nvSpPr>
            <p:cNvPr id="219" name="矩形 5"/>
            <p:cNvSpPr/>
            <p:nvPr/>
          </p:nvSpPr>
          <p:spPr>
            <a:xfrm rot="5400000" flipH="1">
              <a:off x="3157360" y="1586086"/>
              <a:ext cx="1566179" cy="6891461"/>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221"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p:cNvSpPr txBox="1"/>
            <p:nvPr/>
          </p:nvSpPr>
          <p:spPr>
            <a:xfrm>
              <a:off x="524329" y="4241192"/>
              <a:ext cx="6740829" cy="1751698"/>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l">
                <a:lnSpc>
                  <a:spcPct val="125000"/>
                </a:lnSpc>
              </a:pPr>
              <a:r>
                <a:rPr lang="zh-CN" altLang="en-US" sz="1500" b="1" dirty="0">
                  <a:solidFill>
                    <a:schemeClr val="tx1"/>
                  </a:solidFill>
                  <a:latin typeface="微软雅黑" panose="020B0503020204020204" pitchFamily="34" charset="-122"/>
                  <a:ea typeface="微软雅黑" panose="020B0503020204020204" pitchFamily="34" charset="-122"/>
                </a:rPr>
                <a:t>侯天赐</a:t>
              </a:r>
              <a:endParaRPr lang="en-US" altLang="zh-CN" sz="1500" b="1" dirty="0">
                <a:solidFill>
                  <a:schemeClr val="tx1"/>
                </a:solidFill>
                <a:latin typeface="微软雅黑" panose="020B0503020204020204" pitchFamily="34" charset="-122"/>
                <a:ea typeface="微软雅黑" panose="020B0503020204020204" pitchFamily="34"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数据科学学院 </a:t>
              </a:r>
              <a:r>
                <a:rPr lang="en-US" altLang="zh-CN" sz="1500" dirty="0">
                  <a:solidFill>
                    <a:schemeClr val="tx1"/>
                  </a:solidFill>
                  <a:latin typeface="华文宋体" panose="02010600040101010101" pitchFamily="2" charset="-122"/>
                  <a:ea typeface="华文宋体" panose="02010600040101010101" pitchFamily="2" charset="-122"/>
                </a:rPr>
                <a:t>| 2021</a:t>
              </a:r>
              <a:r>
                <a:rPr lang="zh-CN" altLang="en-US" sz="1500" dirty="0">
                  <a:solidFill>
                    <a:schemeClr val="tx1"/>
                  </a:solidFill>
                  <a:latin typeface="华文宋体" panose="02010600040101010101" pitchFamily="2" charset="-122"/>
                  <a:ea typeface="华文宋体" panose="02010600040101010101" pitchFamily="2" charset="-122"/>
                </a:rPr>
                <a:t>级 </a:t>
              </a:r>
              <a:r>
                <a:rPr lang="en-US" altLang="zh-CN" sz="1500" dirty="0">
                  <a:solidFill>
                    <a:schemeClr val="tx1"/>
                  </a:solidFill>
                  <a:latin typeface="华文宋体" panose="02010600040101010101" pitchFamily="2" charset="-122"/>
                  <a:ea typeface="华文宋体" panose="02010600040101010101" pitchFamily="2" charset="-122"/>
                </a:rPr>
                <a:t>| </a:t>
              </a:r>
              <a:r>
                <a:rPr lang="en-US" altLang="zh-CN" sz="1500" u="none" strike="noStrike" dirty="0" err="1">
                  <a:effectLst/>
                  <a:latin typeface="华文宋体" panose="02010600040101010101" pitchFamily="2" charset="-122"/>
                  <a:ea typeface="华文宋体" panose="02010600040101010101" pitchFamily="2" charset="-122"/>
                </a:rPr>
                <a:t>CCPC金牌、ICPC银牌</a:t>
              </a:r>
              <a:endParaRPr lang="en-US" altLang="zh-CN" sz="1500" b="0" i="0" u="none" strike="noStrike" dirty="0">
                <a:solidFill>
                  <a:schemeClr val="tx1"/>
                </a:solidFill>
                <a:effectLst/>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本科期间在 </a:t>
              </a:r>
              <a:r>
                <a:rPr lang="en-US" altLang="zh-CN" sz="1500" dirty="0">
                  <a:solidFill>
                    <a:schemeClr val="tx1"/>
                  </a:solidFill>
                  <a:latin typeface="华文宋体" panose="02010600040101010101" pitchFamily="2" charset="-122"/>
                  <a:ea typeface="华文宋体" panose="02010600040101010101" pitchFamily="2" charset="-122"/>
                </a:rPr>
                <a:t>VLDB</a:t>
              </a:r>
              <a:r>
                <a:rPr lang="zh-CN" altLang="en-US" sz="1500" dirty="0">
                  <a:solidFill>
                    <a:schemeClr val="tx1"/>
                  </a:solidFill>
                  <a:latin typeface="华文宋体" panose="02010600040101010101" pitchFamily="2" charset="-122"/>
                  <a:ea typeface="华文宋体" panose="02010600040101010101" pitchFamily="2" charset="-122"/>
                </a:rPr>
                <a:t>顶级会议发表一篇论文</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en-US" altLang="zh-CN" sz="1500" dirty="0">
                  <a:solidFill>
                    <a:schemeClr val="tx1"/>
                  </a:solidFill>
                  <a:latin typeface="华文宋体" panose="02010600040101010101" pitchFamily="2" charset="-122"/>
                  <a:ea typeface="华文宋体" panose="02010600040101010101" pitchFamily="2" charset="-122"/>
                </a:rPr>
                <a:t>NVIDIA</a:t>
              </a:r>
              <a:r>
                <a:rPr lang="zh-CN" altLang="en-US" sz="1500" dirty="0">
                  <a:solidFill>
                    <a:schemeClr val="tx1"/>
                  </a:solidFill>
                  <a:latin typeface="华文宋体" panose="02010600040101010101" pitchFamily="2" charset="-122"/>
                  <a:ea typeface="华文宋体" panose="02010600040101010101" pitchFamily="2" charset="-122"/>
                </a:rPr>
                <a:t>（上海）实习</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毕业去向：加利福尼亚大学圣迭戈分校计算机科学硕士</a:t>
              </a:r>
              <a:endParaRPr sz="1500" dirty="0">
                <a:solidFill>
                  <a:schemeClr val="tx1"/>
                </a:solidFill>
                <a:latin typeface="华文宋体" panose="02010600040101010101" pitchFamily="2" charset="-122"/>
                <a:ea typeface="华文宋体" panose="02010600040101010101" pitchFamily="2" charset="-122"/>
              </a:endParaRPr>
            </a:p>
          </p:txBody>
        </p:sp>
        <p:cxnSp>
          <p:nvCxnSpPr>
            <p:cNvPr id="2" name="图形"/>
            <p:cNvCxnSpPr>
              <a:cxnSpLocks/>
            </p:cNvCxnSpPr>
            <p:nvPr/>
          </p:nvCxnSpPr>
          <p:spPr>
            <a:xfrm>
              <a:off x="568180" y="4595989"/>
              <a:ext cx="612000"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sp>
        <p:nvSpPr>
          <p:cNvPr id="4" name="Title Placeholder 1">
            <a:extLst>
              <a:ext uri="{FF2B5EF4-FFF2-40B4-BE49-F238E27FC236}">
                <a16:creationId xmlns:a16="http://schemas.microsoft.com/office/drawing/2014/main" id="{EC0E6D59-72B1-E396-89E3-DBF88E1AC050}"/>
              </a:ext>
            </a:extLst>
          </p:cNvPr>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优秀队员去向</a:t>
            </a:r>
            <a:endParaRPr lang="en-CN" altLang="zh-CN" sz="3200" dirty="0"/>
          </a:p>
        </p:txBody>
      </p:sp>
      <p:cxnSp>
        <p:nvCxnSpPr>
          <p:cNvPr id="5" name="图形">
            <a:extLst>
              <a:ext uri="{FF2B5EF4-FFF2-40B4-BE49-F238E27FC236}">
                <a16:creationId xmlns:a16="http://schemas.microsoft.com/office/drawing/2014/main" id="{558CA0CF-CD2F-EC55-1FFB-4666027B32C0}"/>
              </a:ext>
            </a:extLst>
          </p:cNvPr>
          <p:cNvCxnSpPr>
            <a:cxnSpLocks/>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nvGrpSpPr>
          <p:cNvPr id="13" name="组合 12">
            <a:extLst>
              <a:ext uri="{FF2B5EF4-FFF2-40B4-BE49-F238E27FC236}">
                <a16:creationId xmlns:a16="http://schemas.microsoft.com/office/drawing/2014/main" id="{B9419AB2-6D8A-A531-8CC4-7C783F647A37}"/>
              </a:ext>
            </a:extLst>
          </p:cNvPr>
          <p:cNvGrpSpPr/>
          <p:nvPr/>
        </p:nvGrpSpPr>
        <p:grpSpPr>
          <a:xfrm>
            <a:off x="451177" y="6282996"/>
            <a:ext cx="6891460" cy="1782196"/>
            <a:chOff x="463833" y="6093258"/>
            <a:chExt cx="6891460" cy="1782196"/>
          </a:xfrm>
        </p:grpSpPr>
        <p:sp>
          <p:nvSpPr>
            <p:cNvPr id="203" name="矩形 27"/>
            <p:cNvSpPr/>
            <p:nvPr/>
          </p:nvSpPr>
          <p:spPr>
            <a:xfrm rot="5400000" flipH="1">
              <a:off x="3293400" y="3263691"/>
              <a:ext cx="1232326" cy="689146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205"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p:cNvSpPr txBox="1"/>
            <p:nvPr/>
          </p:nvSpPr>
          <p:spPr>
            <a:xfrm>
              <a:off x="486364" y="6102468"/>
              <a:ext cx="6740829" cy="1772986"/>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l">
                <a:lnSpc>
                  <a:spcPct val="125000"/>
                </a:lnSpc>
              </a:pPr>
              <a:r>
                <a:rPr lang="zh-CN" altLang="en-US" sz="1500" b="1" dirty="0">
                  <a:solidFill>
                    <a:schemeClr val="tx1"/>
                  </a:solidFill>
                  <a:latin typeface="微软雅黑" panose="020B0503020204020204" pitchFamily="34" charset="-122"/>
                  <a:ea typeface="微软雅黑" panose="020B0503020204020204" pitchFamily="34" charset="-122"/>
                </a:rPr>
                <a:t>赵子逸</a:t>
              </a:r>
              <a:endParaRPr lang="en-US" altLang="zh-CN" sz="1500" b="1" dirty="0">
                <a:solidFill>
                  <a:schemeClr val="tx1"/>
                </a:solidFill>
                <a:latin typeface="微软雅黑" panose="020B0503020204020204" pitchFamily="34" charset="-122"/>
                <a:ea typeface="微软雅黑" panose="020B0503020204020204" pitchFamily="34"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数据科学学院 </a:t>
              </a:r>
              <a:r>
                <a:rPr lang="en-US" altLang="zh-CN" sz="1500" dirty="0">
                  <a:solidFill>
                    <a:schemeClr val="tx1"/>
                  </a:solidFill>
                  <a:latin typeface="华文宋体" panose="02010600040101010101" pitchFamily="2" charset="-122"/>
                  <a:ea typeface="华文宋体" panose="02010600040101010101" pitchFamily="2" charset="-122"/>
                </a:rPr>
                <a:t>|</a:t>
              </a:r>
              <a:r>
                <a:rPr lang="zh-CN" altLang="en-US" sz="1500" dirty="0">
                  <a:solidFill>
                    <a:schemeClr val="tx1"/>
                  </a:solidFill>
                  <a:latin typeface="华文宋体" panose="02010600040101010101" pitchFamily="2" charset="-122"/>
                  <a:ea typeface="华文宋体" panose="02010600040101010101" pitchFamily="2" charset="-122"/>
                </a:rPr>
                <a:t> </a:t>
              </a:r>
              <a:r>
                <a:rPr lang="en-US" altLang="zh-CN" sz="1500" dirty="0">
                  <a:solidFill>
                    <a:schemeClr val="tx1"/>
                  </a:solidFill>
                  <a:latin typeface="华文宋体" panose="02010600040101010101" pitchFamily="2" charset="-122"/>
                  <a:ea typeface="华文宋体" panose="02010600040101010101" pitchFamily="2" charset="-122"/>
                </a:rPr>
                <a:t>2021</a:t>
              </a:r>
              <a:r>
                <a:rPr lang="zh-CN" altLang="en-US" sz="1500" dirty="0">
                  <a:solidFill>
                    <a:schemeClr val="tx1"/>
                  </a:solidFill>
                  <a:latin typeface="华文宋体" panose="02010600040101010101" pitchFamily="2" charset="-122"/>
                  <a:ea typeface="华文宋体" panose="02010600040101010101" pitchFamily="2" charset="-122"/>
                </a:rPr>
                <a:t>级 </a:t>
              </a:r>
              <a:r>
                <a:rPr lang="en-US" altLang="zh-CN" sz="1500" dirty="0">
                  <a:solidFill>
                    <a:schemeClr val="tx1"/>
                  </a:solidFill>
                  <a:latin typeface="华文宋体" panose="02010600040101010101" pitchFamily="2" charset="-122"/>
                  <a:ea typeface="华文宋体" panose="02010600040101010101" pitchFamily="2" charset="-122"/>
                </a:rPr>
                <a:t>|</a:t>
              </a:r>
              <a:r>
                <a:rPr lang="zh-CN" altLang="en-US" sz="1500" dirty="0">
                  <a:solidFill>
                    <a:schemeClr val="tx1"/>
                  </a:solidFill>
                  <a:latin typeface="华文宋体" panose="02010600040101010101" pitchFamily="2" charset="-122"/>
                  <a:ea typeface="华文宋体" panose="02010600040101010101" pitchFamily="2" charset="-122"/>
                </a:rPr>
                <a:t> </a:t>
              </a:r>
              <a:r>
                <a:rPr lang="en-US" altLang="zh-CN" sz="1500" u="none" strike="noStrike" dirty="0">
                  <a:effectLst/>
                  <a:latin typeface="华文宋体" panose="02010600040101010101" pitchFamily="2" charset="-122"/>
                  <a:ea typeface="华文宋体" panose="02010600040101010101" pitchFamily="2" charset="-122"/>
                </a:rPr>
                <a:t>CCPC</a:t>
              </a:r>
              <a:r>
                <a:rPr lang="zh-CN" altLang="en-US" sz="1500" u="none" strike="noStrike" dirty="0">
                  <a:effectLst/>
                  <a:latin typeface="华文宋体" panose="02010600040101010101" pitchFamily="2" charset="-122"/>
                  <a:ea typeface="华文宋体" panose="02010600040101010101" pitchFamily="2" charset="-122"/>
                </a:rPr>
                <a:t>金</a:t>
              </a:r>
              <a:r>
                <a:rPr lang="en-US" altLang="zh-CN" sz="1500" u="none" strike="noStrike" dirty="0" err="1">
                  <a:effectLst/>
                  <a:latin typeface="华文宋体" panose="02010600040101010101" pitchFamily="2" charset="-122"/>
                  <a:ea typeface="华文宋体" panose="02010600040101010101" pitchFamily="2" charset="-122"/>
                </a:rPr>
                <a:t>牌、ICPC银牌</a:t>
              </a:r>
              <a:endParaRPr lang="en-US" altLang="zh-CN" sz="1500" b="0" i="0" u="none" strike="noStrike" dirty="0">
                <a:solidFill>
                  <a:srgbClr val="000000"/>
                </a:solidFill>
                <a:effectLst/>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本科期间完成一篇第一作者论文（论文在投）</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华为云（深圳）实习</a:t>
              </a:r>
              <a:endParaRPr sz="1500" dirty="0"/>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毕业去向：伊利诺伊大学厄巴纳</a:t>
              </a:r>
              <a:r>
                <a:rPr lang="en-US" altLang="zh-CN" sz="1500" dirty="0">
                  <a:solidFill>
                    <a:schemeClr val="tx1"/>
                  </a:solidFill>
                  <a:latin typeface="华文宋体" panose="02010600040101010101" pitchFamily="2" charset="-122"/>
                  <a:ea typeface="华文宋体" panose="02010600040101010101" pitchFamily="2" charset="-122"/>
                </a:rPr>
                <a:t>-</a:t>
              </a:r>
              <a:r>
                <a:rPr lang="zh-CN" altLang="en-US" sz="1500" dirty="0">
                  <a:solidFill>
                    <a:schemeClr val="tx1"/>
                  </a:solidFill>
                  <a:latin typeface="华文宋体" panose="02010600040101010101" pitchFamily="2" charset="-122"/>
                  <a:ea typeface="华文宋体" panose="02010600040101010101" pitchFamily="2" charset="-122"/>
                </a:rPr>
                <a:t>香槟分校科研助理</a:t>
              </a:r>
              <a:endParaRPr sz="1500" dirty="0">
                <a:solidFill>
                  <a:schemeClr val="tx1"/>
                </a:solidFill>
                <a:latin typeface="华文宋体" panose="02010600040101010101" pitchFamily="2" charset="-122"/>
                <a:ea typeface="华文宋体" panose="02010600040101010101" pitchFamily="2" charset="-122"/>
              </a:endParaRPr>
            </a:p>
          </p:txBody>
        </p:sp>
        <p:cxnSp>
          <p:nvCxnSpPr>
            <p:cNvPr id="8" name="图形">
              <a:extLst>
                <a:ext uri="{FF2B5EF4-FFF2-40B4-BE49-F238E27FC236}">
                  <a16:creationId xmlns:a16="http://schemas.microsoft.com/office/drawing/2014/main" id="{1D288739-505B-2F9A-BC58-2960E8E119FC}"/>
                </a:ext>
              </a:extLst>
            </p:cNvPr>
            <p:cNvCxnSpPr>
              <a:cxnSpLocks/>
            </p:cNvCxnSpPr>
            <p:nvPr/>
          </p:nvCxnSpPr>
          <p:spPr>
            <a:xfrm>
              <a:off x="529000" y="6466348"/>
              <a:ext cx="612000"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sp>
        <p:nvSpPr>
          <p:cNvPr id="6" name="文本框 1">
            <a:extLst>
              <a:ext uri="{FF2B5EF4-FFF2-40B4-BE49-F238E27FC236}">
                <a16:creationId xmlns:a16="http://schemas.microsoft.com/office/drawing/2014/main" id="{35A0C5DE-96DF-191D-5931-0037AEF4BFC3}"/>
              </a:ext>
            </a:extLst>
          </p:cNvPr>
          <p:cNvSpPr txBox="1"/>
          <p:nvPr/>
        </p:nvSpPr>
        <p:spPr>
          <a:xfrm>
            <a:off x="4778527" y="9557605"/>
            <a:ext cx="4633521" cy="323165"/>
          </a:xfrm>
          <a:prstGeom prst="rect">
            <a:avLst/>
          </a:prstGeom>
          <a:noFill/>
        </p:spPr>
        <p:txBody>
          <a:bodyPr/>
          <a:lstStyle/>
          <a:p>
            <a:r>
              <a:rPr sz="1500" lang="zh-CN"/>
              <a:t>25</a:t>
            </a:r>
          </a:p>
        </p:txBody>
      </p:sp>
      <p:pic>
        <p:nvPicPr>
          <p:cNvPr id="7" name="图片 29">
            <a:extLst>
              <a:ext uri="{FF2B5EF4-FFF2-40B4-BE49-F238E27FC236}">
                <a16:creationId xmlns:a16="http://schemas.microsoft.com/office/drawing/2014/main" id="{2EC250B3-A9E8-8926-088F-0228222EE92F}"/>
              </a:ext>
            </a:extLst>
          </p:cNvPr>
          <p:cNvPicPr>
            <a:picLocks noChangeAspect="1"/>
          </p:cNvPicPr>
          <p:nvPr/>
        </p:nvPicPr>
        <p:blipFill>
          <a:blip r:embed="rId6" cstate="print"/>
          <a:stretch>
            <a:fillRect/>
          </a:stretch>
        </p:blipFill>
        <p:spPr>
          <a:xfrm>
            <a:off x="1336928" y="196268"/>
            <a:ext cx="6637825" cy="925594"/>
          </a:xfrm>
          <a:prstGeom prst="rect">
            <a:avLst/>
          </a:prstGeom>
        </p:spPr>
      </p:pic>
      <p:grpSp>
        <p:nvGrpSpPr>
          <p:cNvPr id="11" name="组合 10">
            <a:extLst>
              <a:ext uri="{FF2B5EF4-FFF2-40B4-BE49-F238E27FC236}">
                <a16:creationId xmlns:a16="http://schemas.microsoft.com/office/drawing/2014/main" id="{13CCE653-8813-1E9A-A775-AD40EAD84B07}"/>
              </a:ext>
            </a:extLst>
          </p:cNvPr>
          <p:cNvGrpSpPr/>
          <p:nvPr/>
        </p:nvGrpSpPr>
        <p:grpSpPr>
          <a:xfrm>
            <a:off x="451177" y="2161411"/>
            <a:ext cx="7106063" cy="1772986"/>
            <a:chOff x="478056" y="2161411"/>
            <a:chExt cx="7106063" cy="1772986"/>
          </a:xfrm>
        </p:grpSpPr>
        <p:sp>
          <p:nvSpPr>
            <p:cNvPr id="3" name="矩形 24">
              <a:extLst>
                <a:ext uri="{FF2B5EF4-FFF2-40B4-BE49-F238E27FC236}">
                  <a16:creationId xmlns:a16="http://schemas.microsoft.com/office/drawing/2014/main" id="{98F67D88-669E-DB19-C62C-2F413D57A0A3}"/>
                </a:ext>
              </a:extLst>
            </p:cNvPr>
            <p:cNvSpPr/>
            <p:nvPr/>
          </p:nvSpPr>
          <p:spPr>
            <a:xfrm rot="5400000" flipH="1">
              <a:off x="3252136" y="-610375"/>
              <a:ext cx="1296303" cy="6844464"/>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9"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a:extLst>
                <a:ext uri="{FF2B5EF4-FFF2-40B4-BE49-F238E27FC236}">
                  <a16:creationId xmlns:a16="http://schemas.microsoft.com/office/drawing/2014/main" id="{95ADD07B-5019-3DDA-D587-37BBA959E7BE}"/>
                </a:ext>
              </a:extLst>
            </p:cNvPr>
            <p:cNvSpPr txBox="1"/>
            <p:nvPr/>
          </p:nvSpPr>
          <p:spPr>
            <a:xfrm>
              <a:off x="543223" y="2161411"/>
              <a:ext cx="7040896" cy="1772986"/>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l">
                <a:lnSpc>
                  <a:spcPct val="125000"/>
                </a:lnSpc>
              </a:pPr>
              <a:r>
                <a:rPr lang="zh-CN" altLang="en-US" sz="1500" b="1" dirty="0">
                  <a:solidFill>
                    <a:schemeClr val="tx1"/>
                  </a:solidFill>
                  <a:latin typeface="微软雅黑" panose="020B0503020204020204" pitchFamily="34" charset="-122"/>
                  <a:ea typeface="微软雅黑" panose="020B0503020204020204" pitchFamily="34" charset="-122"/>
                </a:rPr>
                <a:t>蒋一歌</a:t>
              </a:r>
              <a:endParaRPr lang="en-US" altLang="zh-CN" sz="1500" b="1" dirty="0">
                <a:solidFill>
                  <a:schemeClr val="tx1"/>
                </a:solidFill>
                <a:latin typeface="微软雅黑" panose="020B0503020204020204" pitchFamily="34" charset="-122"/>
                <a:ea typeface="微软雅黑" panose="020B0503020204020204" pitchFamily="34"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数据科学学院 </a:t>
              </a:r>
              <a:r>
                <a:rPr lang="en-US" altLang="zh-CN" sz="1500" dirty="0">
                  <a:solidFill>
                    <a:schemeClr val="tx1"/>
                  </a:solidFill>
                  <a:latin typeface="华文宋体" panose="02010600040101010101" pitchFamily="2" charset="-122"/>
                  <a:ea typeface="华文宋体" panose="02010600040101010101" pitchFamily="2" charset="-122"/>
                </a:rPr>
                <a:t>|</a:t>
              </a:r>
              <a:r>
                <a:rPr lang="zh-CN" altLang="en-US" sz="1500" dirty="0">
                  <a:solidFill>
                    <a:schemeClr val="tx1"/>
                  </a:solidFill>
                  <a:latin typeface="华文宋体" panose="02010600040101010101" pitchFamily="2" charset="-122"/>
                  <a:ea typeface="华文宋体" panose="02010600040101010101" pitchFamily="2" charset="-122"/>
                </a:rPr>
                <a:t> </a:t>
              </a:r>
              <a:r>
                <a:rPr lang="en-US" altLang="zh-CN" sz="1500" dirty="0">
                  <a:solidFill>
                    <a:schemeClr val="tx1"/>
                  </a:solidFill>
                  <a:latin typeface="华文宋体" panose="02010600040101010101" pitchFamily="2" charset="-122"/>
                  <a:ea typeface="华文宋体" panose="02010600040101010101" pitchFamily="2" charset="-122"/>
                </a:rPr>
                <a:t>2021</a:t>
              </a:r>
              <a:r>
                <a:rPr lang="zh-CN" altLang="en-US" sz="1500" dirty="0">
                  <a:solidFill>
                    <a:schemeClr val="tx1"/>
                  </a:solidFill>
                  <a:latin typeface="华文宋体" panose="02010600040101010101" pitchFamily="2" charset="-122"/>
                  <a:ea typeface="华文宋体" panose="02010600040101010101" pitchFamily="2" charset="-122"/>
                </a:rPr>
                <a:t>级 </a:t>
              </a:r>
              <a:r>
                <a:rPr lang="en-US" altLang="zh-CN" sz="1500" dirty="0">
                  <a:solidFill>
                    <a:schemeClr val="tx1"/>
                  </a:solidFill>
                  <a:latin typeface="华文宋体" panose="02010600040101010101" pitchFamily="2" charset="-122"/>
                  <a:ea typeface="华文宋体" panose="02010600040101010101" pitchFamily="2" charset="-122"/>
                </a:rPr>
                <a:t>|</a:t>
              </a:r>
              <a:r>
                <a:rPr lang="zh-CN" altLang="en-US" sz="1500" dirty="0">
                  <a:solidFill>
                    <a:schemeClr val="tx1"/>
                  </a:solidFill>
                  <a:latin typeface="华文宋体" panose="02010600040101010101" pitchFamily="2" charset="-122"/>
                  <a:ea typeface="华文宋体" panose="02010600040101010101" pitchFamily="2" charset="-122"/>
                </a:rPr>
                <a:t> </a:t>
              </a:r>
              <a:r>
                <a:rPr lang="en-US" altLang="zh-CN" sz="1500" u="none" strike="noStrike" dirty="0" err="1">
                  <a:solidFill>
                    <a:schemeClr val="tx1"/>
                  </a:solidFill>
                  <a:effectLst/>
                  <a:latin typeface="华文宋体" panose="02010600040101010101" pitchFamily="2" charset="-122"/>
                  <a:ea typeface="华文宋体" panose="02010600040101010101" pitchFamily="2" charset="-122"/>
                </a:rPr>
                <a:t>ICPC金牌、ICPC</a:t>
              </a:r>
              <a:r>
                <a:rPr lang="en-US" altLang="zh-CN" sz="1500" u="none" strike="noStrike" dirty="0">
                  <a:solidFill>
                    <a:schemeClr val="tx1"/>
                  </a:solidFill>
                  <a:effectLst/>
                  <a:latin typeface="华文宋体" panose="02010600040101010101" pitchFamily="2" charset="-122"/>
                  <a:ea typeface="华文宋体" panose="02010600040101010101" pitchFamily="2" charset="-122"/>
                </a:rPr>
                <a:t> </a:t>
              </a:r>
              <a:r>
                <a:rPr lang="en-US" altLang="zh-CN" sz="1500" dirty="0">
                  <a:solidFill>
                    <a:schemeClr val="tx1"/>
                  </a:solidFill>
                  <a:latin typeface="华文宋体" panose="02010600040101010101" pitchFamily="2" charset="-122"/>
                  <a:ea typeface="华文宋体" panose="02010600040101010101" pitchFamily="2" charset="-122"/>
                </a:rPr>
                <a:t>EC F</a:t>
              </a:r>
              <a:r>
                <a:rPr lang="en-US" altLang="zh-CN" sz="1500" u="none" strike="noStrike" dirty="0">
                  <a:solidFill>
                    <a:schemeClr val="tx1"/>
                  </a:solidFill>
                  <a:effectLst/>
                  <a:latin typeface="华文宋体" panose="02010600040101010101" pitchFamily="2" charset="-122"/>
                  <a:ea typeface="华文宋体" panose="02010600040101010101" pitchFamily="2" charset="-122"/>
                </a:rPr>
                <a:t>inal</a:t>
              </a:r>
              <a:r>
                <a:rPr lang="zh-CN" altLang="en-US" sz="1500" u="none" strike="noStrike" dirty="0">
                  <a:solidFill>
                    <a:schemeClr val="tx1"/>
                  </a:solidFill>
                  <a:effectLst/>
                  <a:latin typeface="华文宋体" panose="02010600040101010101" pitchFamily="2" charset="-122"/>
                  <a:ea typeface="华文宋体" panose="02010600040101010101" pitchFamily="2" charset="-122"/>
                </a:rPr>
                <a:t>银牌</a:t>
              </a:r>
              <a:endParaRPr lang="en-US" altLang="zh-CN" sz="1500" b="0" i="0" u="none" strike="noStrike" dirty="0">
                <a:solidFill>
                  <a:srgbClr val="000000"/>
                </a:solidFill>
                <a:effectLst/>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本科期间完成一篇共同第一作者论文（论文在投）</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华为云（深圳）实习</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毕业去向：南洋理工大学计算机科学直博</a:t>
              </a:r>
              <a:endParaRPr sz="1500" dirty="0">
                <a:solidFill>
                  <a:schemeClr val="tx1"/>
                </a:solidFill>
                <a:latin typeface="华文宋体" panose="02010600040101010101" pitchFamily="2" charset="-122"/>
                <a:ea typeface="华文宋体" panose="02010600040101010101" pitchFamily="2" charset="-122"/>
              </a:endParaRPr>
            </a:p>
          </p:txBody>
        </p:sp>
        <p:cxnSp>
          <p:nvCxnSpPr>
            <p:cNvPr id="10" name="图形">
              <a:extLst>
                <a:ext uri="{FF2B5EF4-FFF2-40B4-BE49-F238E27FC236}">
                  <a16:creationId xmlns:a16="http://schemas.microsoft.com/office/drawing/2014/main" id="{C73C875A-ED1C-9EC4-A0F8-156B18AC7651}"/>
                </a:ext>
              </a:extLst>
            </p:cNvPr>
            <p:cNvCxnSpPr>
              <a:cxnSpLocks/>
            </p:cNvCxnSpPr>
            <p:nvPr/>
          </p:nvCxnSpPr>
          <p:spPr>
            <a:xfrm>
              <a:off x="566449" y="2523872"/>
              <a:ext cx="612000"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12053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83" name="图片 1"/>
          <p:cNvPicPr>
            <a:picLocks noChangeAspect="1"/>
          </p:cNvPicPr>
          <p:nvPr/>
        </p:nvPicPr>
        <p:blipFill rotWithShape="1">
          <a:blip r:embed="rId3"/>
          <a:srcRect l="9124" r="19006"/>
          <a:stretch/>
        </p:blipFill>
        <p:spPr>
          <a:xfrm>
            <a:off x="3799" y="251714"/>
            <a:ext cx="7559675" cy="10000821"/>
          </a:xfrm>
          <a:prstGeom prst="rect">
            <a:avLst/>
          </a:prstGeom>
        </p:spPr>
      </p:pic>
      <p:pic>
        <p:nvPicPr>
          <p:cNvPr id="484" name="图片 8"/>
          <p:cNvPicPr>
            <a:picLocks noChangeAspect="1"/>
          </p:cNvPicPr>
          <p:nvPr/>
        </p:nvPicPr>
        <p:blipFill>
          <a:blip r:embed="rId4" cstate="print"/>
          <a:srcRect/>
          <a:stretch/>
        </p:blipFill>
        <p:spPr>
          <a:xfrm>
            <a:off x="-11331" y="4451"/>
            <a:ext cx="7574805" cy="4946637"/>
          </a:xfrm>
          <a:prstGeom prst="rect">
            <a:avLst/>
          </a:prstGeom>
        </p:spPr>
      </p:pic>
      <p:sp>
        <p:nvSpPr>
          <p:cNvPr id="485" name="矩形: 单圆角 23"/>
          <p:cNvSpPr/>
          <p:nvPr/>
        </p:nvSpPr>
        <p:spPr>
          <a:xfrm>
            <a:off x="-277368" y="4618607"/>
            <a:ext cx="7267476" cy="3005628"/>
          </a:xfrm>
          <a:prstGeom prst="round1Rect">
            <a:avLst>
              <a:gd name="adj" fmla="val 9298"/>
            </a:avLst>
          </a:prstGeom>
          <a:gradFill>
            <a:gsLst>
              <a:gs pos="20000">
                <a:srgbClr val="FFFFFF"/>
              </a:gs>
              <a:gs pos="44000">
                <a:srgbClr val="FFFFFF"/>
              </a:gs>
              <a:gs pos="0">
                <a:schemeClr val="bg1"/>
              </a:gs>
              <a:gs pos="100000">
                <a:schemeClr val="bg1">
                  <a:alpha val="0"/>
                </a:schemeClr>
              </a:gs>
            </a:gsLst>
            <a:lin ang="10800000" scaled="0"/>
          </a:gradFill>
          <a:ln>
            <a:noFill/>
          </a:ln>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567066" hangingPunct="1">
              <a:defRPr/>
            </a:pPr>
            <a:endParaRPr lang="zh-CN" altLang="en-US" sz="1117" kern="1200">
              <a:solidFill>
                <a:prstClr val="white"/>
              </a:solidFill>
              <a:latin typeface="Times New Roman" panose="02020603050405020304" pitchFamily="18" charset="0"/>
              <a:ea typeface="微软雅黑"/>
              <a:cs typeface="Times New Roman" panose="02020603050405020304" pitchFamily="18" charset="0"/>
            </a:endParaRPr>
          </a:p>
        </p:txBody>
      </p:sp>
      <p:sp>
        <p:nvSpPr>
          <p:cNvPr id="486" name="矩形 25"/>
          <p:cNvSpPr/>
          <p:nvPr/>
        </p:nvSpPr>
        <p:spPr>
          <a:xfrm>
            <a:off x="413981" y="4976402"/>
            <a:ext cx="5250679" cy="25915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endParaRPr lang="zh-CN" altLang="en-US" sz="311">
              <a:solidFill>
                <a:prstClr val="white"/>
              </a:solidFill>
              <a:latin typeface="Times New Roman" panose="02020603050405020304" pitchFamily="18" charset="0"/>
              <a:ea typeface="等线" panose="02010600030101010101" pitchFamily="2" charset="-122"/>
              <a:cs typeface="Times New Roman" panose="02020603050405020304" pitchFamily="18" charset="0"/>
            </a:endParaRPr>
          </a:p>
        </p:txBody>
      </p:sp>
      <p:sp>
        <p:nvSpPr>
          <p:cNvPr id="487" name="TextBox 72"/>
          <p:cNvSpPr txBox="1"/>
          <p:nvPr/>
        </p:nvSpPr>
        <p:spPr>
          <a:xfrm>
            <a:off x="560355" y="6905857"/>
            <a:ext cx="2178908" cy="269369"/>
          </a:xfrm>
          <a:prstGeom prst="rect">
            <a:avLst/>
          </a:prstGeom>
          <a:noFill/>
        </p:spPr>
        <p:txBody>
          <a:bodyPr wrap="square">
            <a:spAutoFit/>
          </a:bodyPr>
          <a:lstStyle/>
          <a:p>
            <a:pPr defTabSz="283534" hangingPunct="1">
              <a:lnSpc>
                <a:spcPct val="150000"/>
              </a:lnSpc>
              <a:defRPr/>
            </a:pPr>
            <a:endParaRPr lang="zh-CN" altLang="zh-CN" sz="869" b="1" kern="1200">
              <a:solidFill>
                <a:srgbClr val="441D85"/>
              </a:solidFill>
              <a:latin typeface="Times New Roman" panose="02020603050405020304" pitchFamily="18" charset="0"/>
              <a:ea typeface="微软雅黑" panose="020B0503020204020204" pitchFamily="34" charset="-122"/>
              <a:cs typeface="Times New Roman" panose="02020603050405020304" pitchFamily="18" charset="0"/>
              <a:sym typeface="字魂105号-简雅黑" panose="00000500000000000000" pitchFamily="2" charset="-122"/>
            </a:endParaRPr>
          </a:p>
        </p:txBody>
      </p:sp>
      <p:sp>
        <p:nvSpPr>
          <p:cNvPr id="488" name="TextBox 72"/>
          <p:cNvSpPr txBox="1"/>
          <p:nvPr/>
        </p:nvSpPr>
        <p:spPr>
          <a:xfrm>
            <a:off x="4533131" y="6557557"/>
            <a:ext cx="2853095" cy="426463"/>
          </a:xfrm>
          <a:prstGeom prst="rect">
            <a:avLst/>
          </a:prstGeom>
          <a:noFill/>
        </p:spPr>
        <p:txBody>
          <a:bodyPr wrap="square">
            <a:spAutoFit/>
          </a:bodyPr>
          <a:lstStyle/>
          <a:p>
            <a:pPr defTabSz="283534" hangingPunct="1">
              <a:lnSpc>
                <a:spcPct val="150000"/>
              </a:lnSpc>
              <a:defRPr/>
            </a:pPr>
            <a:r>
              <a:rPr lang="zh-CN" altLang="en-US" sz="1600">
                <a:solidFill>
                  <a:srgbClr val="441D85"/>
                </a:solidFill>
                <a:latin typeface="Times New Roman" panose="02020603050405020304" pitchFamily="18" charset="0"/>
                <a:ea typeface="华文宋体" panose="02010600040101010101" pitchFamily="2" charset="-122"/>
                <a:cs typeface="Times New Roman" panose="02020603050405020304" pitchFamily="18" charset="0"/>
              </a:rPr>
              <a:t>学院招生交流</a:t>
            </a:r>
            <a:r>
              <a:rPr lang="en-US" altLang="zh-CN" sz="1600">
                <a:solidFill>
                  <a:srgbClr val="441D85"/>
                </a:solidFill>
                <a:latin typeface="Times New Roman" panose="02020603050405020304" pitchFamily="18" charset="0"/>
                <a:ea typeface="华文宋体" panose="02010600040101010101" pitchFamily="2" charset="-122"/>
                <a:cs typeface="Times New Roman" panose="02020603050405020304" pitchFamily="18" charset="0"/>
              </a:rPr>
              <a:t>QQ</a:t>
            </a:r>
            <a:r>
              <a:rPr lang="zh-CN" altLang="en-US" sz="1600">
                <a:solidFill>
                  <a:srgbClr val="441D85"/>
                </a:solidFill>
                <a:latin typeface="Times New Roman" panose="02020603050405020304" pitchFamily="18" charset="0"/>
                <a:ea typeface="华文宋体" panose="02010600040101010101" pitchFamily="2" charset="-122"/>
                <a:cs typeface="Times New Roman" panose="02020603050405020304" pitchFamily="18" charset="0"/>
              </a:rPr>
              <a:t>群</a:t>
            </a:r>
            <a:endParaRPr lang="en-US" altLang="zh-CN" sz="1600">
              <a:solidFill>
                <a:srgbClr val="441D85"/>
              </a:solidFill>
              <a:latin typeface="Times New Roman" panose="02020603050405020304" pitchFamily="18" charset="0"/>
              <a:ea typeface="华文宋体" panose="02010600040101010101" pitchFamily="2" charset="-122"/>
              <a:cs typeface="Times New Roman" panose="02020603050405020304" pitchFamily="18" charset="0"/>
            </a:endParaRPr>
          </a:p>
        </p:txBody>
      </p:sp>
      <p:sp>
        <p:nvSpPr>
          <p:cNvPr id="489" name="TextBox 72"/>
          <p:cNvSpPr txBox="1"/>
          <p:nvPr/>
        </p:nvSpPr>
        <p:spPr>
          <a:xfrm>
            <a:off x="400878" y="6568017"/>
            <a:ext cx="2178908" cy="426463"/>
          </a:xfrm>
          <a:prstGeom prst="rect">
            <a:avLst/>
          </a:prstGeom>
          <a:noFill/>
        </p:spPr>
        <p:txBody>
          <a:bodyPr wrap="square">
            <a:spAutoFit/>
          </a:bodyPr>
          <a:lstStyle/>
          <a:p>
            <a:pPr defTabSz="283534" hangingPunct="1">
              <a:lnSpc>
                <a:spcPct val="150000"/>
              </a:lnSpc>
              <a:defRPr/>
            </a:pPr>
            <a:r>
              <a:rPr lang="zh-CN" altLang="en-US" sz="1600">
                <a:solidFill>
                  <a:srgbClr val="441D85"/>
                </a:solidFill>
                <a:latin typeface="Times New Roman" panose="02020603050405020304" pitchFamily="18" charset="0"/>
                <a:ea typeface="华文宋体" panose="02010600040101010101" pitchFamily="2" charset="-122"/>
                <a:cs typeface="Times New Roman" panose="02020603050405020304" pitchFamily="18" charset="0"/>
              </a:rPr>
              <a:t>学院微信公众号 </a:t>
            </a:r>
            <a:endParaRPr>
              <a:latin typeface="Times New Roman" panose="02020603050405020304" pitchFamily="18" charset="0"/>
              <a:cs typeface="Times New Roman" panose="02020603050405020304" pitchFamily="18" charset="0"/>
            </a:endParaRPr>
          </a:p>
        </p:txBody>
      </p:sp>
      <p:sp>
        <p:nvSpPr>
          <p:cNvPr id="490" name="TextBox 72"/>
          <p:cNvSpPr txBox="1"/>
          <p:nvPr/>
        </p:nvSpPr>
        <p:spPr>
          <a:xfrm>
            <a:off x="1915415" y="6563599"/>
            <a:ext cx="2178908" cy="426463"/>
          </a:xfrm>
          <a:prstGeom prst="rect">
            <a:avLst/>
          </a:prstGeom>
          <a:noFill/>
        </p:spPr>
        <p:txBody>
          <a:bodyPr wrap="square">
            <a:spAutoFit/>
          </a:bodyPr>
          <a:lstStyle/>
          <a:p>
            <a:pPr defTabSz="283534" hangingPunct="1">
              <a:lnSpc>
                <a:spcPct val="150000"/>
              </a:lnSpc>
              <a:defRPr/>
            </a:pPr>
            <a:r>
              <a:rPr lang="zh-CN" altLang="en-US" sz="1600">
                <a:solidFill>
                  <a:srgbClr val="441D85"/>
                </a:solidFill>
                <a:latin typeface="Times New Roman" panose="02020603050405020304" pitchFamily="18" charset="0"/>
                <a:ea typeface="华文宋体" panose="02010600040101010101" pitchFamily="2" charset="-122"/>
                <a:cs typeface="Times New Roman" panose="02020603050405020304" pitchFamily="18" charset="0"/>
              </a:rPr>
              <a:t>学院刊物</a:t>
            </a:r>
            <a:endParaRPr>
              <a:latin typeface="Times New Roman" panose="02020603050405020304" pitchFamily="18" charset="0"/>
              <a:cs typeface="Times New Roman" panose="02020603050405020304" pitchFamily="18" charset="0"/>
            </a:endParaRPr>
          </a:p>
        </p:txBody>
      </p:sp>
      <p:sp>
        <p:nvSpPr>
          <p:cNvPr id="491" name="TextBox 72"/>
          <p:cNvSpPr txBox="1"/>
          <p:nvPr/>
        </p:nvSpPr>
        <p:spPr>
          <a:xfrm>
            <a:off x="3348891" y="6559119"/>
            <a:ext cx="2178908" cy="426463"/>
          </a:xfrm>
          <a:prstGeom prst="rect">
            <a:avLst/>
          </a:prstGeom>
          <a:noFill/>
        </p:spPr>
        <p:txBody>
          <a:bodyPr wrap="square">
            <a:spAutoFit/>
          </a:bodyPr>
          <a:lstStyle/>
          <a:p>
            <a:pPr defTabSz="283534" hangingPunct="1">
              <a:lnSpc>
                <a:spcPct val="150000"/>
              </a:lnSpc>
              <a:defRPr/>
            </a:pPr>
            <a:r>
              <a:rPr lang="zh-CN" altLang="en-US" sz="1600">
                <a:solidFill>
                  <a:srgbClr val="441D85"/>
                </a:solidFill>
                <a:latin typeface="Times New Roman" panose="02020603050405020304" pitchFamily="18" charset="0"/>
                <a:ea typeface="华文宋体" panose="02010600040101010101" pitchFamily="2" charset="-122"/>
                <a:cs typeface="Times New Roman" panose="02020603050405020304" pitchFamily="18" charset="0"/>
              </a:rPr>
              <a:t>学院官网</a:t>
            </a:r>
            <a:endParaRPr>
              <a:latin typeface="Times New Roman" panose="02020603050405020304" pitchFamily="18" charset="0"/>
              <a:cs typeface="Times New Roman" panose="02020603050405020304" pitchFamily="18" charset="0"/>
            </a:endParaRPr>
          </a:p>
        </p:txBody>
      </p:sp>
      <p:sp>
        <p:nvSpPr>
          <p:cNvPr id="492" name="文本框 17"/>
          <p:cNvSpPr txBox="1"/>
          <p:nvPr/>
        </p:nvSpPr>
        <p:spPr>
          <a:xfrm>
            <a:off x="4331552" y="6947756"/>
            <a:ext cx="3122192" cy="418191"/>
          </a:xfrm>
          <a:prstGeom prst="rect">
            <a:avLst/>
          </a:prstGeom>
          <a:noFill/>
        </p:spPr>
        <p:txBody>
          <a:bodyPr/>
          <a:lstStyle/>
          <a:p>
            <a:pPr defTabSz="283534" hangingPunct="1">
              <a:lnSpc>
                <a:spcPct val="150000"/>
              </a:lnSpc>
              <a:defRPr/>
            </a:pPr>
            <a:r>
              <a:rPr sz="1600" lang="zh-CN"/>
              <a:t>QQ群号：293037862</a:t>
            </a:r>
          </a:p>
        </p:txBody>
      </p:sp>
      <p:sp>
        <p:nvSpPr>
          <p:cNvPr id="493" name="文本框 47"/>
          <p:cNvSpPr txBox="1"/>
          <p:nvPr/>
        </p:nvSpPr>
        <p:spPr>
          <a:xfrm>
            <a:off x="-10000000" y="-10000000"/>
            <a:ext cx="0" cy="0"/>
          </a:xfrm>
          <a:prstGeom prst="rect">
            <a:avLst/>
          </a:prstGeom>
          <a:noFill/>
        </p:spPr>
        <p:txBody>
          <a:bodyPr/>
          <a:lstStyle/>
          <a:p>
            <a:pPr algn="l">
              <a:lnSpc>
                <a:spcPct val="125000"/>
              </a:lnSpc>
              <a:defRPr/>
            </a:pPr>
            <a:r>
              <a:rPr sz="1300" lang="zh-CN"/>
              <a:t/>
            </a:r>
          </a:p>
        </p:txBody>
      </p:sp>
      <p:sp>
        <p:nvSpPr>
          <p:cNvPr id="494" name="文本框 49"/>
          <p:cNvSpPr txBox="1"/>
          <p:nvPr/>
        </p:nvSpPr>
        <p:spPr>
          <a:xfrm>
            <a:off x="-10000000" y="-10000000"/>
            <a:ext cx="0" cy="0"/>
          </a:xfrm>
          <a:prstGeom prst="rect">
            <a:avLst/>
          </a:prstGeom>
          <a:noFill/>
        </p:spPr>
        <p:txBody>
          <a:bodyPr/>
          <a:lstStyle/>
          <a:p>
            <a:pPr algn="l">
              <a:lnSpc>
                <a:spcPts val="1240"/>
              </a:lnSpc>
              <a:defRPr/>
            </a:pPr>
            <a:r>
              <a:rPr sz="1300" lang="zh-CN"/>
              <a:t/>
            </a:r>
          </a:p>
        </p:txBody>
      </p:sp>
      <p:sp>
        <p:nvSpPr>
          <p:cNvPr id="495" name="文本框 52"/>
          <p:cNvSpPr txBox="1"/>
          <p:nvPr/>
        </p:nvSpPr>
        <p:spPr>
          <a:xfrm>
            <a:off x="2250000" y="8820000"/>
            <a:ext cx="4450000" cy="610000"/>
          </a:xfrm>
          <a:prstGeom prst="rect">
            <a:avLst/>
          </a:prstGeom>
          <a:noFill/>
        </p:spPr>
        <p:txBody>
          <a:bodyPr/>
          <a:lstStyle/>
          <a:p>
            <a:pPr algn="r">
              <a:lnSpc>
                <a:spcPct val="150000"/>
              </a:lnSpc>
              <a:defRPr/>
            </a:pPr>
            <a:r>
              <a:rPr sz="1300" lang="zh-CN"/>
              <a:t>学院官网：http://sds.cuhk.edu.cn</a:t>
            </a:r>
          </a:p>
          <a:p>
            <a:pPr algn="r">
              <a:lnSpc>
                <a:spcPct val="150000"/>
              </a:lnSpc>
              <a:defRPr/>
            </a:pPr>
            <a:r>
              <a:rPr sz="1300" lang="zh-CN"/>
              <a:t>竞赛队官网：https://sds-xcpc.github.io/</a:t>
            </a:r>
          </a:p>
        </p:txBody>
      </p:sp>
      <p:sp>
        <p:nvSpPr>
          <p:cNvPr id="496" name="文本框 98"/>
          <p:cNvSpPr txBox="1"/>
          <p:nvPr/>
        </p:nvSpPr>
        <p:spPr>
          <a:xfrm>
            <a:off x="1528234" y="4702398"/>
            <a:ext cx="4941729" cy="338554"/>
          </a:xfrm>
          <a:prstGeom prst="rect">
            <a:avLst/>
          </a:prstGeom>
          <a:noFill/>
        </p:spPr>
        <p:txBody>
          <a:bodyPr/>
          <a:lstStyle/>
          <a:p>
            <a:pPr>
              <a:defRPr/>
            </a:pPr>
            <a:r>
              <a:rPr sz="1600" lang="zh-CN"/>
              <a:t>招生咨询邮箱 Email：admissions@cuhk.edu.cn</a:t>
            </a:r>
          </a:p>
        </p:txBody>
      </p:sp>
      <p:cxnSp>
        <p:nvCxnSpPr>
          <p:cNvPr id="497" name="直接连接符 32"/>
          <p:cNvCxnSpPr/>
          <p:nvPr/>
        </p:nvCxnSpPr>
        <p:spPr>
          <a:xfrm>
            <a:off x="2773864" y="5242388"/>
            <a:ext cx="4112181" cy="7421"/>
          </a:xfrm>
          <a:prstGeom prst="line">
            <a:avLst/>
          </a:prstGeom>
          <a:ln>
            <a:solidFill>
              <a:srgbClr val="A99DDF"/>
            </a:solidFill>
          </a:ln>
        </p:spPr>
        <p:style>
          <a:lnRef idx="1">
            <a:schemeClr val="accent1"/>
          </a:lnRef>
          <a:fillRef idx="0">
            <a:schemeClr val="accent1"/>
          </a:fillRef>
          <a:effectRef idx="0">
            <a:schemeClr val="accent1"/>
          </a:effectRef>
          <a:fontRef idx="minor">
            <a:schemeClr val="tx1"/>
          </a:fontRef>
        </p:style>
      </p:cxnSp>
      <p:pic>
        <p:nvPicPr>
          <p:cNvPr id="498" name="图片 3"/>
          <p:cNvPicPr>
            <a:picLocks noChangeAspect="1"/>
          </p:cNvPicPr>
          <p:nvPr/>
        </p:nvPicPr>
        <p:blipFill>
          <a:blip r:embed="rId5" cstate="print"/>
          <a:stretch>
            <a:fillRect/>
          </a:stretch>
        </p:blipFill>
        <p:spPr>
          <a:xfrm>
            <a:off x="879938" y="5443427"/>
            <a:ext cx="1204107" cy="1202325"/>
          </a:xfrm>
          <a:prstGeom prst="rect">
            <a:avLst/>
          </a:prstGeom>
        </p:spPr>
      </p:pic>
      <p:pic>
        <p:nvPicPr>
          <p:cNvPr id="499" name="图片 2"/>
          <p:cNvPicPr>
            <a:picLocks noChangeAspect="1"/>
          </p:cNvPicPr>
          <p:nvPr/>
        </p:nvPicPr>
        <p:blipFill rotWithShape="1">
          <a:blip r:embed="rId6" cstate="print"/>
          <a:srcRect l="10689" t="37540" r="9342" b="22100"/>
          <a:stretch/>
        </p:blipFill>
        <p:spPr>
          <a:xfrm>
            <a:off x="5270981" y="5434352"/>
            <a:ext cx="1339816" cy="1202325"/>
          </a:xfrm>
          <a:prstGeom prst="rect">
            <a:avLst/>
          </a:prstGeom>
        </p:spPr>
      </p:pic>
      <p:pic>
        <p:nvPicPr>
          <p:cNvPr id="500" name="图片 6"/>
          <p:cNvPicPr>
            <a:picLocks noChangeAspect="1"/>
          </p:cNvPicPr>
          <p:nvPr/>
        </p:nvPicPr>
        <p:blipFill>
          <a:blip r:embed="rId7" cstate="print"/>
          <a:stretch>
            <a:fillRect/>
          </a:stretch>
        </p:blipFill>
        <p:spPr>
          <a:xfrm>
            <a:off x="2291728" y="5391973"/>
            <a:ext cx="1333627" cy="1333627"/>
          </a:xfrm>
          <a:prstGeom prst="rect">
            <a:avLst/>
          </a:prstGeom>
        </p:spPr>
      </p:pic>
      <p:pic>
        <p:nvPicPr>
          <p:cNvPr id="501" name="图片 12"/>
          <p:cNvPicPr>
            <a:picLocks noChangeAspect="1"/>
          </p:cNvPicPr>
          <p:nvPr/>
        </p:nvPicPr>
        <p:blipFill>
          <a:blip r:embed="rId8"/>
          <a:stretch>
            <a:fillRect/>
          </a:stretch>
        </p:blipFill>
        <p:spPr>
          <a:xfrm>
            <a:off x="3783139" y="5381367"/>
            <a:ext cx="1355619" cy="1355619"/>
          </a:xfrm>
          <a:prstGeom prst="rect">
            <a:avLst/>
          </a:prstGeom>
        </p:spPr>
      </p:pic>
      <p:sp>
        <p:nvSpPr>
          <p:cNvPr id="502" name="矩形: 圆角 9"/>
          <p:cNvSpPr/>
          <p:nvPr/>
        </p:nvSpPr>
        <p:spPr>
          <a:xfrm rot="16200000">
            <a:off x="2209205" y="-2249608"/>
            <a:ext cx="1138781" cy="5617152"/>
          </a:xfrm>
          <a:prstGeom prst="roundRect">
            <a:avLst>
              <a:gd name="adj" fmla="val 0"/>
            </a:avLst>
          </a:prstGeom>
          <a:gradFill>
            <a:gsLst>
              <a:gs pos="16000">
                <a:schemeClr val="bg1"/>
              </a:gs>
              <a:gs pos="100000">
                <a:schemeClr val="bg1">
                  <a:alpha val="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567066" hangingPunct="1">
              <a:defRPr/>
            </a:pPr>
            <a:endParaRPr lang="zh-CN" altLang="en-US" sz="1117" kern="1200">
              <a:solidFill>
                <a:prstClr val="white"/>
              </a:solidFill>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503" name="图片 20"/>
          <p:cNvPicPr>
            <a:picLocks noChangeAspect="1"/>
          </p:cNvPicPr>
          <p:nvPr/>
        </p:nvPicPr>
        <p:blipFill rotWithShape="1">
          <a:blip r:embed="rId9" cstate="print"/>
          <a:srcRect l="12216" r="8695"/>
          <a:stretch/>
        </p:blipFill>
        <p:spPr>
          <a:xfrm>
            <a:off x="403601" y="214431"/>
            <a:ext cx="5183569" cy="913929"/>
          </a:xfrm>
          <a:prstGeom prst="rect">
            <a:avLst/>
          </a:prstGeom>
          <a:effectLst/>
        </p:spPr>
      </p:pic>
      <p:sp>
        <p:nvSpPr>
          <p:cNvPr id="504" name="主标题「XX项目」报告…"/>
          <p:cNvSpPr txBox="1"/>
          <p:nvPr/>
        </p:nvSpPr>
        <p:spPr>
          <a:xfrm>
            <a:off x="413982" y="4639537"/>
            <a:ext cx="1670064" cy="467824"/>
          </a:xfrm>
          <a:prstGeom prst="rect">
            <a:avLst/>
          </a:prstGeom>
          <a:noFill/>
          <a:ln w="12700">
            <a:noFill/>
            <a:miter lim="400000"/>
          </a:ln>
        </p:spPr>
        <p:txBody>
          <a:bodyPr wrap="square" lIns="15750" tIns="15750" rIns="15750" bIns="15750" anchor="ctr">
            <a:spAutoFit/>
          </a:bodyPr>
          <a:lstStyle/>
          <a:p>
            <a:pPr algn="l" defTabSz="141767">
              <a:lnSpc>
                <a:spcPts val="3368"/>
              </a:lnSpc>
              <a:defRPr sz="10665">
                <a:solidFill>
                  <a:srgbClr val="5F1B1B"/>
                </a:solidFill>
                <a:latin typeface="Source Han Sans CN Bold Bold"/>
                <a:ea typeface="Source Han Sans CN Bold Bold"/>
                <a:cs typeface="Source Han Sans CN Bold Bold"/>
                <a:sym typeface="Source Han Sans CN Bold Bold"/>
              </a:defRPr>
            </a:pPr>
            <a:r>
              <a:rPr lang="en-US" altLang="zh-CN" sz="3000" b="1" dirty="0">
                <a:solidFill>
                  <a:srgbClr val="F29624"/>
                </a:solidFill>
                <a:latin typeface="Times New Roman" panose="02020603050405020304" pitchFamily="18" charset="0"/>
                <a:ea typeface="Microsoft YaHei" panose="020B0503020204020204" pitchFamily="34" charset="-122"/>
                <a:cs typeface="Times New Roman" panose="02020603050405020304" pitchFamily="18" charset="0"/>
                <a:sym typeface="Source Han Sans CN Bold Bold"/>
              </a:rPr>
              <a:t>Q&amp;A</a:t>
            </a:r>
            <a:endParaRPr sz="3000" dirty="0">
              <a:latin typeface="Times New Roman" panose="02020603050405020304" pitchFamily="18" charset="0"/>
              <a:cs typeface="Times New Roman" panose="02020603050405020304" pitchFamily="18" charset="0"/>
            </a:endParaRPr>
          </a:p>
        </p:txBody>
      </p:sp>
      <p:sp>
        <p:nvSpPr>
          <p:cNvPr id="505" name="文本框 35"/>
          <p:cNvSpPr txBox="1"/>
          <p:nvPr/>
        </p:nvSpPr>
        <p:spPr>
          <a:xfrm>
            <a:off x="850197" y="2618233"/>
            <a:ext cx="5851749" cy="1201611"/>
          </a:xfrm>
          <a:prstGeom prst="rect">
            <a:avLst/>
          </a:prstGeom>
          <a:noFill/>
        </p:spPr>
        <p:txBody>
          <a:bodyPr wrap="square">
            <a:spAutoFit/>
          </a:bodyPr>
          <a:lstStyle/>
          <a:p>
            <a:pPr defTabSz="1007943" hangingPunct="1">
              <a:lnSpc>
                <a:spcPct val="125000"/>
              </a:lnSpc>
              <a:spcBef>
                <a:spcPct val="1"/>
              </a:spcBef>
              <a:defRPr sz="1715" b="1"/>
            </a:pPr>
            <a:r>
              <a:rPr lang="zh-CN" altLang="en-US" sz="3000" b="1" kern="1200" dirty="0">
                <a:solidFill>
                  <a:srgbClr val="F29624"/>
                </a:solidFill>
                <a:latin typeface="Times New Roman" panose="02020603050405020304" pitchFamily="18" charset="0"/>
                <a:ea typeface="Microsoft YaHei" panose="020B0503020204020204" pitchFamily="34" charset="-122"/>
                <a:cs typeface="Times New Roman" panose="02020603050405020304" pitchFamily="18" charset="0"/>
              </a:rPr>
              <a:t>欢迎加入香港中文大学（深圳）程序设计竞赛队！</a:t>
            </a:r>
            <a:endParaRPr sz="3000" dirty="0">
              <a:latin typeface="Times New Roman" panose="02020603050405020304" pitchFamily="18" charset="0"/>
              <a:cs typeface="Times New Roman" panose="02020603050405020304" pitchFamily="18" charset="0"/>
            </a:endParaRPr>
          </a:p>
        </p:txBody>
      </p:sp>
      <p:sp>
        <p:nvSpPr>
          <p:cNvPr id="506" name="文本框 7"/>
          <p:cNvSpPr txBox="1"/>
          <p:nvPr/>
        </p:nvSpPr>
        <p:spPr>
          <a:xfrm>
            <a:off x="-10000000" y="-10000000"/>
            <a:ext cx="0" cy="0"/>
          </a:xfrm>
          <a:prstGeom prst="rect">
            <a:avLst/>
          </a:prstGeom>
          <a:noFill/>
        </p:spPr>
        <p:txBody>
          <a:bodyPr/>
          <a:lstStyle/>
          <a:p>
            <a:pPr algn="l">
              <a:lnSpc>
                <a:spcPct val="125000"/>
              </a:lnSpc>
              <a:defRPr sz="1149" b="0" i="0" u="none" strike="noStrike" spc="0" baseline="0">
                <a:ln>
                  <a:noFill/>
                </a:ln>
                <a:solidFill>
                  <a:srgbClr val="5E5E5E">
                    <a:alpha val="100000"/>
                  </a:srgbClr>
                </a:solidFill>
                <a:effectLst/>
                <a:latin typeface="Calibri"/>
                <a:ea typeface="等线"/>
                <a:cs typeface="+mn-cs"/>
                <a:sym typeface="Helvetica Neue"/>
              </a:defRPr>
            </a:pPr>
            <a:r>
              <a:rPr sz="1300" lang="zh-CN"/>
              <a:t/>
            </a:r>
          </a:p>
        </p:txBody>
      </p:sp>
      <p:sp>
        <p:nvSpPr>
          <p:cNvPr id="2" name="文本框 35">
            <a:extLst>
              <a:ext uri="{FF2B5EF4-FFF2-40B4-BE49-F238E27FC236}">
                <a16:creationId xmlns:a16="http://schemas.microsoft.com/office/drawing/2014/main" id="{5F79454E-3385-0F73-8829-464C2732265B}"/>
              </a:ext>
            </a:extLst>
          </p:cNvPr>
          <p:cNvSpPr txBox="1"/>
          <p:nvPr/>
        </p:nvSpPr>
        <p:spPr>
          <a:xfrm>
            <a:off x="2369202" y="8057327"/>
            <a:ext cx="2828868" cy="369332"/>
          </a:xfrm>
          <a:prstGeom prst="rect">
            <a:avLst/>
          </a:prstGeom>
          <a:noFill/>
        </p:spPr>
        <p:txBody>
          <a:bodyPr wrap="square">
            <a:spAutoFit/>
          </a:bodyPr>
          <a:lstStyle/>
          <a:p>
            <a:pPr defTabSz="1007943" hangingPunct="1">
              <a:lnSpc>
                <a:spcPct val="90000"/>
              </a:lnSpc>
              <a:spcBef>
                <a:spcPct val="1"/>
              </a:spcBef>
              <a:defRPr sz="1715" b="1"/>
            </a:pPr>
            <a:r>
              <a:rPr lang="zh-CN" altLang="en-US" sz="2000" b="1" kern="1200" dirty="0">
                <a:solidFill>
                  <a:srgbClr val="F29624"/>
                </a:solidFill>
                <a:latin typeface="Times New Roman" panose="02020603050405020304" pitchFamily="18" charset="0"/>
                <a:ea typeface="Microsoft YaHei" panose="020B0503020204020204" pitchFamily="34" charset="-122"/>
                <a:cs typeface="Times New Roman" panose="02020603050405020304" pitchFamily="18" charset="0"/>
              </a:rPr>
              <a:t>联系我们</a:t>
            </a:r>
            <a:endParaRPr sz="2000" dirty="0">
              <a:latin typeface="Times New Roman" panose="02020603050405020304" pitchFamily="18" charset="0"/>
              <a:cs typeface="Times New Roman" panose="02020603050405020304" pitchFamily="18" charset="0"/>
            </a:endParaRPr>
          </a:p>
        </p:txBody>
      </p:sp>
      <p:sp>
        <p:nvSpPr>
          <p:cNvPr id="3" name="文本框 7">
            <a:extLst>
              <a:ext uri="{FF2B5EF4-FFF2-40B4-BE49-F238E27FC236}">
                <a16:creationId xmlns:a16="http://schemas.microsoft.com/office/drawing/2014/main" id="{D0056087-5A03-C1D3-5C5A-AE2EFF202987}"/>
              </a:ext>
            </a:extLst>
          </p:cNvPr>
          <p:cNvSpPr txBox="1"/>
          <p:nvPr/>
        </p:nvSpPr>
        <p:spPr>
          <a:xfrm>
            <a:off x="2706568" y="8462777"/>
            <a:ext cx="2491866" cy="646972"/>
          </a:xfrm>
          <a:prstGeom prst="rect">
            <a:avLst/>
          </a:prstGeom>
          <a:noFill/>
        </p:spPr>
        <p:txBody>
          <a:bodyPr/>
          <a:lstStyle/>
          <a:p>
            <a:pPr algn="l">
              <a:lnSpc>
                <a:spcPct val="125000"/>
              </a:lnSpc>
              <a:defRPr sz="1149" b="0" i="0" u="none" strike="noStrike" spc="0" baseline="0">
                <a:ln>
                  <a:noFill/>
                </a:ln>
                <a:solidFill>
                  <a:srgbClr val="5E5E5E">
                    <a:alpha val="100000"/>
                  </a:srgbClr>
                </a:solidFill>
                <a:effectLst/>
                <a:latin typeface="Calibri"/>
                <a:ea typeface="等线"/>
                <a:cs typeface="+mn-cs"/>
                <a:sym typeface="Helvetica Neue"/>
              </a:defRPr>
            </a:pPr>
            <a:r>
              <a:rPr sz="1300" lang="zh-CN"/>
              <a:t/>
            </a:r>
          </a:p>
        </p:txBody>
      </p:sp>
    </p:spTree>
  </p:cSld>
  <p:clrMapOvr>
    <a:masterClrMapping/>
  </p:clrMapOvr>
  <p:transition spd="me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6"/>
          <p:cNvGrpSpPr/>
          <p:nvPr/>
        </p:nvGrpSpPr>
        <p:grpSpPr>
          <a:xfrm>
            <a:off x="9752" y="255633"/>
            <a:ext cx="7549923" cy="9999797"/>
            <a:chOff x="9752" y="255633"/>
            <a:chExt cx="7549923" cy="9999797"/>
          </a:xfrm>
        </p:grpSpPr>
        <p:pic>
          <p:nvPicPr>
            <p:cNvPr id="3" name="图片 49"/>
            <p:cNvPicPr>
              <a:picLocks noChangeAspect="1"/>
            </p:cNvPicPr>
            <p:nvPr/>
          </p:nvPicPr>
          <p:blipFill>
            <a:blip r:embed="rId3"/>
            <a:srcRect r="1505"/>
            <a:stretch/>
          </p:blipFill>
          <p:spPr>
            <a:xfrm>
              <a:off x="9752" y="255633"/>
              <a:ext cx="7549923" cy="9999797"/>
            </a:xfrm>
            <a:prstGeom prst="rect">
              <a:avLst/>
            </a:prstGeom>
          </p:spPr>
        </p:pic>
        <p:pic>
          <p:nvPicPr>
            <p:cNvPr id="4" name="图片 50"/>
            <p:cNvPicPr>
              <a:picLocks noChangeAspect="1"/>
            </p:cNvPicPr>
            <p:nvPr/>
          </p:nvPicPr>
          <p:blipFill>
            <a:blip r:embed="rId4"/>
            <a:stretch>
              <a:fillRect/>
            </a:stretch>
          </p:blipFill>
          <p:spPr>
            <a:xfrm>
              <a:off x="2733503" y="958361"/>
              <a:ext cx="4803852" cy="183897"/>
            </a:xfrm>
            <a:prstGeom prst="rect">
              <a:avLst/>
            </a:prstGeom>
          </p:spPr>
        </p:pic>
        <p:pic>
          <p:nvPicPr>
            <p:cNvPr id="5" name="图片 52"/>
            <p:cNvPicPr>
              <a:picLocks noChangeAspect="1"/>
            </p:cNvPicPr>
            <p:nvPr/>
          </p:nvPicPr>
          <p:blipFill>
            <a:blip r:embed="rId5"/>
            <a:stretch>
              <a:fillRect/>
            </a:stretch>
          </p:blipFill>
          <p:spPr>
            <a:xfrm>
              <a:off x="2955317" y="489607"/>
              <a:ext cx="4480144" cy="476842"/>
            </a:xfrm>
            <a:prstGeom prst="rect">
              <a:avLst/>
            </a:prstGeom>
          </p:spPr>
        </p:pic>
      </p:grpSp>
      <p:sp>
        <p:nvSpPr>
          <p:cNvPr id="6" name="矩形 48"/>
          <p:cNvSpPr/>
          <p:nvPr/>
        </p:nvSpPr>
        <p:spPr>
          <a:xfrm>
            <a:off x="-10000000" y="-10000000"/>
            <a:ext cx="0" cy="0"/>
          </a:xfrm>
          <a:prstGeom prst="rect">
            <a:avLst/>
          </a:prstGeom>
          <a:gradFill flip="none" rotWithShape="1">
            <a:gsLst>
              <a:gs pos="0">
                <a:schemeClr val="bg1"/>
              </a:gs>
              <a:gs pos="100000">
                <a:schemeClr val="bg1">
                  <a:alpha val="0"/>
                </a:schemeClr>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b="1" sz="100" lang="zh-CN">
                <a:latin typeface="Microsoft YaHei"/>
                <a:ea typeface="Microsoft YaHei"/>
                <a:solidFill>
                  <a:srgbClr val="4B2A88"/>
                </a:solidFill>
              </a:rPr>
              <a:t/>
            </a:r>
          </a:p>
        </p:txBody>
      </p:sp>
      <p:sp>
        <p:nvSpPr>
          <p:cNvPr id="7" name="2020年9月团队成立"/>
          <p:cNvSpPr txBox="1"/>
          <p:nvPr/>
        </p:nvSpPr>
        <p:spPr>
          <a:xfrm>
            <a:off x="610000" y="2200000"/>
            <a:ext cx="3000000" cy="1050000"/>
          </a:xfrm>
          <a:prstGeom prst="rect">
            <a:avLst/>
          </a:prstGeom>
          <a:solidFill>
            <a:srgbClr val="FFFFFF"/>
          </a:solidFill>
          <a:ln w="9525">
            <a:solidFill>
              <a:srgbClr val="D8CFF1"/>
            </a:solidFill>
          </a:ln>
        </p:spPr>
        <p:txBody>
          <a:bodyPr anchor="ctr"/>
          <a:lstStyle/>
          <a:p>
            <a:pPr algn="ctr"/>
            <a:r>
              <a:rPr b="1" sz="1360" lang="zh-CN">
                <a:latin typeface="Microsoft YaHei"/>
                <a:ea typeface="Microsoft YaHei"/>
                <a:solidFill>
                  <a:srgbClr val="4B2A88"/>
                </a:solidFill>
              </a:rPr>
              <a:t>2023年10月</a:t>
            </a:r>
          </a:p>
          <a:p>
            <a:pPr algn="ctr"/>
            <a:r>
              <a:rPr b="1" sz="1360" lang="zh-CN">
                <a:latin typeface="Microsoft YaHei"/>
                <a:ea typeface="Microsoft YaHei"/>
                <a:solidFill>
                  <a:srgbClr val="4B2A88"/>
                </a:solidFill>
              </a:rPr>
              <a:t>CCPC 女生赛首获金牌</a:t>
            </a:r>
          </a:p>
        </p:txBody>
      </p:sp>
      <p:sp>
        <p:nvSpPr>
          <p:cNvPr id="8" name="2020年11月 第一次参加程序设计竞赛"/>
          <p:cNvSpPr txBox="1"/>
          <p:nvPr/>
        </p:nvSpPr>
        <p:spPr>
          <a:xfrm>
            <a:off x="3960000" y="2200000"/>
            <a:ext cx="3000000" cy="1050000"/>
          </a:xfrm>
          <a:prstGeom prst="rect">
            <a:avLst/>
          </a:prstGeom>
          <a:solidFill>
            <a:srgbClr val="FFFFFF"/>
          </a:solidFill>
          <a:ln w="9525">
            <a:solidFill>
              <a:srgbClr val="D8CFF1"/>
            </a:solidFill>
          </a:ln>
        </p:spPr>
        <p:txBody>
          <a:bodyPr anchor="ctr"/>
          <a:lstStyle/>
          <a:p>
            <a:pPr algn="ctr"/>
            <a:r>
              <a:rPr b="1" sz="1360" lang="zh-CN">
                <a:latin typeface="Microsoft YaHei"/>
                <a:ea typeface="Microsoft YaHei"/>
                <a:solidFill>
                  <a:srgbClr val="4B2A88"/>
                </a:solidFill>
              </a:rPr>
              <a:t>2023年11月</a:t>
            </a:r>
          </a:p>
          <a:p>
            <a:pPr algn="ctr"/>
            <a:r>
              <a:rPr b="1" sz="1360" lang="zh-CN">
                <a:latin typeface="Microsoft YaHei"/>
                <a:ea typeface="Microsoft YaHei"/>
                <a:solidFill>
                  <a:srgbClr val="4B2A88"/>
                </a:solidFill>
              </a:rPr>
              <a:t>第二次锁定 World Final 名额</a:t>
            </a:r>
          </a:p>
        </p:txBody>
      </p:sp>
      <p:sp>
        <p:nvSpPr>
          <p:cNvPr id="9" name="2020年12月 ICPC济南站 首获银奖"/>
          <p:cNvSpPr txBox="1"/>
          <p:nvPr/>
        </p:nvSpPr>
        <p:spPr>
          <a:xfrm>
            <a:off x="610000" y="3520000"/>
            <a:ext cx="3000000" cy="1050000"/>
          </a:xfrm>
          <a:prstGeom prst="rect">
            <a:avLst/>
          </a:prstGeom>
          <a:solidFill>
            <a:srgbClr val="FFFFFF"/>
          </a:solidFill>
          <a:ln w="9525">
            <a:solidFill>
              <a:srgbClr val="D8CFF1"/>
            </a:solidFill>
          </a:ln>
        </p:spPr>
        <p:txBody>
          <a:bodyPr anchor="ctr"/>
          <a:lstStyle/>
          <a:p>
            <a:pPr algn="ctr"/>
            <a:r>
              <a:rPr b="1" sz="1360" lang="zh-CN">
                <a:latin typeface="Microsoft YaHei"/>
                <a:ea typeface="Microsoft YaHei"/>
                <a:solidFill>
                  <a:srgbClr val="4B2A88"/>
                </a:solidFill>
              </a:rPr>
              <a:t>2024年11月</a:t>
            </a:r>
          </a:p>
          <a:p>
            <a:pPr algn="ctr"/>
            <a:r>
              <a:rPr b="1" sz="1360" lang="zh-CN">
                <a:latin typeface="Microsoft YaHei"/>
                <a:ea typeface="Microsoft YaHei"/>
                <a:solidFill>
                  <a:srgbClr val="4B2A88"/>
                </a:solidFill>
              </a:rPr>
              <a:t>CCPC 郑州站首获奖杯</a:t>
            </a:r>
          </a:p>
        </p:txBody>
      </p:sp>
      <p:sp>
        <p:nvSpPr>
          <p:cNvPr id="10" name="2021年10月 首次参加CCPC女生赛"/>
          <p:cNvSpPr txBox="1"/>
          <p:nvPr/>
        </p:nvSpPr>
        <p:spPr>
          <a:xfrm>
            <a:off x="3960000" y="3520000"/>
            <a:ext cx="3000000" cy="1050000"/>
          </a:xfrm>
          <a:prstGeom prst="rect">
            <a:avLst/>
          </a:prstGeom>
          <a:solidFill>
            <a:srgbClr val="FFFFFF"/>
          </a:solidFill>
          <a:ln w="9525">
            <a:solidFill>
              <a:srgbClr val="D8CFF1"/>
            </a:solidFill>
          </a:ln>
        </p:spPr>
        <p:txBody>
          <a:bodyPr anchor="ctr"/>
          <a:lstStyle/>
          <a:p>
            <a:pPr algn="ctr"/>
            <a:r>
              <a:rPr b="1" sz="1360" lang="zh-CN">
                <a:latin typeface="Microsoft YaHei"/>
                <a:ea typeface="Microsoft YaHei"/>
                <a:solidFill>
                  <a:srgbClr val="4B2A88"/>
                </a:solidFill>
              </a:rPr>
              <a:t>2026年04月</a:t>
            </a:r>
          </a:p>
          <a:p>
            <a:pPr algn="ctr"/>
            <a:r>
              <a:rPr b="1" sz="1360" lang="zh-CN">
                <a:latin typeface="Microsoft YaHei"/>
                <a:ea typeface="Microsoft YaHei"/>
                <a:solidFill>
                  <a:srgbClr val="4B2A88"/>
                </a:solidFill>
              </a:rPr>
              <a:t>承办ICPC全国邀请赛</a:t>
            </a:r>
          </a:p>
        </p:txBody>
      </p:sp>
      <p:sp>
        <p:nvSpPr>
          <p:cNvPr id="11" name="2021年11月 CCPC桂林站 首获金奖"/>
          <p:cNvSpPr txBox="1"/>
          <p:nvPr/>
        </p:nvSpPr>
        <p:spPr>
          <a:xfrm>
            <a:off x="610000" y="4840000"/>
            <a:ext cx="3000000" cy="1050000"/>
          </a:xfrm>
          <a:prstGeom prst="rect">
            <a:avLst/>
          </a:prstGeom>
          <a:solidFill>
            <a:srgbClr val="FFFFFF"/>
          </a:solidFill>
          <a:ln w="9525">
            <a:solidFill>
              <a:srgbClr val="D8CFF1"/>
            </a:solidFill>
          </a:ln>
        </p:spPr>
        <p:txBody>
          <a:bodyPr anchor="ctr"/>
          <a:lstStyle/>
          <a:p>
            <a:pPr algn="ctr"/>
            <a:r>
              <a:rPr b="1" sz="1360" lang="zh-CN">
                <a:latin typeface="Microsoft YaHei"/>
                <a:ea typeface="Microsoft YaHei"/>
                <a:solidFill>
                  <a:srgbClr val="4B2A88"/>
                </a:solidFill>
              </a:rPr>
              <a:t>2026年05月</a:t>
            </a:r>
          </a:p>
          <a:p>
            <a:pPr algn="ctr"/>
            <a:r>
              <a:rPr b="1" sz="1360" lang="zh-CN">
                <a:latin typeface="Microsoft YaHei"/>
                <a:ea typeface="Microsoft YaHei"/>
                <a:solidFill>
                  <a:srgbClr val="4B2A88"/>
                </a:solidFill>
              </a:rPr>
              <a:t>首获省赛冠军</a:t>
            </a:r>
          </a:p>
        </p:txBody>
      </p:sp>
      <p:sp>
        <p:nvSpPr>
          <p:cNvPr id="12" name="2021年12月 锁定World Final 名额"/>
          <p:cNvSpPr txBox="1"/>
          <p:nvPr/>
        </p:nvSpPr>
        <p:spPr>
          <a:xfrm>
            <a:off x="3960000" y="4840000"/>
            <a:ext cx="3000000" cy="1050000"/>
          </a:xfrm>
          <a:prstGeom prst="rect">
            <a:avLst/>
          </a:prstGeom>
          <a:solidFill>
            <a:srgbClr val="FFFFFF"/>
          </a:solidFill>
          <a:ln w="9525">
            <a:solidFill>
              <a:srgbClr val="D8CFF1"/>
            </a:solidFill>
          </a:ln>
        </p:spPr>
        <p:txBody>
          <a:bodyPr anchor="ctr"/>
          <a:lstStyle/>
          <a:p>
            <a:pPr algn="ctr"/>
            <a:r>
              <a:rPr b="1" sz="1360" lang="zh-CN">
                <a:latin typeface="Microsoft YaHei"/>
                <a:ea typeface="Microsoft YaHei"/>
                <a:solidFill>
                  <a:srgbClr val="4B2A88"/>
                </a:solidFill>
              </a:rPr>
              <a:t>2026年06月</a:t>
            </a:r>
          </a:p>
          <a:p>
            <a:pPr algn="ctr"/>
            <a:r>
              <a:rPr b="1" sz="1360" lang="zh-CN">
                <a:latin typeface="Microsoft YaHei"/>
                <a:ea typeface="Microsoft YaHei"/>
                <a:solidFill>
                  <a:srgbClr val="4B2A88"/>
                </a:solidFill>
              </a:rPr>
              <a:t>第三次锁定WF名额</a:t>
            </a:r>
          </a:p>
        </p:txBody>
      </p:sp>
      <p:sp>
        <p:nvSpPr>
          <p:cNvPr id="13" name="未完待续……"/>
          <p:cNvSpPr txBox="1"/>
          <p:nvPr/>
        </p:nvSpPr>
        <p:spPr>
          <a:xfrm>
            <a:off x="-10000000" y="-10000000"/>
            <a:ext cx="0" cy="0"/>
          </a:xfrm>
          <a:prstGeom prst="rect">
            <a:avLst/>
          </a:prstGeom>
          <a:ln w="12700">
            <a:miter lim="400000"/>
          </a:ln>
        </p:spPr>
        <p:txBody>
          <a:bodyPr anchor="ctr"/>
          <a:lstStyle/>
          <a:p>
            <a:pPr algn="ctr"/>
            <a:r>
              <a:rPr b="1" sz="100" lang="zh-CN">
                <a:latin typeface="Microsoft YaHei"/>
                <a:ea typeface="Microsoft YaHei"/>
                <a:solidFill>
                  <a:srgbClr val="4B2A88"/>
                </a:solidFill>
              </a:rPr>
              <a:t/>
            </a:r>
          </a:p>
        </p:txBody>
      </p:sp>
      <p:sp>
        <p:nvSpPr>
          <p:cNvPr id="14" name="2021年12月 锁定World Final 名额"/>
          <p:cNvSpPr txBox="1"/>
          <p:nvPr/>
        </p:nvSpPr>
        <p:spPr>
          <a:xfrm>
            <a:off x="-10000000" y="-10000000"/>
            <a:ext cx="0" cy="0"/>
          </a:xfrm>
          <a:prstGeom prst="rect">
            <a:avLst/>
          </a:prstGeom>
          <a:ln w="12700">
            <a:miter lim="400000"/>
          </a:ln>
        </p:spPr>
        <p:txBody>
          <a:bodyPr anchor="ctr"/>
          <a:lstStyle/>
          <a:p>
            <a:pPr algn="ctr"/>
            <a:r>
              <a:rPr b="1" sz="1360" lang="zh-CN">
                <a:latin typeface="Microsoft YaHei"/>
                <a:ea typeface="Microsoft YaHei"/>
                <a:solidFill>
                  <a:srgbClr val="4B2A88"/>
                </a:solidFill>
              </a:rPr>
              <a:t/>
            </a:r>
          </a:p>
        </p:txBody>
      </p:sp>
      <p:grpSp>
        <p:nvGrpSpPr>
          <p:cNvPr id="15" name="组合 11"/>
          <p:cNvGrpSpPr/>
          <p:nvPr/>
        </p:nvGrpSpPr>
        <p:grpSpPr>
          <a:xfrm>
            <a:off x="-10000000" y="-10000000"/>
            <a:ext cx="0" cy="0"/>
            <a:chOff x="1571263" y="5376608"/>
            <a:chExt cx="2264935" cy="522466"/>
          </a:xfrm>
          <a:gradFill flip="none" rotWithShape="1">
            <a:gsLst>
              <a:gs pos="0">
                <a:srgbClr val="441D85"/>
              </a:gs>
              <a:gs pos="68000">
                <a:srgbClr val="D8D2F6">
                  <a:lumMod val="100000"/>
                </a:srgbClr>
              </a:gs>
            </a:gsLst>
            <a:lin ang="0" scaled="1"/>
            <a:tileRect/>
          </a:gradFill>
        </p:grpSpPr>
        <p:sp>
          <p:nvSpPr>
            <p:cNvPr id="16" name="圆角矩形"/>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17" name="圆形"/>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18" name="组合 14"/>
          <p:cNvGrpSpPr/>
          <p:nvPr/>
        </p:nvGrpSpPr>
        <p:grpSpPr>
          <a:xfrm>
            <a:off x="-10000000" y="-10000000"/>
            <a:ext cx="0" cy="0"/>
            <a:chOff x="3374387" y="3821452"/>
            <a:chExt cx="461811" cy="2070141"/>
          </a:xfrm>
          <a:gradFill>
            <a:gsLst>
              <a:gs pos="66000">
                <a:srgbClr val="D8D2F6"/>
              </a:gs>
              <a:gs pos="0">
                <a:srgbClr val="F29624"/>
              </a:gs>
            </a:gsLst>
            <a:lin ang="16200000" scaled="1"/>
          </a:gradFill>
        </p:grpSpPr>
        <p:sp>
          <p:nvSpPr>
            <p:cNvPr id="19" name="圆角矩形"/>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20" name="圆形"/>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sp>
        <p:nvSpPr>
          <p:cNvPr id="21" name="2021年12月 锁定World Final 名额"/>
          <p:cNvSpPr txBox="1"/>
          <p:nvPr/>
        </p:nvSpPr>
        <p:spPr>
          <a:xfrm>
            <a:off x="-10000000" y="-10000000"/>
            <a:ext cx="0" cy="0"/>
          </a:xfrm>
          <a:prstGeom prst="rect">
            <a:avLst/>
          </a:prstGeom>
          <a:ln w="12700">
            <a:miter lim="400000"/>
          </a:ln>
        </p:spPr>
        <p:txBody>
          <a:bodyPr anchor="ctr"/>
          <a:lstStyle/>
          <a:p>
            <a:pPr algn="ctr"/>
            <a:r>
              <a:rPr b="1" sz="1360" lang="zh-CN">
                <a:latin typeface="Microsoft YaHei"/>
                <a:ea typeface="Microsoft YaHei"/>
                <a:solidFill>
                  <a:srgbClr val="4B2A88"/>
                </a:solidFill>
              </a:rPr>
              <a:t/>
            </a:r>
          </a:p>
        </p:txBody>
      </p:sp>
      <p:sp>
        <p:nvSpPr>
          <p:cNvPr id="22" name="2021年12月 锁定World Final 名额"/>
          <p:cNvSpPr txBox="1"/>
          <p:nvPr/>
        </p:nvSpPr>
        <p:spPr>
          <a:xfrm>
            <a:off x="-10000000" y="-10000000"/>
            <a:ext cx="0" cy="0"/>
          </a:xfrm>
          <a:prstGeom prst="rect">
            <a:avLst/>
          </a:prstGeom>
          <a:ln w="12700">
            <a:miter lim="400000"/>
          </a:ln>
        </p:spPr>
        <p:txBody>
          <a:bodyPr anchor="ctr"/>
          <a:lstStyle/>
          <a:p>
            <a:pPr algn="ctr"/>
            <a:r>
              <a:rPr b="1" sz="100" lang="zh-CN">
                <a:latin typeface="Microsoft YaHei"/>
                <a:ea typeface="Microsoft YaHei"/>
                <a:solidFill>
                  <a:srgbClr val="4B2A88"/>
                </a:solidFill>
              </a:rPr>
              <a:t/>
            </a:r>
          </a:p>
        </p:txBody>
      </p:sp>
      <p:sp>
        <p:nvSpPr>
          <p:cNvPr id="23" name="Title Placeholder 1"/>
          <p:cNvSpPr txBox="1"/>
          <p:nvPr/>
        </p:nvSpPr>
        <p:spPr>
          <a:xfrm>
            <a:off x="594000" y="954000"/>
            <a:ext cx="4168132" cy="1043704"/>
          </a:xfrm>
          <a:prstGeom prst="rect">
            <a:avLst/>
          </a:prstGeom>
        </p:spPr>
        <p:txBody>
          <a:bodyPr/>
          <a:lstStyle/>
          <a:p>
            <a:r>
              <a:rPr b="1" lang="zh-CN" altLang="en-US" sz="3600" dirty="0">
                <a:latin typeface="Microsoft YaHei"/>
                <a:ea typeface="Microsoft YaHei"/>
                <a:solidFill>
                  <a:srgbClr val="4B2A88"/>
                </a:solidFill>
              </a:rPr>
              <a:t>团队发展（续）</a:t>
            </a:r>
          </a:p>
        </p:txBody>
      </p:sp>
      <p:cxnSp>
        <p:nvCxnSpPr>
          <p:cNvPr id="24" name="图形"/>
          <p:cNvCxnSpPr/>
          <p:nvPr/>
        </p:nvCxnSpPr>
        <p:spPr>
          <a:xfrm flipH="1">
            <a:off x="5403602" y="9113566"/>
            <a:ext cx="1721902"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cxnSp>
        <p:nvCxnSpPr>
          <p:cNvPr id="25" name="图形"/>
          <p:cNvCxnSpPr/>
          <p:nvPr/>
        </p:nvCxnSpPr>
        <p:spPr>
          <a:xfrm>
            <a:off x="466621"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nvGrpSpPr>
          <p:cNvPr id="28" name="组合 1"/>
          <p:cNvGrpSpPr/>
          <p:nvPr/>
        </p:nvGrpSpPr>
        <p:grpSpPr>
          <a:xfrm>
            <a:off x="-10000000" y="-10000000"/>
            <a:ext cx="0" cy="0"/>
            <a:chOff x="1571263" y="5376608"/>
            <a:chExt cx="2264935" cy="522466"/>
          </a:xfrm>
          <a:gradFill flip="none" rotWithShape="1">
            <a:gsLst>
              <a:gs pos="0">
                <a:srgbClr val="441D85"/>
              </a:gs>
              <a:gs pos="68000">
                <a:srgbClr val="D8D2F6">
                  <a:lumMod val="100000"/>
                </a:srgbClr>
              </a:gs>
            </a:gsLst>
            <a:lin ang="0" scaled="1"/>
            <a:tileRect/>
          </a:gradFill>
        </p:grpSpPr>
        <p:sp>
          <p:nvSpPr>
            <p:cNvPr id="29" name="圆角矩形"/>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30" name="圆形"/>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31" name="组合 21"/>
          <p:cNvGrpSpPr/>
          <p:nvPr/>
        </p:nvGrpSpPr>
        <p:grpSpPr>
          <a:xfrm>
            <a:off x="-10000000" y="-10000000"/>
            <a:ext cx="0" cy="0"/>
            <a:chOff x="3374387" y="3821452"/>
            <a:chExt cx="461811" cy="2070141"/>
          </a:xfrm>
          <a:gradFill>
            <a:gsLst>
              <a:gs pos="66000">
                <a:srgbClr val="D8D2F6"/>
              </a:gs>
              <a:gs pos="0">
                <a:srgbClr val="F29624"/>
              </a:gs>
            </a:gsLst>
            <a:lin ang="16200000" scaled="1"/>
          </a:gradFill>
        </p:grpSpPr>
        <p:sp>
          <p:nvSpPr>
            <p:cNvPr id="32" name="圆角矩形"/>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33" name="圆形"/>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34" name="组合 57"/>
          <p:cNvGrpSpPr/>
          <p:nvPr/>
        </p:nvGrpSpPr>
        <p:grpSpPr>
          <a:xfrm>
            <a:off x="-10000000" y="-10000000"/>
            <a:ext cx="0" cy="0"/>
            <a:chOff x="1571263" y="5376608"/>
            <a:chExt cx="2264935" cy="522466"/>
          </a:xfrm>
          <a:gradFill flip="none" rotWithShape="1">
            <a:gsLst>
              <a:gs pos="0">
                <a:srgbClr val="441D85"/>
              </a:gs>
              <a:gs pos="68000">
                <a:srgbClr val="D8D2F6">
                  <a:lumMod val="100000"/>
                </a:srgbClr>
              </a:gs>
            </a:gsLst>
            <a:lin ang="0" scaled="1"/>
            <a:tileRect/>
          </a:gradFill>
        </p:grpSpPr>
        <p:sp>
          <p:nvSpPr>
            <p:cNvPr id="35" name="圆角矩形"/>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36" name="圆形"/>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37" name="组合 60"/>
          <p:cNvGrpSpPr/>
          <p:nvPr/>
        </p:nvGrpSpPr>
        <p:grpSpPr>
          <a:xfrm>
            <a:off x="-10000000" y="-10000000"/>
            <a:ext cx="0" cy="0"/>
            <a:chOff x="3374387" y="3821452"/>
            <a:chExt cx="461811" cy="2070141"/>
          </a:xfrm>
          <a:gradFill>
            <a:gsLst>
              <a:gs pos="66000">
                <a:srgbClr val="D8D2F6"/>
              </a:gs>
              <a:gs pos="0">
                <a:srgbClr val="F29624"/>
              </a:gs>
            </a:gsLst>
            <a:lin ang="16200000" scaled="1"/>
          </a:gradFill>
        </p:grpSpPr>
        <p:sp>
          <p:nvSpPr>
            <p:cNvPr id="38" name="圆角矩形"/>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39" name="圆形"/>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40" name="组合 63"/>
          <p:cNvGrpSpPr/>
          <p:nvPr/>
        </p:nvGrpSpPr>
        <p:grpSpPr>
          <a:xfrm>
            <a:off x="-10000000" y="-10000000"/>
            <a:ext cx="0" cy="0"/>
            <a:chOff x="1571263" y="5376608"/>
            <a:chExt cx="2264935" cy="522466"/>
          </a:xfrm>
          <a:gradFill flip="none" rotWithShape="1">
            <a:gsLst>
              <a:gs pos="0">
                <a:srgbClr val="441D85"/>
              </a:gs>
              <a:gs pos="68000">
                <a:srgbClr val="D8D2F6">
                  <a:lumMod val="100000"/>
                </a:srgbClr>
              </a:gs>
            </a:gsLst>
            <a:lin ang="0" scaled="1"/>
            <a:tileRect/>
          </a:gradFill>
        </p:grpSpPr>
        <p:sp>
          <p:nvSpPr>
            <p:cNvPr id="41" name="圆角矩形"/>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42" name="圆形"/>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43" name="组合 66"/>
          <p:cNvGrpSpPr/>
          <p:nvPr/>
        </p:nvGrpSpPr>
        <p:grpSpPr>
          <a:xfrm>
            <a:off x="-10000000" y="-10000000"/>
            <a:ext cx="0" cy="0"/>
            <a:chOff x="3374387" y="3821452"/>
            <a:chExt cx="461811" cy="2070141"/>
          </a:xfrm>
          <a:gradFill>
            <a:gsLst>
              <a:gs pos="66000">
                <a:srgbClr val="D8D2F6"/>
              </a:gs>
              <a:gs pos="0">
                <a:srgbClr val="F29624"/>
              </a:gs>
            </a:gsLst>
            <a:lin ang="16200000" scaled="1"/>
          </a:gradFill>
        </p:grpSpPr>
        <p:sp>
          <p:nvSpPr>
            <p:cNvPr id="44" name="圆角矩形"/>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45" name="圆形"/>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46" name="组合 69"/>
          <p:cNvGrpSpPr/>
          <p:nvPr/>
        </p:nvGrpSpPr>
        <p:grpSpPr>
          <a:xfrm>
            <a:off x="-10000000" y="-10000000"/>
            <a:ext cx="0" cy="0"/>
            <a:chOff x="1571263" y="5376608"/>
            <a:chExt cx="2264935" cy="522466"/>
          </a:xfrm>
          <a:gradFill flip="none" rotWithShape="1">
            <a:gsLst>
              <a:gs pos="0">
                <a:srgbClr val="441D85"/>
              </a:gs>
              <a:gs pos="68000">
                <a:srgbClr val="D8D2F6">
                  <a:lumMod val="100000"/>
                </a:srgbClr>
              </a:gs>
            </a:gsLst>
            <a:lin ang="0" scaled="1"/>
            <a:tileRect/>
          </a:gradFill>
        </p:grpSpPr>
        <p:sp>
          <p:nvSpPr>
            <p:cNvPr id="47" name="圆角矩形"/>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48" name="圆形"/>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49" name="组合 72"/>
          <p:cNvGrpSpPr/>
          <p:nvPr/>
        </p:nvGrpSpPr>
        <p:grpSpPr>
          <a:xfrm>
            <a:off x="-10000000" y="-10000000"/>
            <a:ext cx="0" cy="0"/>
            <a:chOff x="3374387" y="3821452"/>
            <a:chExt cx="461811" cy="2070141"/>
          </a:xfrm>
          <a:gradFill>
            <a:gsLst>
              <a:gs pos="66000">
                <a:srgbClr val="D8D2F6"/>
              </a:gs>
              <a:gs pos="0">
                <a:srgbClr val="F29624"/>
              </a:gs>
            </a:gsLst>
            <a:lin ang="16200000" scaled="1"/>
          </a:gradFill>
        </p:grpSpPr>
        <p:sp>
          <p:nvSpPr>
            <p:cNvPr id="50" name="圆角矩形"/>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51" name="圆形"/>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52" name="组合 75"/>
          <p:cNvGrpSpPr/>
          <p:nvPr/>
        </p:nvGrpSpPr>
        <p:grpSpPr>
          <a:xfrm>
            <a:off x="-10000000" y="-10000000"/>
            <a:ext cx="0" cy="0"/>
            <a:chOff x="1571263" y="5376608"/>
            <a:chExt cx="2264935" cy="522466"/>
          </a:xfrm>
          <a:gradFill flip="none" rotWithShape="1">
            <a:gsLst>
              <a:gs pos="0">
                <a:srgbClr val="441D85"/>
              </a:gs>
              <a:gs pos="68000">
                <a:srgbClr val="D8D2F6">
                  <a:lumMod val="100000"/>
                </a:srgbClr>
              </a:gs>
            </a:gsLst>
            <a:lin ang="0" scaled="1"/>
            <a:tileRect/>
          </a:gradFill>
        </p:grpSpPr>
        <p:sp>
          <p:nvSpPr>
            <p:cNvPr id="53" name="圆角矩形"/>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54" name="圆形"/>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55" name="组合 78"/>
          <p:cNvGrpSpPr/>
          <p:nvPr/>
        </p:nvGrpSpPr>
        <p:grpSpPr>
          <a:xfrm>
            <a:off x="-10000000" y="-10000000"/>
            <a:ext cx="0" cy="0"/>
            <a:chOff x="3374387" y="3821452"/>
            <a:chExt cx="461811" cy="2070141"/>
          </a:xfrm>
          <a:gradFill>
            <a:gsLst>
              <a:gs pos="66000">
                <a:srgbClr val="D8D2F6"/>
              </a:gs>
              <a:gs pos="0">
                <a:srgbClr val="F29624"/>
              </a:gs>
            </a:gsLst>
            <a:lin ang="16200000" scaled="1"/>
          </a:gradFill>
        </p:grpSpPr>
        <p:sp>
          <p:nvSpPr>
            <p:cNvPr id="56" name="圆角矩形"/>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57" name="圆形"/>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sp>
        <p:nvSpPr>
          <p:cNvPr id="58" name="文本框 84"/>
          <p:cNvSpPr txBox="1"/>
          <p:nvPr/>
        </p:nvSpPr>
        <p:spPr>
          <a:xfrm>
            <a:off x="-10000000" y="-10000000"/>
            <a:ext cx="0" cy="0"/>
          </a:xfrm>
          <a:prstGeom prst="rect">
            <a:avLst/>
          </a:prstGeom>
          <a:noFill/>
        </p:spPr>
        <p:txBody>
          <a:bodyPr anchor="ctr"/>
          <a:lstStyle/>
          <a:p>
            <a:pPr marL="0" marR="0" lvl="0" indent="0" algn="ctr" defTabSz="1167686" rtl="0" eaLnBrk="1" fontAlgn="auto" latinLnBrk="0" hangingPunct="0">
              <a:lnSpc>
                <a:spcPct val="100000"/>
              </a:lnSpc>
              <a:spcBef>
                <a:spcPts val="0"/>
              </a:spcBef>
              <a:spcAft>
                <a:spcPts val="0"/>
              </a:spcAft>
              <a:buClrTx/>
              <a:buSzTx/>
              <a:buFontTx/>
              <a:buNone/>
              <a:tabLst/>
              <a:defRPr/>
            </a:pPr>
            <a:r>
              <a:rPr b="1" sz="100" lang="zh-CN">
                <a:latin typeface="Microsoft YaHei"/>
                <a:ea typeface="Microsoft YaHei"/>
                <a:solidFill>
                  <a:srgbClr val="4B2A88"/>
                </a:solidFill>
              </a:rPr>
              <a:t/>
            </a:r>
          </a:p>
        </p:txBody>
      </p:sp>
      <p:sp>
        <p:nvSpPr>
          <p:cNvPr id="59" name="2021年12月 锁定World Final 名额"/>
          <p:cNvSpPr txBox="1"/>
          <p:nvPr/>
        </p:nvSpPr>
        <p:spPr>
          <a:xfrm>
            <a:off x="-10000000" y="-10000000"/>
            <a:ext cx="0" cy="0"/>
          </a:xfrm>
          <a:prstGeom prst="rect">
            <a:avLst/>
          </a:prstGeom>
          <a:ln w="12700">
            <a:miter lim="400000"/>
          </a:ln>
        </p:spPr>
        <p:txBody>
          <a:bodyPr anchor="ctr"/>
          <a:lstStyle/>
          <a:p>
            <a:pPr algn="ctr"/>
            <a:r>
              <a:rPr b="1" sz="100" lang="zh-CN">
                <a:latin typeface="Microsoft YaHei"/>
                <a:ea typeface="Microsoft YaHei"/>
                <a:solidFill>
                  <a:srgbClr val="4B2A88"/>
                </a:solidFill>
              </a:rPr>
              <a:t/>
            </a:r>
          </a:p>
        </p:txBody>
      </p:sp>
      <p:pic>
        <p:nvPicPr>
          <p:cNvPr id="60" name="图片 18">
            <a:extLst>
              <a:ext uri="{FF2B5EF4-FFF2-40B4-BE49-F238E27FC236}">
                <a16:creationId xmlns:a16="http://schemas.microsoft.com/office/drawing/2014/main" id="{D2759A77-42EE-267A-1EE6-98C884A460C6}"/>
              </a:ext>
            </a:extLst>
          </p:cNvPr>
          <p:cNvPicPr>
            <a:picLocks noChangeAspect="1"/>
          </p:cNvPicPr>
          <p:nvPr/>
        </p:nvPicPr>
        <p:blipFill>
          <a:blip r:embed="rId6" cstate="print"/>
          <a:stretch>
            <a:fillRect/>
          </a:stretch>
        </p:blipFill>
        <p:spPr>
          <a:xfrm>
            <a:off x="-401919" y="196268"/>
            <a:ext cx="6637825" cy="925594"/>
          </a:xfrm>
          <a:prstGeom prst="rect">
            <a:avLst/>
          </a:prstGeom>
        </p:spPr>
      </p:pic>
      <p:sp>
        <p:nvSpPr>
          <p:cNvPr id="27" name="文本框 11">
            <a:extLst>
              <a:ext uri="{FF2B5EF4-FFF2-40B4-BE49-F238E27FC236}">
                <a16:creationId xmlns:a16="http://schemas.microsoft.com/office/drawing/2014/main" id="{D269CFF6-5C55-2B19-7A97-AEAEC68C37C9}"/>
              </a:ext>
            </a:extLst>
          </p:cNvPr>
          <p:cNvSpPr txBox="1"/>
          <p:nvPr/>
        </p:nvSpPr>
        <p:spPr>
          <a:xfrm>
            <a:off x="-1817145" y="9557605"/>
            <a:ext cx="4633521" cy="323165"/>
          </a:xfrm>
          <a:prstGeom prst="rect">
            <a:avLst/>
          </a:prstGeom>
          <a:noFill/>
        </p:spPr>
        <p:txBody>
          <a:bodyPr/>
          <a:lstStyle/>
          <a:p>
            <a:r>
              <a:rPr sz="1500" lang="zh-CN"/>
              <a:t>9</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B87B5-8246-D9EA-152F-3FD435C4576E}"/>
            </a:ext>
          </a:extLst>
        </p:cNvPr>
        <p:cNvGrpSpPr/>
        <p:nvPr/>
      </p:nvGrpSpPr>
      <p:grpSpPr>
        <a:xfrm>
          <a:off x="0" y="0"/>
          <a:ext cx="0" cy="0"/>
          <a:chOff x="0" y="0"/>
          <a:chExt cx="0" cy="0"/>
        </a:xfrm>
      </p:grpSpPr>
      <p:grpSp>
        <p:nvGrpSpPr>
          <p:cNvPr id="654" name="组合 6">
            <a:extLst>
              <a:ext uri="{FF2B5EF4-FFF2-40B4-BE49-F238E27FC236}">
                <a16:creationId xmlns:a16="http://schemas.microsoft.com/office/drawing/2014/main" id="{58D55FCF-5291-188E-DAA3-02871AB9C2F0}"/>
              </a:ext>
            </a:extLst>
          </p:cNvPr>
          <p:cNvGrpSpPr/>
          <p:nvPr/>
        </p:nvGrpSpPr>
        <p:grpSpPr>
          <a:xfrm>
            <a:off x="0" y="378848"/>
            <a:ext cx="7549923" cy="9999797"/>
            <a:chOff x="9752" y="255633"/>
            <a:chExt cx="7549923" cy="9999797"/>
          </a:xfrm>
        </p:grpSpPr>
        <p:pic>
          <p:nvPicPr>
            <p:cNvPr id="655" name="图片 7">
              <a:extLst>
                <a:ext uri="{FF2B5EF4-FFF2-40B4-BE49-F238E27FC236}">
                  <a16:creationId xmlns:a16="http://schemas.microsoft.com/office/drawing/2014/main" id="{AF1CD5BF-7A53-AD95-04B8-571E5F357505}"/>
                </a:ext>
              </a:extLst>
            </p:cNvPr>
            <p:cNvPicPr>
              <a:picLocks noChangeAspect="1"/>
            </p:cNvPicPr>
            <p:nvPr/>
          </p:nvPicPr>
          <p:blipFill>
            <a:blip r:embed="rId2"/>
            <a:srcRect r="1505"/>
            <a:stretch/>
          </p:blipFill>
          <p:spPr>
            <a:xfrm>
              <a:off x="9752" y="255633"/>
              <a:ext cx="7549923" cy="9999797"/>
            </a:xfrm>
            <a:prstGeom prst="rect">
              <a:avLst/>
            </a:prstGeom>
          </p:spPr>
        </p:pic>
        <p:pic>
          <p:nvPicPr>
            <p:cNvPr id="656" name="图片 9">
              <a:extLst>
                <a:ext uri="{FF2B5EF4-FFF2-40B4-BE49-F238E27FC236}">
                  <a16:creationId xmlns:a16="http://schemas.microsoft.com/office/drawing/2014/main" id="{9721D301-F9A2-6BEF-8B5D-659C0EC1D086}"/>
                </a:ext>
              </a:extLst>
            </p:cNvPr>
            <p:cNvPicPr>
              <a:picLocks noChangeAspect="1"/>
            </p:cNvPicPr>
            <p:nvPr/>
          </p:nvPicPr>
          <p:blipFill>
            <a:blip r:embed="rId3"/>
            <a:stretch>
              <a:fillRect/>
            </a:stretch>
          </p:blipFill>
          <p:spPr>
            <a:xfrm>
              <a:off x="2733503" y="958361"/>
              <a:ext cx="4803852" cy="183897"/>
            </a:xfrm>
            <a:prstGeom prst="rect">
              <a:avLst/>
            </a:prstGeom>
          </p:spPr>
        </p:pic>
        <p:pic>
          <p:nvPicPr>
            <p:cNvPr id="657" name="图片 12">
              <a:extLst>
                <a:ext uri="{FF2B5EF4-FFF2-40B4-BE49-F238E27FC236}">
                  <a16:creationId xmlns:a16="http://schemas.microsoft.com/office/drawing/2014/main" id="{5DD27D0D-68C0-9007-8A26-FA3B92F81E0C}"/>
                </a:ext>
              </a:extLst>
            </p:cNvPr>
            <p:cNvPicPr>
              <a:picLocks noChangeAspect="1"/>
            </p:cNvPicPr>
            <p:nvPr/>
          </p:nvPicPr>
          <p:blipFill>
            <a:blip r:embed="rId4"/>
            <a:stretch>
              <a:fillRect/>
            </a:stretch>
          </p:blipFill>
          <p:spPr>
            <a:xfrm>
              <a:off x="2955317" y="489607"/>
              <a:ext cx="4480144" cy="476842"/>
            </a:xfrm>
            <a:prstGeom prst="rect">
              <a:avLst/>
            </a:prstGeom>
          </p:spPr>
        </p:pic>
      </p:grpSp>
      <p:pic>
        <p:nvPicPr>
          <p:cNvPr id="2" name="图片 18">
            <a:extLst>
              <a:ext uri="{FF2B5EF4-FFF2-40B4-BE49-F238E27FC236}">
                <a16:creationId xmlns:a16="http://schemas.microsoft.com/office/drawing/2014/main" id="{57DD76E7-139A-02A6-57A5-77F77D2877B8}"/>
              </a:ext>
            </a:extLst>
          </p:cNvPr>
          <p:cNvPicPr>
            <a:picLocks noChangeAspect="1"/>
          </p:cNvPicPr>
          <p:nvPr/>
        </p:nvPicPr>
        <p:blipFill>
          <a:blip r:embed="rId5" cstate="print"/>
          <a:stretch>
            <a:fillRect/>
          </a:stretch>
        </p:blipFill>
        <p:spPr>
          <a:xfrm>
            <a:off x="-401919" y="196268"/>
            <a:ext cx="6637825" cy="925594"/>
          </a:xfrm>
          <a:prstGeom prst="rect">
            <a:avLst/>
          </a:prstGeom>
        </p:spPr>
      </p:pic>
      <p:sp>
        <p:nvSpPr>
          <p:cNvPr id="3" name="Title Placeholder 1">
            <a:extLst>
              <a:ext uri="{FF2B5EF4-FFF2-40B4-BE49-F238E27FC236}">
                <a16:creationId xmlns:a16="http://schemas.microsoft.com/office/drawing/2014/main" id="{DEA4A910-22EF-CB06-D766-BC0F28FB98BF}"/>
              </a:ext>
            </a:extLst>
          </p:cNvPr>
          <p:cNvSpPr txBox="1"/>
          <p:nvPr/>
        </p:nvSpPr>
        <p:spPr>
          <a:xfrm>
            <a:off x="594000" y="955534"/>
            <a:ext cx="4168132" cy="1043704"/>
          </a:xfrm>
          <a:prstGeom prst="rect">
            <a:avLst/>
          </a:prstGeom>
        </p:spPr>
        <p:txBody>
          <a:bodyPr/>
          <a:lstStyle/>
          <a:p>
            <a:r>
              <a:rPr lang="en-US" sz="3600" dirty="0" err="1"/>
              <a:t>历任队长（续）</a:t>
            </a:r>
          </a:p>
        </p:txBody>
      </p:sp>
      <p:cxnSp>
        <p:nvCxnSpPr>
          <p:cNvPr id="4" name="图形">
            <a:extLst>
              <a:ext uri="{FF2B5EF4-FFF2-40B4-BE49-F238E27FC236}">
                <a16:creationId xmlns:a16="http://schemas.microsoft.com/office/drawing/2014/main" id="{4BB10A2D-A69D-828F-5A00-1B97B5E9E3A6}"/>
              </a:ext>
            </a:extLst>
          </p:cNvPr>
          <p:cNvCxnSpPr>
            <a:cxnSpLocks/>
          </p:cNvCxnSpPr>
          <p:nvPr/>
        </p:nvCxnSpPr>
        <p:spPr>
          <a:xfrm>
            <a:off x="468000" y="1180386"/>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nvGrpSpPr>
          <p:cNvPr id="5" name="组合 4">
            <a:extLst>
              <a:ext uri="{FF2B5EF4-FFF2-40B4-BE49-F238E27FC236}">
                <a16:creationId xmlns:a16="http://schemas.microsoft.com/office/drawing/2014/main" id="{716CBDA7-AD7D-4DEE-88E4-DC7EA20A5875}"/>
              </a:ext>
            </a:extLst>
          </p:cNvPr>
          <p:cNvGrpSpPr/>
          <p:nvPr/>
        </p:nvGrpSpPr>
        <p:grpSpPr>
          <a:xfrm>
            <a:off x="-10000000" y="-10000000"/>
            <a:ext cx="0" cy="0"/>
            <a:chOff x="346291" y="8173265"/>
            <a:chExt cx="6967411" cy="1486230"/>
          </a:xfrm>
        </p:grpSpPr>
        <p:sp>
          <p:nvSpPr>
            <p:cNvPr id="6" name="矩形 1">
              <a:extLst>
                <a:ext uri="{FF2B5EF4-FFF2-40B4-BE49-F238E27FC236}">
                  <a16:creationId xmlns:a16="http://schemas.microsoft.com/office/drawing/2014/main" id="{3F1D06A5-3375-75BC-095D-F3B0D11CE997}"/>
                </a:ext>
              </a:extLst>
            </p:cNvPr>
            <p:cNvSpPr/>
            <p:nvPr/>
          </p:nvSpPr>
          <p:spPr>
            <a:xfrm rot="5400000" flipH="1">
              <a:off x="3086882" y="5432674"/>
              <a:ext cx="1486230" cy="6967411"/>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7"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a:extLst>
                <a:ext uri="{FF2B5EF4-FFF2-40B4-BE49-F238E27FC236}">
                  <a16:creationId xmlns:a16="http://schemas.microsoft.com/office/drawing/2014/main" id="{15AACFE2-317C-AA31-32D2-EF3A083182FC}"/>
                </a:ext>
              </a:extLst>
            </p:cNvPr>
            <p:cNvSpPr txBox="1"/>
            <p:nvPr/>
          </p:nvSpPr>
          <p:spPr>
            <a:xfrm>
              <a:off x="1982708" y="8226065"/>
              <a:ext cx="5065685" cy="1334917"/>
            </a:xfrm>
            <a:prstGeom prst="rect">
              <a:avLst/>
            </a:prstGeom>
            <a:ln w="12700">
              <a:miter lim="400000"/>
            </a:ln>
          </p:spPr>
          <p:txBody>
            <a:bodyPr/>
            <a:lstStyle/>
            <a:p>
              <a:pPr algn="l">
                <a:lnSpc>
                  <a:spcPct val="125000"/>
                </a:lnSpc>
              </a:pPr>
              <a:r>
                <a:rPr sz="1280" lang="zh-CN"/>
                <a:t/>
              </a:r>
            </a:p>
          </p:txBody>
        </p:sp>
        <p:pic>
          <p:nvPicPr>
            <p:cNvPr id="8" name="图片 7" descr="mqy">
              <a:extLst>
                <a:ext uri="{FF2B5EF4-FFF2-40B4-BE49-F238E27FC236}">
                  <a16:creationId xmlns:a16="http://schemas.microsoft.com/office/drawing/2014/main" id="{12A62A0E-EFE1-86BD-8707-BD9BDC5F26E5}"/>
                </a:ext>
              </a:extLst>
            </p:cNvPr>
            <p:cNvPicPr>
              <a:picLocks noChangeAspect="1"/>
            </p:cNvPicPr>
            <p:nvPr/>
          </p:nvPicPr>
          <p:blipFill rotWithShape="1">
            <a:blip r:embed="rId6"/>
            <a:srcRect l="4621" t="3562" r="4108" b="6784"/>
            <a:stretch/>
          </p:blipFill>
          <p:spPr>
            <a:xfrm>
              <a:off x="761259" y="8184834"/>
              <a:ext cx="995565" cy="1406857"/>
            </a:xfrm>
            <a:prstGeom prst="rect">
              <a:avLst/>
            </a:prstGeom>
          </p:spPr>
        </p:pic>
        <p:cxnSp>
          <p:nvCxnSpPr>
            <p:cNvPr id="9" name="图形">
              <a:extLst>
                <a:ext uri="{FF2B5EF4-FFF2-40B4-BE49-F238E27FC236}">
                  <a16:creationId xmlns:a16="http://schemas.microsoft.com/office/drawing/2014/main" id="{82E171DA-0405-D10D-5E1C-E4AD08CA8215}"/>
                </a:ext>
              </a:extLst>
            </p:cNvPr>
            <p:cNvCxnSpPr>
              <a:cxnSpLocks/>
            </p:cNvCxnSpPr>
            <p:nvPr/>
          </p:nvCxnSpPr>
          <p:spPr>
            <a:xfrm>
              <a:off x="2056478" y="8594058"/>
              <a:ext cx="559031"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10" name="组合 9">
            <a:extLst>
              <a:ext uri="{FF2B5EF4-FFF2-40B4-BE49-F238E27FC236}">
                <a16:creationId xmlns:a16="http://schemas.microsoft.com/office/drawing/2014/main" id="{1F4F1BA0-DF2A-11D3-7EBB-802813BAAECE}"/>
              </a:ext>
            </a:extLst>
          </p:cNvPr>
          <p:cNvGrpSpPr/>
          <p:nvPr/>
        </p:nvGrpSpPr>
        <p:grpSpPr>
          <a:xfrm>
            <a:off x="434968" y="5124665"/>
            <a:ext cx="6954557" cy="1482652"/>
            <a:chOff x="346291" y="5155661"/>
            <a:chExt cx="6967409" cy="1482652"/>
          </a:xfrm>
        </p:grpSpPr>
        <p:sp>
          <p:nvSpPr>
            <p:cNvPr id="11" name="矩形 3">
              <a:extLst>
                <a:ext uri="{FF2B5EF4-FFF2-40B4-BE49-F238E27FC236}">
                  <a16:creationId xmlns:a16="http://schemas.microsoft.com/office/drawing/2014/main" id="{EDDC6E2A-997F-380B-DB21-8F4B05679DB3}"/>
                </a:ext>
              </a:extLst>
            </p:cNvPr>
            <p:cNvSpPr/>
            <p:nvPr/>
          </p:nvSpPr>
          <p:spPr>
            <a:xfrm rot="5400000" flipH="1">
              <a:off x="3088670" y="2413282"/>
              <a:ext cx="1482652" cy="6967409"/>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pic>
          <p:nvPicPr>
            <p:cNvPr id="13" name="Picture 5" descr="A person wearing a white shirt  Description automatically generated with medium confidence">
              <a:extLst>
                <a:ext uri="{FF2B5EF4-FFF2-40B4-BE49-F238E27FC236}">
                  <a16:creationId xmlns:a16="http://schemas.microsoft.com/office/drawing/2014/main" id="{554D0507-AD02-3BEA-9012-1EA393B31DB8}"/>
                </a:ext>
              </a:extLst>
            </p:cNvPr>
            <p:cNvPicPr>
              <a:picLocks noChangeAspect="1"/>
            </p:cNvPicPr>
            <p:nvPr/>
          </p:nvPicPr>
          <p:blipFill rotWithShape="1">
            <a:blip r:embed="rId13" cstate="print"/>
            <a:stretch/>
          </p:blipFill>
          <p:spPr>
            <a:xfrm>
              <a:off x="761260" y="5176992"/>
              <a:ext cx="992384" cy="1402362"/>
            </a:xfrm>
            <a:prstGeom prst="rect">
              <a:avLst/>
            </a:prstGeom>
          </p:spPr>
        </p:pic>
        <p:sp>
          <p:nvSpPr>
            <p:cNvPr id="22" name="贺品嘉教授主要研究兴趣包括软件工程、程序设计语言、系统软件、自然语言处理。发表ICSE, ESEC/FSE, OSDI等论文近30篇，谷歌学术引用超2200次，领导的的LogPAI项目在GitHub上被star超过3000次，被下载7万余次。">
              <a:extLst>
                <a:ext uri="{FF2B5EF4-FFF2-40B4-BE49-F238E27FC236}">
                  <a16:creationId xmlns:a16="http://schemas.microsoft.com/office/drawing/2014/main" id="{29E850A6-2D6D-3E2B-CE22-CA4A1094C859}"/>
                </a:ext>
              </a:extLst>
            </p:cNvPr>
            <p:cNvSpPr txBox="1"/>
            <p:nvPr/>
          </p:nvSpPr>
          <p:spPr>
            <a:xfrm>
              <a:off x="1998771" y="5220763"/>
              <a:ext cx="5041399" cy="1334917"/>
            </a:xfrm>
            <a:prstGeom prst="rect">
              <a:avLst/>
            </a:prstGeom>
            <a:ln w="12700">
              <a:miter lim="400000"/>
            </a:ln>
          </p:spPr>
          <p:txBody>
            <a:bodyPr/>
            <a:lstStyle/>
            <a:p>
              <a:pPr algn="l">
                <a:lnSpc>
                  <a:spcPct val="125000"/>
                </a:lnSpc>
              </a:pPr>
              <a:r>
                <a:rPr sz="1280" lang="zh-CN"/>
                <a:t>忙秋阳</a:t>
              </a:r>
            </a:p>
            <a:p>
              <a:pPr algn="l">
                <a:lnSpc>
                  <a:spcPct val="125000"/>
                </a:lnSpc>
              </a:pPr>
              <a:r>
                <a:rPr sz="1280" lang="zh-CN"/>
                <a:t/>
              </a:r>
            </a:p>
            <a:p>
              <a:pPr algn="l">
                <a:lnSpc>
                  <a:spcPct val="125000"/>
                </a:lnSpc>
              </a:pPr>
              <a:r>
                <a:rPr sz="1280" lang="zh-CN"/>
                <a:t>数据科学学院，2021级学生</a:t>
              </a:r>
            </a:p>
            <a:p>
              <a:pPr algn="l">
                <a:lnSpc>
                  <a:spcPct val="125000"/>
                </a:lnSpc>
              </a:pPr>
              <a:r>
                <a:rPr sz="1280" lang="zh-CN"/>
                <a:t>代表成绩：2022 ICPC 亚洲区决赛金奖，2023 ICPC 全球总决赛资格</a:t>
              </a:r>
            </a:p>
            <a:p>
              <a:pPr algn="l">
                <a:lnSpc>
                  <a:spcPct val="125000"/>
                </a:lnSpc>
              </a:pPr>
              <a:r>
                <a:rPr sz="1280" lang="zh-CN"/>
                <a:t>任期：2021.07-2023.12</a:t>
              </a:r>
            </a:p>
          </p:txBody>
        </p:sp>
        <p:cxnSp>
          <p:nvCxnSpPr>
            <p:cNvPr id="23" name="图形">
              <a:extLst>
                <a:ext uri="{FF2B5EF4-FFF2-40B4-BE49-F238E27FC236}">
                  <a16:creationId xmlns:a16="http://schemas.microsoft.com/office/drawing/2014/main" id="{F36FAA9B-C978-3684-DC14-6D2C197C3EFB}"/>
                </a:ext>
              </a:extLst>
            </p:cNvPr>
            <p:cNvCxnSpPr>
              <a:cxnSpLocks/>
            </p:cNvCxnSpPr>
            <p:nvPr/>
          </p:nvCxnSpPr>
          <p:spPr>
            <a:xfrm>
              <a:off x="2056478" y="5569693"/>
              <a:ext cx="559031"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24" name="组合 23">
            <a:extLst>
              <a:ext uri="{FF2B5EF4-FFF2-40B4-BE49-F238E27FC236}">
                <a16:creationId xmlns:a16="http://schemas.microsoft.com/office/drawing/2014/main" id="{E291B0D1-4678-DD98-491C-B8822D187A04}"/>
              </a:ext>
            </a:extLst>
          </p:cNvPr>
          <p:cNvGrpSpPr/>
          <p:nvPr/>
        </p:nvGrpSpPr>
        <p:grpSpPr>
          <a:xfrm>
            <a:off x="-10000000" y="-10000000"/>
            <a:ext cx="0" cy="0"/>
            <a:chOff x="356047" y="6671790"/>
            <a:chExt cx="6957653" cy="1494698"/>
          </a:xfrm>
        </p:grpSpPr>
        <p:sp>
          <p:nvSpPr>
            <p:cNvPr id="25" name="矩形 5">
              <a:extLst>
                <a:ext uri="{FF2B5EF4-FFF2-40B4-BE49-F238E27FC236}">
                  <a16:creationId xmlns:a16="http://schemas.microsoft.com/office/drawing/2014/main" id="{49172C67-F06A-4CAA-6455-759057646D69}"/>
                </a:ext>
              </a:extLst>
            </p:cNvPr>
            <p:cNvSpPr/>
            <p:nvPr/>
          </p:nvSpPr>
          <p:spPr>
            <a:xfrm rot="5400000" flipH="1">
              <a:off x="3087525" y="3940312"/>
              <a:ext cx="1494698" cy="6957653"/>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dirty="0"/>
            </a:p>
          </p:txBody>
        </p:sp>
        <p:pic>
          <p:nvPicPr>
            <p:cNvPr id="26" name="图片 25">
              <a:extLst>
                <a:ext uri="{FF2B5EF4-FFF2-40B4-BE49-F238E27FC236}">
                  <a16:creationId xmlns:a16="http://schemas.microsoft.com/office/drawing/2014/main" id="{197BC647-295B-751C-3E16-919202738D9A}"/>
                </a:ext>
              </a:extLst>
            </p:cNvPr>
            <p:cNvPicPr>
              <a:picLocks noChangeAspect="1"/>
            </p:cNvPicPr>
            <p:nvPr/>
          </p:nvPicPr>
          <p:blipFill rotWithShape="1">
            <a:blip r:embed="rId8" cstate="print"/>
            <a:srcRect l="11604" t="7955" r="11604" b="7955"/>
            <a:stretch/>
          </p:blipFill>
          <p:spPr>
            <a:xfrm>
              <a:off x="761260" y="6677007"/>
              <a:ext cx="992384" cy="1402362"/>
            </a:xfrm>
            <a:prstGeom prst="rect">
              <a:avLst/>
            </a:prstGeom>
          </p:spPr>
        </p:pic>
        <p:sp>
          <p:nvSpPr>
            <p:cNvPr id="27"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a:extLst>
                <a:ext uri="{FF2B5EF4-FFF2-40B4-BE49-F238E27FC236}">
                  <a16:creationId xmlns:a16="http://schemas.microsoft.com/office/drawing/2014/main" id="{F223B9F9-232F-0593-62C3-41B7F2837BF2}"/>
                </a:ext>
              </a:extLst>
            </p:cNvPr>
            <p:cNvSpPr txBox="1"/>
            <p:nvPr/>
          </p:nvSpPr>
          <p:spPr>
            <a:xfrm>
              <a:off x="2009066" y="6735337"/>
              <a:ext cx="4966178" cy="1046377"/>
            </a:xfrm>
            <a:prstGeom prst="rect">
              <a:avLst/>
            </a:prstGeom>
            <a:ln w="12700">
              <a:miter lim="400000"/>
            </a:ln>
          </p:spPr>
          <p:txBody>
            <a:bodyPr/>
            <a:lstStyle/>
            <a:p>
              <a:pPr algn="l">
                <a:lnSpc>
                  <a:spcPct val="125000"/>
                </a:lnSpc>
              </a:pPr>
              <a:r>
                <a:rPr sz="1280" lang="zh-CN"/>
                <a:t/>
              </a:r>
            </a:p>
          </p:txBody>
        </p:sp>
        <p:cxnSp>
          <p:nvCxnSpPr>
            <p:cNvPr id="28" name="图形">
              <a:extLst>
                <a:ext uri="{FF2B5EF4-FFF2-40B4-BE49-F238E27FC236}">
                  <a16:creationId xmlns:a16="http://schemas.microsoft.com/office/drawing/2014/main" id="{58652E62-6E0D-B887-073C-EF4FF8DA56CF}"/>
                </a:ext>
              </a:extLst>
            </p:cNvPr>
            <p:cNvCxnSpPr>
              <a:cxnSpLocks/>
            </p:cNvCxnSpPr>
            <p:nvPr/>
          </p:nvCxnSpPr>
          <p:spPr>
            <a:xfrm>
              <a:off x="2066234" y="7082632"/>
              <a:ext cx="559031"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29" name="组合 28">
            <a:extLst>
              <a:ext uri="{FF2B5EF4-FFF2-40B4-BE49-F238E27FC236}">
                <a16:creationId xmlns:a16="http://schemas.microsoft.com/office/drawing/2014/main" id="{0E72DF3A-F4CA-94B2-AE95-1C8B204649EC}"/>
              </a:ext>
            </a:extLst>
          </p:cNvPr>
          <p:cNvGrpSpPr/>
          <p:nvPr/>
        </p:nvGrpSpPr>
        <p:grpSpPr>
          <a:xfrm>
            <a:off x="434968" y="1927145"/>
            <a:ext cx="6944822" cy="1500128"/>
            <a:chOff x="346291" y="1927145"/>
            <a:chExt cx="6957656" cy="1500128"/>
          </a:xfrm>
        </p:grpSpPr>
        <p:sp>
          <p:nvSpPr>
            <p:cNvPr id="30" name="矩形 7">
              <a:extLst>
                <a:ext uri="{FF2B5EF4-FFF2-40B4-BE49-F238E27FC236}">
                  <a16:creationId xmlns:a16="http://schemas.microsoft.com/office/drawing/2014/main" id="{C2325C59-DDE3-2896-A98E-824B4C91FF98}"/>
                </a:ext>
              </a:extLst>
            </p:cNvPr>
            <p:cNvSpPr/>
            <p:nvPr/>
          </p:nvSpPr>
          <p:spPr>
            <a:xfrm rot="5400000" flipH="1">
              <a:off x="3075055" y="-801619"/>
              <a:ext cx="1500128" cy="6957656"/>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31"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a:extLst>
                <a:ext uri="{FF2B5EF4-FFF2-40B4-BE49-F238E27FC236}">
                  <a16:creationId xmlns:a16="http://schemas.microsoft.com/office/drawing/2014/main" id="{F57F0B9E-9C04-EB8A-106F-683F7D794397}"/>
                </a:ext>
              </a:extLst>
            </p:cNvPr>
            <p:cNvSpPr txBox="1"/>
            <p:nvPr/>
          </p:nvSpPr>
          <p:spPr>
            <a:xfrm>
              <a:off x="1999310" y="2010712"/>
              <a:ext cx="4966178" cy="1046377"/>
            </a:xfrm>
            <a:prstGeom prst="rect">
              <a:avLst/>
            </a:prstGeom>
            <a:ln w="12700">
              <a:miter lim="400000"/>
            </a:ln>
          </p:spPr>
          <p:txBody>
            <a:bodyPr/>
            <a:lstStyle/>
            <a:p>
              <a:pPr algn="l">
                <a:lnSpc>
                  <a:spcPct val="125000"/>
                </a:lnSpc>
              </a:pPr>
              <a:r>
                <a:rPr sz="1280" lang="zh-CN"/>
                <a:t>蒋一歌</a:t>
              </a:r>
            </a:p>
            <a:p>
              <a:pPr algn="l">
                <a:lnSpc>
                  <a:spcPct val="125000"/>
                </a:lnSpc>
              </a:pPr>
              <a:r>
                <a:rPr sz="1280" lang="zh-CN"/>
                <a:t/>
              </a:r>
            </a:p>
            <a:p>
              <a:pPr algn="l">
                <a:lnSpc>
                  <a:spcPct val="125000"/>
                </a:lnSpc>
              </a:pPr>
              <a:r>
                <a:rPr sz="1280" lang="zh-CN"/>
                <a:t>数据科学学院，2021级学生</a:t>
              </a:r>
            </a:p>
            <a:p>
              <a:pPr algn="l">
                <a:lnSpc>
                  <a:spcPct val="125000"/>
                </a:lnSpc>
              </a:pPr>
              <a:r>
                <a:rPr sz="1280" lang="zh-CN"/>
                <a:t>代表成绩：2023 ICPC 南京站金奖，2022 ICPC 亚洲区决赛银奖</a:t>
              </a:r>
            </a:p>
            <a:p>
              <a:pPr algn="l">
                <a:lnSpc>
                  <a:spcPct val="125000"/>
                </a:lnSpc>
              </a:pPr>
              <a:r>
                <a:rPr sz="1280" lang="zh-CN"/>
                <a:t>任期：2023.07-2024.05</a:t>
              </a:r>
            </a:p>
          </p:txBody>
        </p:sp>
        <p:pic>
          <p:nvPicPr>
            <p:cNvPr id="32" name="图片 31" descr="年轻的男人&#10;&#10;AI 生成的内容可能不正确。">
              <a:extLst>
                <a:ext uri="{FF2B5EF4-FFF2-40B4-BE49-F238E27FC236}">
                  <a16:creationId xmlns:a16="http://schemas.microsoft.com/office/drawing/2014/main" id="{4B4175A7-FA1D-182F-46F4-40D31421376B}"/>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51504" y="1939672"/>
              <a:ext cx="992384" cy="1389165"/>
            </a:xfrm>
            <a:prstGeom prst="rect">
              <a:avLst/>
            </a:prstGeom>
          </p:spPr>
        </p:pic>
        <p:cxnSp>
          <p:nvCxnSpPr>
            <p:cNvPr id="33" name="图形">
              <a:extLst>
                <a:ext uri="{FF2B5EF4-FFF2-40B4-BE49-F238E27FC236}">
                  <a16:creationId xmlns:a16="http://schemas.microsoft.com/office/drawing/2014/main" id="{B3A06754-9757-C037-FEBF-B7708D987220}"/>
                </a:ext>
              </a:extLst>
            </p:cNvPr>
            <p:cNvCxnSpPr>
              <a:cxnSpLocks/>
            </p:cNvCxnSpPr>
            <p:nvPr/>
          </p:nvCxnSpPr>
          <p:spPr>
            <a:xfrm>
              <a:off x="2056478" y="2367459"/>
              <a:ext cx="559031"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34" name="组合 33">
            <a:extLst>
              <a:ext uri="{FF2B5EF4-FFF2-40B4-BE49-F238E27FC236}">
                <a16:creationId xmlns:a16="http://schemas.microsoft.com/office/drawing/2014/main" id="{BB93E401-07AF-A53F-7C62-13B4ACA314E1}"/>
              </a:ext>
            </a:extLst>
          </p:cNvPr>
          <p:cNvGrpSpPr/>
          <p:nvPr/>
        </p:nvGrpSpPr>
        <p:grpSpPr>
          <a:xfrm>
            <a:off x="434968" y="3493435"/>
            <a:ext cx="6954560" cy="1499591"/>
            <a:chOff x="333368" y="3493435"/>
            <a:chExt cx="6967411" cy="1499591"/>
          </a:xfrm>
        </p:grpSpPr>
        <p:sp>
          <p:nvSpPr>
            <p:cNvPr id="35" name="矩形 1">
              <a:extLst>
                <a:ext uri="{FF2B5EF4-FFF2-40B4-BE49-F238E27FC236}">
                  <a16:creationId xmlns:a16="http://schemas.microsoft.com/office/drawing/2014/main" id="{DF26D779-FE02-C33C-00F1-9E29D7E5B2E9}"/>
                </a:ext>
              </a:extLst>
            </p:cNvPr>
            <p:cNvSpPr/>
            <p:nvPr/>
          </p:nvSpPr>
          <p:spPr>
            <a:xfrm rot="5400000" flipH="1">
              <a:off x="3067278" y="759525"/>
              <a:ext cx="1499591" cy="6967411"/>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36"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a:extLst>
                <a:ext uri="{FF2B5EF4-FFF2-40B4-BE49-F238E27FC236}">
                  <a16:creationId xmlns:a16="http://schemas.microsoft.com/office/drawing/2014/main" id="{D0AB103E-E33B-5E35-69FD-CEB7AC3A740A}"/>
                </a:ext>
              </a:extLst>
            </p:cNvPr>
            <p:cNvSpPr txBox="1"/>
            <p:nvPr/>
          </p:nvSpPr>
          <p:spPr>
            <a:xfrm>
              <a:off x="1985848" y="3548827"/>
              <a:ext cx="5049622" cy="1334917"/>
            </a:xfrm>
            <a:prstGeom prst="rect">
              <a:avLst/>
            </a:prstGeom>
            <a:ln w="12700">
              <a:miter lim="400000"/>
            </a:ln>
          </p:spPr>
          <p:txBody>
            <a:bodyPr/>
            <a:lstStyle/>
            <a:p>
              <a:pPr algn="l">
                <a:lnSpc>
                  <a:spcPct val="125000"/>
                </a:lnSpc>
              </a:pPr>
              <a:r>
                <a:rPr sz="1280" lang="zh-CN"/>
                <a:t>夏禹扬</a:t>
              </a:r>
            </a:p>
            <a:p>
              <a:pPr algn="l">
                <a:lnSpc>
                  <a:spcPct val="125000"/>
                </a:lnSpc>
              </a:pPr>
              <a:r>
                <a:rPr sz="1280" lang="zh-CN"/>
                <a:t/>
              </a:r>
            </a:p>
            <a:p>
              <a:pPr algn="l">
                <a:lnSpc>
                  <a:spcPct val="125000"/>
                </a:lnSpc>
              </a:pPr>
              <a:r>
                <a:rPr sz="1280" lang="zh-CN"/>
                <a:t>数据科学学院，2021级学生</a:t>
              </a:r>
            </a:p>
            <a:p>
              <a:pPr algn="l">
                <a:lnSpc>
                  <a:spcPct val="125000"/>
                </a:lnSpc>
              </a:pPr>
              <a:r>
                <a:rPr sz="1280" lang="zh-CN"/>
                <a:t>代表成绩：2022 CCPC 广州站金奖，2022 ICPC 亚洲区决赛银奖</a:t>
              </a:r>
            </a:p>
            <a:p>
              <a:pPr algn="l">
                <a:lnSpc>
                  <a:spcPct val="125000"/>
                </a:lnSpc>
              </a:pPr>
              <a:r>
                <a:rPr sz="1280" lang="zh-CN"/>
                <a:t>任期：2023.06-2024.05</a:t>
              </a:r>
            </a:p>
          </p:txBody>
        </p:sp>
        <p:pic>
          <p:nvPicPr>
            <p:cNvPr id="37" name="图片 21">
              <a:extLst>
                <a:ext uri="{FF2B5EF4-FFF2-40B4-BE49-F238E27FC236}">
                  <a16:creationId xmlns:a16="http://schemas.microsoft.com/office/drawing/2014/main" id="{195E59A7-E2B7-AE84-221D-91C4B3102F54}"/>
                </a:ext>
              </a:extLst>
            </p:cNvPr>
            <p:cNvPicPr>
              <a:picLocks noChangeAspect="1"/>
            </p:cNvPicPr>
            <p:nvPr/>
          </p:nvPicPr>
          <p:blipFill>
            <a:blip r:embed="rId12" cstate="print"/>
            <a:stretch>
              <a:fillRect/>
            </a:stretch>
          </p:blipFill>
          <p:spPr>
            <a:xfrm>
              <a:off x="761619" y="3496984"/>
              <a:ext cx="982270" cy="1428918"/>
            </a:xfrm>
            <a:prstGeom prst="rect">
              <a:avLst/>
            </a:prstGeom>
          </p:spPr>
        </p:pic>
        <p:cxnSp>
          <p:nvCxnSpPr>
            <p:cNvPr id="38" name="图形">
              <a:extLst>
                <a:ext uri="{FF2B5EF4-FFF2-40B4-BE49-F238E27FC236}">
                  <a16:creationId xmlns:a16="http://schemas.microsoft.com/office/drawing/2014/main" id="{01650428-945D-E47C-98DF-33FF7FBCC18D}"/>
                </a:ext>
              </a:extLst>
            </p:cNvPr>
            <p:cNvCxnSpPr>
              <a:cxnSpLocks/>
            </p:cNvCxnSpPr>
            <p:nvPr/>
          </p:nvCxnSpPr>
          <p:spPr>
            <a:xfrm>
              <a:off x="2043554" y="3894871"/>
              <a:ext cx="559031"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sp>
        <p:nvSpPr>
          <p:cNvPr id="39" name="文本框 20">
            <a:extLst>
              <a:ext uri="{FF2B5EF4-FFF2-40B4-BE49-F238E27FC236}">
                <a16:creationId xmlns:a16="http://schemas.microsoft.com/office/drawing/2014/main" id="{644684DA-A881-CBA2-DA4B-14AE4FAFF56E}"/>
              </a:ext>
            </a:extLst>
          </p:cNvPr>
          <p:cNvSpPr txBox="1"/>
          <p:nvPr/>
        </p:nvSpPr>
        <p:spPr>
          <a:xfrm>
            <a:off x="-1664745" y="9558000"/>
            <a:ext cx="4633521" cy="323165"/>
          </a:xfrm>
          <a:prstGeom prst="rect">
            <a:avLst/>
          </a:prstGeom>
          <a:noFill/>
        </p:spPr>
        <p:txBody>
          <a:bodyPr/>
          <a:lstStyle/>
          <a:p>
            <a:r>
              <a:rPr sz="1500" lang="zh-CN"/>
              <a:t>6</a:t>
            </a:r>
          </a:p>
        </p:txBody>
      </p:sp>
    </p:spTree>
    <p:extLst>
      <p:ext uri="{BB962C8B-B14F-4D97-AF65-F5344CB8AC3E}">
        <p14:creationId xmlns:p14="http://schemas.microsoft.com/office/powerpoint/2010/main" val="225067065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5" name="组合 14"/>
          <p:cNvGrpSpPr/>
          <p:nvPr/>
        </p:nvGrpSpPr>
        <p:grpSpPr>
          <a:xfrm>
            <a:off x="9752" y="255633"/>
            <a:ext cx="7549923" cy="9999797"/>
            <a:chOff x="9752" y="255633"/>
            <a:chExt cx="7549923" cy="9999797"/>
          </a:xfrm>
        </p:grpSpPr>
        <p:pic>
          <p:nvPicPr>
            <p:cNvPr id="156" name="图片 15"/>
            <p:cNvPicPr>
              <a:picLocks noChangeAspect="1"/>
            </p:cNvPicPr>
            <p:nvPr/>
          </p:nvPicPr>
          <p:blipFill>
            <a:blip r:embed="rId3"/>
            <a:srcRect r="1505"/>
            <a:stretch/>
          </p:blipFill>
          <p:spPr>
            <a:xfrm>
              <a:off x="9752" y="255633"/>
              <a:ext cx="7549923" cy="9999797"/>
            </a:xfrm>
            <a:prstGeom prst="rect">
              <a:avLst/>
            </a:prstGeom>
          </p:spPr>
        </p:pic>
        <p:pic>
          <p:nvPicPr>
            <p:cNvPr id="157" name="图片 17"/>
            <p:cNvPicPr>
              <a:picLocks noChangeAspect="1"/>
            </p:cNvPicPr>
            <p:nvPr/>
          </p:nvPicPr>
          <p:blipFill>
            <a:blip r:embed="rId4"/>
            <a:stretch>
              <a:fillRect/>
            </a:stretch>
          </p:blipFill>
          <p:spPr>
            <a:xfrm>
              <a:off x="2733503" y="958361"/>
              <a:ext cx="4803852" cy="183897"/>
            </a:xfrm>
            <a:prstGeom prst="rect">
              <a:avLst/>
            </a:prstGeom>
          </p:spPr>
        </p:pic>
        <p:pic>
          <p:nvPicPr>
            <p:cNvPr id="158" name="图片 19"/>
            <p:cNvPicPr>
              <a:picLocks noChangeAspect="1"/>
            </p:cNvPicPr>
            <p:nvPr/>
          </p:nvPicPr>
          <p:blipFill>
            <a:blip r:embed="rId5"/>
            <a:stretch>
              <a:fillRect/>
            </a:stretch>
          </p:blipFill>
          <p:spPr>
            <a:xfrm>
              <a:off x="2955317" y="489607"/>
              <a:ext cx="4480144" cy="476842"/>
            </a:xfrm>
            <a:prstGeom prst="rect">
              <a:avLst/>
            </a:prstGeom>
          </p:spPr>
        </p:pic>
      </p:grpSp>
      <p:sp>
        <p:nvSpPr>
          <p:cNvPr id="159" name="矩形 34"/>
          <p:cNvSpPr/>
          <p:nvPr/>
        </p:nvSpPr>
        <p:spPr>
          <a:xfrm rot="5400000" flipH="1">
            <a:off x="-10000000" y="-10000000"/>
            <a:ext cx="0" cy="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60" name="矩形 1"/>
          <p:cNvSpPr/>
          <p:nvPr/>
        </p:nvSpPr>
        <p:spPr>
          <a:xfrm rot="5400000" flipH="1">
            <a:off x="-10000000" y="-10000000"/>
            <a:ext cx="0" cy="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62" name="Title Placeholder 1"/>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优秀队伍</a:t>
            </a:r>
            <a:endParaRPr lang="en-CN" sz="3200" dirty="0"/>
          </a:p>
        </p:txBody>
      </p:sp>
      <p:cxnSp>
        <p:nvCxnSpPr>
          <p:cNvPr id="164" name="图形"/>
          <p:cNvCxnSpPr>
            <a:cxnSpLocks/>
          </p:cNvCxnSpPr>
          <p:nvPr/>
        </p:nvCxnSpPr>
        <p:spPr>
          <a:xfrm>
            <a:off x="466621"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pic>
        <p:nvPicPr>
          <p:cNvPr id="165" name="Picture 4"/>
          <p:cNvPicPr>
            <a:picLocks noChangeAspect="1" noChangeArrowheads="1"/>
          </p:cNvPicPr>
          <p:nvPr/>
        </p:nvPicPr>
        <p:blipFill rotWithShape="1">
          <a:blip r:embed="rId6"/>
          <a:srcRect l="20456" t="25449" r="28117" b="33960"/>
          <a:stretch/>
        </p:blipFill>
        <p:spPr bwMode="auto">
          <a:xfrm>
            <a:off x="-10000000" y="-10000000"/>
            <a:ext cx="0" cy="0"/>
          </a:xfrm>
          <a:prstGeom prst="rect">
            <a:avLst/>
          </a:prstGeom>
          <a:noFill/>
        </p:spPr>
      </p:pic>
      <p:pic>
        <p:nvPicPr>
          <p:cNvPr id="169" name="图片 3"/>
          <p:cNvPicPr>
            <a:picLocks noChangeAspect="1"/>
          </p:cNvPicPr>
          <p:nvPr/>
        </p:nvPicPr>
        <p:blipFill rotWithShape="1">
          <a:blip r:embed="rId10" cstate="print"/>
          <a:stretch/>
        </p:blipFill>
        <p:spPr>
          <a:xfrm>
            <a:off x="820000" y="2250000"/>
            <a:ext cx="6000000" cy="4813200"/>
          </a:xfrm>
          <a:prstGeom prst="rect">
            <a:avLst/>
          </a:prstGeom>
        </p:spPr>
      </p:pic>
      <p:sp>
        <p:nvSpPr>
          <p:cNvPr id="175" name="文本框 16"/>
          <p:cNvSpPr txBox="1"/>
          <p:nvPr/>
        </p:nvSpPr>
        <p:spPr>
          <a:xfrm>
            <a:off x="820000" y="7180000"/>
            <a:ext cx="6000000" cy="13200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a:lstStyle/>
          <a:p>
            <a:pPr algn="l" defTabSz="403177">
              <a:lnSpc>
                <a:spcPct val="125000"/>
              </a:lnSpc>
            </a:pPr>
            <a:r>
              <a:rPr sz="1120" lang="zh-CN"/>
              <a:t>队伍名称：Mynoghra（Mynoghra）</a:t>
            </a:r>
          </a:p>
          <a:p>
            <a:pPr algn="l" defTabSz="403177">
              <a:lnSpc>
                <a:spcPct val="125000"/>
              </a:lnSpc>
            </a:pPr>
            <a:r>
              <a:rPr sz="1120" lang="zh-CN"/>
              <a:t>队伍成员：周莫非、陈嘉年、王泽诚</a:t>
            </a:r>
          </a:p>
          <a:p>
            <a:pPr algn="l" defTabSz="403177">
              <a:lnSpc>
                <a:spcPct val="125000"/>
              </a:lnSpc>
            </a:pPr>
            <a:r>
              <a:rPr sz="1120" lang="zh-CN"/>
              <a:t>所获荣誉：广东省赛冠军；ICPC亚洲区决赛金牌；ICPC南京站金牌；ICPC香港站金牌；CCPC济南站金牌；ICPC World Final参赛资格</a:t>
            </a:r>
          </a:p>
        </p:txBody>
      </p:sp>
      <p:sp>
        <p:nvSpPr>
          <p:cNvPr id="176" name="文本框 39"/>
          <p:cNvSpPr txBox="1"/>
          <p:nvPr/>
        </p:nvSpPr>
        <p:spPr>
          <a:xfrm>
            <a:off x="-10000000" y="-10000000"/>
            <a:ext cx="0" cy="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a:lstStyle/>
          <a:p>
            <a:pPr algn="l" defTabSz="403177">
              <a:spcBef>
                <a:spcPts val="220"/>
              </a:spcBef>
            </a:pPr>
            <a:r>
              <a:rPr sz="1000" lang="zh-CN"/>
              <a:t/>
            </a:r>
          </a:p>
        </p:txBody>
      </p:sp>
      <p:pic>
        <p:nvPicPr>
          <p:cNvPr id="177" name="图片 12"/>
          <p:cNvPicPr>
            <a:picLocks noChangeAspect="1"/>
          </p:cNvPicPr>
          <p:nvPr/>
        </p:nvPicPr>
        <p:blipFill>
          <a:blip r:embed="rId8" cstate="print"/>
          <a:stretch>
            <a:fillRect/>
          </a:stretch>
        </p:blipFill>
        <p:spPr>
          <a:xfrm>
            <a:off x="-401919" y="196268"/>
            <a:ext cx="6637825" cy="925594"/>
          </a:xfrm>
          <a:prstGeom prst="rect">
            <a:avLst/>
          </a:prstGeom>
        </p:spPr>
      </p:pic>
      <p:sp>
        <p:nvSpPr>
          <p:cNvPr id="178" name="文本框 20"/>
          <p:cNvSpPr txBox="1"/>
          <p:nvPr/>
        </p:nvSpPr>
        <p:spPr>
          <a:xfrm>
            <a:off x="-1817145" y="9557605"/>
            <a:ext cx="4633521" cy="323165"/>
          </a:xfrm>
          <a:prstGeom prst="rect">
            <a:avLst/>
          </a:prstGeom>
          <a:noFill/>
        </p:spPr>
        <p:txBody>
          <a:bodyPr/>
          <a:lstStyle/>
          <a:p>
            <a:r>
              <a:rPr sz="1500" lang="zh-CN"/>
              <a:t>12</a:t>
            </a:r>
          </a:p>
        </p:txBody>
      </p:sp>
      <p:sp>
        <p:nvSpPr>
          <p:cNvPr id="6" name="矩形 1">
            <a:extLst>
              <a:ext uri="{FF2B5EF4-FFF2-40B4-BE49-F238E27FC236}">
                <a16:creationId xmlns:a16="http://schemas.microsoft.com/office/drawing/2014/main" id="{DE7126A4-E582-1B31-78E1-70675FA6FC7C}"/>
              </a:ext>
            </a:extLst>
          </p:cNvPr>
          <p:cNvSpPr/>
          <p:nvPr/>
        </p:nvSpPr>
        <p:spPr>
          <a:xfrm rot="5400000" flipH="1">
            <a:off x="-10000000" y="-10000000"/>
            <a:ext cx="0" cy="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pic>
        <p:nvPicPr>
          <p:cNvPr id="1027" name="Picture 3">
            <a:extLst>
              <a:ext uri="{FF2B5EF4-FFF2-40B4-BE49-F238E27FC236}">
                <a16:creationId xmlns:a16="http://schemas.microsoft.com/office/drawing/2014/main" id="{F6127C02-4892-7CA8-E3FF-0DD3C46E8F47}"/>
              </a:ext>
            </a:extLst>
          </p:cNvPr>
          <p:cNvPicPr>
            <a:picLocks noChangeArrowheads="1"/>
          </p:cNvPicPr>
          <p:nvPr/>
        </p:nvPicPr>
        <p:blipFill rotWithShape="1">
          <a:blip r:embed="rId9">
            <a:extLst>
              <a:ext uri="{28A0092B-C50C-407E-A947-70E740481C1C}">
                <a14:useLocalDpi xmlns:a14="http://schemas.microsoft.com/office/drawing/2010/main" val="0"/>
              </a:ext>
            </a:extLst>
          </a:blip>
          <a:srcRect l="17012" t="13946" r="13629" b="25042"/>
          <a:stretch>
            <a:fillRect/>
          </a:stretch>
        </p:blipFill>
        <p:spPr bwMode="auto">
          <a:xfrm>
            <a:off x="-10000000" y="-10000000"/>
            <a:ext cx="0" cy="0"/>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39">
            <a:extLst>
              <a:ext uri="{FF2B5EF4-FFF2-40B4-BE49-F238E27FC236}">
                <a16:creationId xmlns:a16="http://schemas.microsoft.com/office/drawing/2014/main" id="{1D35CE55-FA7E-11D1-4CC3-89C87B503DC6}"/>
              </a:ext>
            </a:extLst>
          </p:cNvPr>
          <p:cNvSpPr txBox="1"/>
          <p:nvPr/>
        </p:nvSpPr>
        <p:spPr>
          <a:xfrm>
            <a:off x="-10000000" y="-10000000"/>
            <a:ext cx="0" cy="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a:lstStyle/>
          <a:p>
            <a:pPr algn="l" defTabSz="403177">
              <a:spcBef>
                <a:spcPts val="220"/>
              </a:spcBef>
            </a:pPr>
            <a:r>
              <a:rPr sz="1000" lang="zh-CN"/>
              <a:t/>
            </a:r>
          </a:p>
        </p:txBody>
      </p:sp>
    </p:spTree>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751</TotalTime>
  <Words>5267</Words>
  <Application>Microsoft Office PowerPoint</Application>
  <PresentationFormat>Custom</PresentationFormat>
  <Paragraphs>541</Paragraphs>
  <Slides>28</Slides>
  <Notes>22</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28</vt:i4>
      </vt:variant>
    </vt:vector>
  </HeadingPairs>
  <TitlesOfParts>
    <vt:vector size="42" baseType="lpstr">
      <vt:lpstr>Kaiti SC</vt:lpstr>
      <vt:lpstr>Microsoft YaHei</vt:lpstr>
      <vt:lpstr>Microsoft YaHei</vt:lpstr>
      <vt:lpstr>SimSun</vt:lpstr>
      <vt:lpstr>华文宋体</vt:lpstr>
      <vt:lpstr>阿里巴巴普惠体 Heavy</vt:lpstr>
      <vt:lpstr>思源宋体 CN</vt:lpstr>
      <vt:lpstr>Arial</vt:lpstr>
      <vt:lpstr>Calibri</vt:lpstr>
      <vt:lpstr>Calibri Light</vt:lpstr>
      <vt:lpstr>Segoe UI Black</vt:lpstr>
      <vt:lpstr>Times New Roman</vt:lpstr>
      <vt:lpstr>Wingdings</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Jingbang Chen</cp:lastModifiedBy>
  <cp:revision>439</cp:revision>
  <cp:lastPrinted>2025-06-13T15:00:08Z</cp:lastPrinted>
  <dcterms:created xsi:type="dcterms:W3CDTF">2025-06-04T14:37:20Z</dcterms:created>
  <dcterms:modified xsi:type="dcterms:W3CDTF">2026-04-16T16:06:29Z</dcterms:modified>
</cp:coreProperties>
</file>