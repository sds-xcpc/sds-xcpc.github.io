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3" r:id="rId1"/>
  </p:sldMasterIdLst>
  <p:notesMasterIdLst>
    <p:notesMasterId r:id="rId30"/>
  </p:notesMasterIdLst>
  <p:sldIdLst>
    <p:sldId id="256" r:id="rId2"/>
    <p:sldId id="257" r:id="rId3"/>
    <p:sldId id="258" r:id="rId4"/>
    <p:sldId id="292" r:id="rId5"/>
    <p:sldId id="261" r:id="rId6"/>
    <p:sldId id="287" r:id="rId7"/>
    <p:sldId id="265" r:id="rId8"/>
    <p:sldId id="288" r:id="rId9"/>
    <p:sldId id="286" r:id="rId10"/>
    <p:sldId id="264" r:id="rId11"/>
    <p:sldId id="289" r:id="rId12"/>
    <p:sldId id="271" r:id="rId13"/>
    <p:sldId id="293" r:id="rId14"/>
    <p:sldId id="274" r:id="rId15"/>
    <p:sldId id="275" r:id="rId16"/>
    <p:sldId id="280" r:id="rId17"/>
    <p:sldId id="296" r:id="rId18"/>
    <p:sldId id="277" r:id="rId19"/>
    <p:sldId id="290" r:id="rId20"/>
    <p:sldId id="295" r:id="rId21"/>
    <p:sldId id="279" r:id="rId22"/>
    <p:sldId id="281" r:id="rId23"/>
    <p:sldId id="268" r:id="rId24"/>
    <p:sldId id="269" r:id="rId25"/>
    <p:sldId id="270" r:id="rId26"/>
    <p:sldId id="291" r:id="rId27"/>
    <p:sldId id="273" r:id="rId28"/>
    <p:sldId id="283" r:id="rId29"/>
  </p:sldIdLst>
  <p:sldSz cx="7559675" cy="10260013"/>
  <p:notesSz cx="4572000" cy="7315200"/>
  <p:defaultTextStyle>
    <a:defPPr marL="0" marR="0" indent="0" algn="l" defTabSz="437883" rtl="0" fontAlgn="auto" latinLnBrk="1" hangingPunct="0">
      <a:lnSpc>
        <a:spcPct val="100000"/>
      </a:lnSpc>
      <a:spcBef>
        <a:spcPts val="0"/>
      </a:spcBef>
      <a:spcAft>
        <a:spcPts val="0"/>
      </a:spcAft>
      <a:buClrTx/>
      <a:buSzTx/>
      <a:buFontTx/>
      <a:buNone/>
      <a:defRPr kumimoji="0" sz="861" b="0" i="0" u="none" strike="noStrike" cap="none" spc="0" normalizeH="0" baseline="0">
        <a:ln>
          <a:noFill/>
        </a:ln>
        <a:solidFill>
          <a:srgbClr val="000000"/>
        </a:solidFill>
        <a:effectLst/>
        <a:uFillTx/>
      </a:defRPr>
    </a:defPPr>
    <a:lvl1pPr marL="0" marR="0" indent="0" algn="ctr" defTabSz="1167686" rtl="0" fontAlgn="auto" latinLnBrk="0" hangingPunct="0">
      <a:lnSpc>
        <a:spcPct val="100000"/>
      </a:lnSpc>
      <a:spcBef>
        <a:spcPts val="0"/>
      </a:spcBef>
      <a:spcAft>
        <a:spcPts val="0"/>
      </a:spcAft>
      <a:buClrTx/>
      <a:buSzTx/>
      <a:buFontTx/>
      <a:buNone/>
      <a:defRPr kumimoji="0" sz="1149" b="0" i="0" u="none" strike="noStrike" cap="none" spc="0" normalizeH="0" baseline="0">
        <a:ln>
          <a:noFill/>
        </a:ln>
        <a:solidFill>
          <a:srgbClr val="5E5E5E"/>
        </a:solidFill>
        <a:effectLst/>
        <a:uFillTx/>
        <a:latin typeface="+mn-lt"/>
        <a:ea typeface="+mn-ea"/>
        <a:cs typeface="+mn-cs"/>
        <a:sym typeface="Helvetica Neue"/>
      </a:defRPr>
    </a:lvl1pPr>
    <a:lvl2pPr marL="0" marR="0" indent="218941" algn="ctr" defTabSz="1167686" rtl="0" fontAlgn="auto" latinLnBrk="0" hangingPunct="0">
      <a:lnSpc>
        <a:spcPct val="100000"/>
      </a:lnSpc>
      <a:spcBef>
        <a:spcPts val="0"/>
      </a:spcBef>
      <a:spcAft>
        <a:spcPts val="0"/>
      </a:spcAft>
      <a:buClrTx/>
      <a:buSzTx/>
      <a:buFontTx/>
      <a:buNone/>
      <a:defRPr kumimoji="0" sz="1149" b="0" i="0" u="none" strike="noStrike" cap="none" spc="0" normalizeH="0" baseline="0">
        <a:ln>
          <a:noFill/>
        </a:ln>
        <a:solidFill>
          <a:srgbClr val="5E5E5E"/>
        </a:solidFill>
        <a:effectLst/>
        <a:uFillTx/>
        <a:latin typeface="+mn-lt"/>
        <a:ea typeface="+mn-ea"/>
        <a:cs typeface="+mn-cs"/>
        <a:sym typeface="Helvetica Neue"/>
      </a:defRPr>
    </a:lvl2pPr>
    <a:lvl3pPr marL="0" marR="0" indent="437883" algn="ctr" defTabSz="1167686" rtl="0" fontAlgn="auto" latinLnBrk="0" hangingPunct="0">
      <a:lnSpc>
        <a:spcPct val="100000"/>
      </a:lnSpc>
      <a:spcBef>
        <a:spcPts val="0"/>
      </a:spcBef>
      <a:spcAft>
        <a:spcPts val="0"/>
      </a:spcAft>
      <a:buClrTx/>
      <a:buSzTx/>
      <a:buFontTx/>
      <a:buNone/>
      <a:defRPr kumimoji="0" sz="1149" b="0" i="0" u="none" strike="noStrike" cap="none" spc="0" normalizeH="0" baseline="0">
        <a:ln>
          <a:noFill/>
        </a:ln>
        <a:solidFill>
          <a:srgbClr val="5E5E5E"/>
        </a:solidFill>
        <a:effectLst/>
        <a:uFillTx/>
        <a:latin typeface="+mn-lt"/>
        <a:ea typeface="+mn-ea"/>
        <a:cs typeface="+mn-cs"/>
        <a:sym typeface="Helvetica Neue"/>
      </a:defRPr>
    </a:lvl3pPr>
    <a:lvl4pPr marL="0" marR="0" indent="656823" algn="ctr" defTabSz="1167686" rtl="0" fontAlgn="auto" latinLnBrk="0" hangingPunct="0">
      <a:lnSpc>
        <a:spcPct val="100000"/>
      </a:lnSpc>
      <a:spcBef>
        <a:spcPts val="0"/>
      </a:spcBef>
      <a:spcAft>
        <a:spcPts val="0"/>
      </a:spcAft>
      <a:buClrTx/>
      <a:buSzTx/>
      <a:buFontTx/>
      <a:buNone/>
      <a:defRPr kumimoji="0" sz="1149" b="0" i="0" u="none" strike="noStrike" cap="none" spc="0" normalizeH="0" baseline="0">
        <a:ln>
          <a:noFill/>
        </a:ln>
        <a:solidFill>
          <a:srgbClr val="5E5E5E"/>
        </a:solidFill>
        <a:effectLst/>
        <a:uFillTx/>
        <a:latin typeface="+mn-lt"/>
        <a:ea typeface="+mn-ea"/>
        <a:cs typeface="+mn-cs"/>
        <a:sym typeface="Helvetica Neue"/>
      </a:defRPr>
    </a:lvl4pPr>
    <a:lvl5pPr marL="0" marR="0" indent="875764" algn="ctr" defTabSz="1167686" rtl="0" fontAlgn="auto" latinLnBrk="0" hangingPunct="0">
      <a:lnSpc>
        <a:spcPct val="100000"/>
      </a:lnSpc>
      <a:spcBef>
        <a:spcPts val="0"/>
      </a:spcBef>
      <a:spcAft>
        <a:spcPts val="0"/>
      </a:spcAft>
      <a:buClrTx/>
      <a:buSzTx/>
      <a:buFontTx/>
      <a:buNone/>
      <a:defRPr kumimoji="0" sz="1149" b="0" i="0" u="none" strike="noStrike" cap="none" spc="0" normalizeH="0" baseline="0">
        <a:ln>
          <a:noFill/>
        </a:ln>
        <a:solidFill>
          <a:srgbClr val="5E5E5E"/>
        </a:solidFill>
        <a:effectLst/>
        <a:uFillTx/>
        <a:latin typeface="+mn-lt"/>
        <a:ea typeface="+mn-ea"/>
        <a:cs typeface="+mn-cs"/>
        <a:sym typeface="Helvetica Neue"/>
      </a:defRPr>
    </a:lvl5pPr>
    <a:lvl6pPr marL="0" marR="0" indent="1094706" algn="ctr" defTabSz="1167686" rtl="0" fontAlgn="auto" latinLnBrk="0" hangingPunct="0">
      <a:lnSpc>
        <a:spcPct val="100000"/>
      </a:lnSpc>
      <a:spcBef>
        <a:spcPts val="0"/>
      </a:spcBef>
      <a:spcAft>
        <a:spcPts val="0"/>
      </a:spcAft>
      <a:buClrTx/>
      <a:buSzTx/>
      <a:buFontTx/>
      <a:buNone/>
      <a:defRPr kumimoji="0" sz="1149" b="0" i="0" u="none" strike="noStrike" cap="none" spc="0" normalizeH="0" baseline="0">
        <a:ln>
          <a:noFill/>
        </a:ln>
        <a:solidFill>
          <a:srgbClr val="5E5E5E"/>
        </a:solidFill>
        <a:effectLst/>
        <a:uFillTx/>
        <a:latin typeface="+mn-lt"/>
        <a:ea typeface="+mn-ea"/>
        <a:cs typeface="+mn-cs"/>
        <a:sym typeface="Helvetica Neue"/>
      </a:defRPr>
    </a:lvl6pPr>
    <a:lvl7pPr marL="0" marR="0" indent="1313647" algn="ctr" defTabSz="1167686" rtl="0" fontAlgn="auto" latinLnBrk="0" hangingPunct="0">
      <a:lnSpc>
        <a:spcPct val="100000"/>
      </a:lnSpc>
      <a:spcBef>
        <a:spcPts val="0"/>
      </a:spcBef>
      <a:spcAft>
        <a:spcPts val="0"/>
      </a:spcAft>
      <a:buClrTx/>
      <a:buSzTx/>
      <a:buFontTx/>
      <a:buNone/>
      <a:defRPr kumimoji="0" sz="1149" b="0" i="0" u="none" strike="noStrike" cap="none" spc="0" normalizeH="0" baseline="0">
        <a:ln>
          <a:noFill/>
        </a:ln>
        <a:solidFill>
          <a:srgbClr val="5E5E5E"/>
        </a:solidFill>
        <a:effectLst/>
        <a:uFillTx/>
        <a:latin typeface="+mn-lt"/>
        <a:ea typeface="+mn-ea"/>
        <a:cs typeface="+mn-cs"/>
        <a:sym typeface="Helvetica Neue"/>
      </a:defRPr>
    </a:lvl7pPr>
    <a:lvl8pPr marL="0" marR="0" indent="1532587" algn="ctr" defTabSz="1167686" rtl="0" fontAlgn="auto" latinLnBrk="0" hangingPunct="0">
      <a:lnSpc>
        <a:spcPct val="100000"/>
      </a:lnSpc>
      <a:spcBef>
        <a:spcPts val="0"/>
      </a:spcBef>
      <a:spcAft>
        <a:spcPts val="0"/>
      </a:spcAft>
      <a:buClrTx/>
      <a:buSzTx/>
      <a:buFontTx/>
      <a:buNone/>
      <a:defRPr kumimoji="0" sz="1149" b="0" i="0" u="none" strike="noStrike" cap="none" spc="0" normalizeH="0" baseline="0">
        <a:ln>
          <a:noFill/>
        </a:ln>
        <a:solidFill>
          <a:srgbClr val="5E5E5E"/>
        </a:solidFill>
        <a:effectLst/>
        <a:uFillTx/>
        <a:latin typeface="+mn-lt"/>
        <a:ea typeface="+mn-ea"/>
        <a:cs typeface="+mn-cs"/>
        <a:sym typeface="Helvetica Neue"/>
      </a:defRPr>
    </a:lvl8pPr>
    <a:lvl9pPr marL="0" marR="0" indent="1751530" algn="ctr" defTabSz="1167686" rtl="0" fontAlgn="auto" latinLnBrk="0" hangingPunct="0">
      <a:lnSpc>
        <a:spcPct val="100000"/>
      </a:lnSpc>
      <a:spcBef>
        <a:spcPts val="0"/>
      </a:spcBef>
      <a:spcAft>
        <a:spcPts val="0"/>
      </a:spcAft>
      <a:buClrTx/>
      <a:buSzTx/>
      <a:buFontTx/>
      <a:buNone/>
      <a:defRPr kumimoji="0" sz="1149"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D2F6"/>
    <a:srgbClr val="482386"/>
    <a:srgbClr val="F29624"/>
    <a:srgbClr val="441D85"/>
    <a:srgbClr val="FFA701"/>
    <a:srgbClr val="6347B3"/>
    <a:srgbClr val="6556A3"/>
    <a:srgbClr val="9C8AD0"/>
    <a:srgbClr val="9A93BD"/>
    <a:srgbClr val="7E6E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731" autoAdjust="0"/>
    <p:restoredTop sz="94694"/>
  </p:normalViewPr>
  <p:slideViewPr>
    <p:cSldViewPr snapToGrid="0">
      <p:cViewPr varScale="1">
        <p:scale>
          <a:sx n="99" d="100"/>
          <a:sy n="99" d="100"/>
        </p:scale>
        <p:origin x="414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hape 148"/>
          <p:cNvSpPr>
            <a:spLocks noGrp="1" noRot="1" noChangeAspect="1"/>
          </p:cNvSpPr>
          <p:nvPr>
            <p:ph type="sldImg"/>
          </p:nvPr>
        </p:nvSpPr>
        <p:spPr>
          <a:xfrm>
            <a:off x="1276350" y="549275"/>
            <a:ext cx="2020888" cy="2743200"/>
          </a:xfrm>
          <a:prstGeom prst="rect">
            <a:avLst/>
          </a:prstGeom>
        </p:spPr>
        <p:txBody>
          <a:bodyPr lIns="70967" tIns="35483" rIns="70967" bIns="35483"/>
          <a:lstStyle/>
          <a:p>
            <a:endParaRPr/>
          </a:p>
        </p:txBody>
      </p:sp>
      <p:sp>
        <p:nvSpPr>
          <p:cNvPr id="3" name="Shape 149"/>
          <p:cNvSpPr>
            <a:spLocks noGrp="1"/>
          </p:cNvSpPr>
          <p:nvPr>
            <p:ph type="body" sz="quarter" idx="1"/>
          </p:nvPr>
        </p:nvSpPr>
        <p:spPr>
          <a:xfrm>
            <a:off x="609600" y="3474720"/>
            <a:ext cx="3352800" cy="3291840"/>
          </a:xfrm>
          <a:prstGeom prst="rect">
            <a:avLst/>
          </a:prstGeom>
        </p:spPr>
        <p:txBody>
          <a:bodyPr lIns="70967" tIns="35483" rIns="70967" bIns="35483"/>
          <a:lstStyle/>
          <a:p>
            <a:endParaRPr/>
          </a:p>
        </p:txBody>
      </p:sp>
    </p:spTree>
  </p:cSld>
  <p:clrMap bg1="lt1" tx1="dk1" bg2="lt2" tx2="dk2" accent1="accent1" accent2="accent2" accent3="accent3" accent4="accent4" accent5="accent5" accent6="accent6" hlink="hlink" folHlink="folHlink"/>
  <p:notesStyle>
    <a:lvl1pPr defTabSz="218941" latinLnBrk="0">
      <a:lnSpc>
        <a:spcPct val="118000"/>
      </a:lnSpc>
      <a:defRPr sz="1054" b="0" i="0">
        <a:latin typeface="Microsoft YaHei" panose="020B0503020204020204" pitchFamily="34" charset="-122"/>
        <a:ea typeface="Microsoft YaHei" panose="020B0503020204020204" pitchFamily="34" charset="-122"/>
        <a:cs typeface="+mn-cs"/>
        <a:sym typeface="Helvetica Neue"/>
      </a:defRPr>
    </a:lvl1pPr>
    <a:lvl2pPr indent="109471" defTabSz="218941" latinLnBrk="0">
      <a:lnSpc>
        <a:spcPct val="118000"/>
      </a:lnSpc>
      <a:defRPr sz="1054">
        <a:latin typeface="+mn-lt"/>
        <a:ea typeface="+mn-ea"/>
        <a:cs typeface="+mn-cs"/>
        <a:sym typeface="Helvetica Neue"/>
      </a:defRPr>
    </a:lvl2pPr>
    <a:lvl3pPr indent="218941" defTabSz="218941" latinLnBrk="0">
      <a:lnSpc>
        <a:spcPct val="118000"/>
      </a:lnSpc>
      <a:defRPr sz="1054">
        <a:latin typeface="+mn-lt"/>
        <a:ea typeface="+mn-ea"/>
        <a:cs typeface="+mn-cs"/>
        <a:sym typeface="Helvetica Neue"/>
      </a:defRPr>
    </a:lvl3pPr>
    <a:lvl4pPr indent="328413" defTabSz="218941" latinLnBrk="0">
      <a:lnSpc>
        <a:spcPct val="118000"/>
      </a:lnSpc>
      <a:defRPr sz="1054">
        <a:latin typeface="+mn-lt"/>
        <a:ea typeface="+mn-ea"/>
        <a:cs typeface="+mn-cs"/>
        <a:sym typeface="Helvetica Neue"/>
      </a:defRPr>
    </a:lvl4pPr>
    <a:lvl5pPr indent="437883" defTabSz="218941" latinLnBrk="0">
      <a:lnSpc>
        <a:spcPct val="118000"/>
      </a:lnSpc>
      <a:defRPr sz="1054">
        <a:latin typeface="+mn-lt"/>
        <a:ea typeface="+mn-ea"/>
        <a:cs typeface="+mn-cs"/>
        <a:sym typeface="Helvetica Neue"/>
      </a:defRPr>
    </a:lvl5pPr>
    <a:lvl6pPr indent="547353" defTabSz="218941" latinLnBrk="0">
      <a:lnSpc>
        <a:spcPct val="118000"/>
      </a:lnSpc>
      <a:defRPr sz="1054">
        <a:latin typeface="+mn-lt"/>
        <a:ea typeface="+mn-ea"/>
        <a:cs typeface="+mn-cs"/>
        <a:sym typeface="Helvetica Neue"/>
      </a:defRPr>
    </a:lvl6pPr>
    <a:lvl7pPr indent="656823" defTabSz="218941" latinLnBrk="0">
      <a:lnSpc>
        <a:spcPct val="118000"/>
      </a:lnSpc>
      <a:defRPr sz="1054">
        <a:latin typeface="+mn-lt"/>
        <a:ea typeface="+mn-ea"/>
        <a:cs typeface="+mn-cs"/>
        <a:sym typeface="Helvetica Neue"/>
      </a:defRPr>
    </a:lvl7pPr>
    <a:lvl8pPr indent="766293" defTabSz="218941" latinLnBrk="0">
      <a:lnSpc>
        <a:spcPct val="118000"/>
      </a:lnSpc>
      <a:defRPr sz="1054">
        <a:latin typeface="+mn-lt"/>
        <a:ea typeface="+mn-ea"/>
        <a:cs typeface="+mn-cs"/>
        <a:sym typeface="Helvetica Neue"/>
      </a:defRPr>
    </a:lvl8pPr>
    <a:lvl9pPr indent="875764" defTabSz="218941" latinLnBrk="0">
      <a:lnSpc>
        <a:spcPct val="118000"/>
      </a:lnSpc>
      <a:defRPr sz="1054">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幻灯片图像占位符 1"/>
          <p:cNvSpPr>
            <a:spLocks noGrp="1" noRot="1" noChangeAspect="1"/>
          </p:cNvSpPr>
          <p:nvPr>
            <p:ph type="sldImg"/>
          </p:nvPr>
        </p:nvSpPr>
        <p:spPr>
          <a:xfrm>
            <a:off x="1276350" y="549275"/>
            <a:ext cx="2020888" cy="2743200"/>
          </a:xfrm>
        </p:spPr>
        <p:txBody>
          <a:bodyPr/>
          <a:lstStyle/>
          <a:p>
            <a:endParaRPr/>
          </a:p>
        </p:txBody>
      </p:sp>
      <p:sp>
        <p:nvSpPr>
          <p:cNvPr id="63" name="备注占位符 2"/>
          <p:cNvSpPr>
            <a:spLocks noGrp="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幻灯片图像占位符 1"/>
          <p:cNvSpPr>
            <a:spLocks noGrp="1" noRot="1" noChangeAspect="1"/>
          </p:cNvSpPr>
          <p:nvPr>
            <p:ph type="sldImg"/>
          </p:nvPr>
        </p:nvSpPr>
        <p:spPr>
          <a:xfrm>
            <a:off x="1276350" y="549275"/>
            <a:ext cx="2020888" cy="2743200"/>
          </a:xfrm>
        </p:spPr>
        <p:txBody>
          <a:bodyPr/>
          <a:lstStyle/>
          <a:p>
            <a:endParaRPr/>
          </a:p>
        </p:txBody>
      </p:sp>
      <p:sp>
        <p:nvSpPr>
          <p:cNvPr id="6" name="备注占位符 2"/>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6F578-EFF7-5ECA-3B77-46A1890915D1}"/>
            </a:ext>
          </a:extLst>
        </p:cNvPr>
        <p:cNvGrpSpPr/>
        <p:nvPr/>
      </p:nvGrpSpPr>
      <p:grpSpPr>
        <a:xfrm>
          <a:off x="0" y="0"/>
          <a:ext cx="0" cy="0"/>
          <a:chOff x="0" y="0"/>
          <a:chExt cx="0" cy="0"/>
        </a:xfrm>
      </p:grpSpPr>
      <p:sp>
        <p:nvSpPr>
          <p:cNvPr id="5" name="幻灯片图像占位符 1">
            <a:extLst>
              <a:ext uri="{FF2B5EF4-FFF2-40B4-BE49-F238E27FC236}">
                <a16:creationId xmlns:a16="http://schemas.microsoft.com/office/drawing/2014/main" id="{64357BEA-814E-C540-7E2D-30EE62716767}"/>
              </a:ext>
            </a:extLst>
          </p:cNvPr>
          <p:cNvSpPr>
            <a:spLocks noGrp="1" noRot="1" noChangeAspect="1"/>
          </p:cNvSpPr>
          <p:nvPr>
            <p:ph type="sldImg"/>
          </p:nvPr>
        </p:nvSpPr>
        <p:spPr>
          <a:xfrm>
            <a:off x="1276350" y="549275"/>
            <a:ext cx="2020888" cy="2743200"/>
          </a:xfrm>
        </p:spPr>
        <p:txBody>
          <a:bodyPr/>
          <a:lstStyle/>
          <a:p>
            <a:endParaRPr/>
          </a:p>
        </p:txBody>
      </p:sp>
      <p:sp>
        <p:nvSpPr>
          <p:cNvPr id="6" name="备注占位符 2">
            <a:extLst>
              <a:ext uri="{FF2B5EF4-FFF2-40B4-BE49-F238E27FC236}">
                <a16:creationId xmlns:a16="http://schemas.microsoft.com/office/drawing/2014/main" id="{92FAAD7D-C639-443A-352A-2539AC13AB21}"/>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976829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76350" y="549275"/>
            <a:ext cx="2020888" cy="2743200"/>
          </a:xfrm>
        </p:spPr>
        <p:txBody>
          <a:bodyPr/>
          <a:lstStyle/>
          <a:p>
            <a:endParaRPr/>
          </a:p>
        </p:txBody>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54F64-FD5C-BA03-128E-68FF3D250E8A}"/>
            </a:ext>
          </a:extLst>
        </p:cNvPr>
        <p:cNvGrpSpPr/>
        <p:nvPr/>
      </p:nvGrpSpPr>
      <p:grpSpPr>
        <a:xfrm>
          <a:off x="0" y="0"/>
          <a:ext cx="0" cy="0"/>
          <a:chOff x="0" y="0"/>
          <a:chExt cx="0" cy="0"/>
        </a:xfrm>
      </p:grpSpPr>
      <p:sp>
        <p:nvSpPr>
          <p:cNvPr id="5" name="幻灯片图像占位符 1">
            <a:extLst>
              <a:ext uri="{FF2B5EF4-FFF2-40B4-BE49-F238E27FC236}">
                <a16:creationId xmlns:a16="http://schemas.microsoft.com/office/drawing/2014/main" id="{5A3E7C30-51D7-D395-34E5-5ABA85AC5625}"/>
              </a:ext>
            </a:extLst>
          </p:cNvPr>
          <p:cNvSpPr>
            <a:spLocks noGrp="1" noRot="1" noChangeAspect="1"/>
          </p:cNvSpPr>
          <p:nvPr>
            <p:ph type="sldImg"/>
          </p:nvPr>
        </p:nvSpPr>
        <p:spPr>
          <a:xfrm>
            <a:off x="1276350" y="549275"/>
            <a:ext cx="2020888" cy="2743200"/>
          </a:xfrm>
        </p:spPr>
        <p:txBody>
          <a:bodyPr/>
          <a:lstStyle/>
          <a:p>
            <a:endParaRPr/>
          </a:p>
        </p:txBody>
      </p:sp>
      <p:sp>
        <p:nvSpPr>
          <p:cNvPr id="6" name="备注占位符 2">
            <a:extLst>
              <a:ext uri="{FF2B5EF4-FFF2-40B4-BE49-F238E27FC236}">
                <a16:creationId xmlns:a16="http://schemas.microsoft.com/office/drawing/2014/main" id="{BB5E8F79-C5C0-7DA5-E81E-77ABFF168862}"/>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972564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幻灯片图像占位符 1"/>
          <p:cNvSpPr>
            <a:spLocks noGrp="1" noRot="1" noChangeAspect="1"/>
          </p:cNvSpPr>
          <p:nvPr>
            <p:ph type="sldImg"/>
          </p:nvPr>
        </p:nvSpPr>
        <p:spPr>
          <a:xfrm>
            <a:off x="1276350" y="549275"/>
            <a:ext cx="2020888" cy="2743200"/>
          </a:xfrm>
        </p:spPr>
        <p:txBody>
          <a:bodyPr/>
          <a:lstStyle/>
          <a:p>
            <a:endParaRPr/>
          </a:p>
        </p:txBody>
      </p:sp>
      <p:sp>
        <p:nvSpPr>
          <p:cNvPr id="24" name="备注占位符 2"/>
          <p:cNvSpPr>
            <a:spLocks noGrp="1"/>
          </p:cNvSpPr>
          <p:nvPr>
            <p:ph type="body" idx="1"/>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65148-ED72-A234-B959-F8F07B072B3F}"/>
            </a:ext>
          </a:extLst>
        </p:cNvPr>
        <p:cNvGrpSpPr/>
        <p:nvPr/>
      </p:nvGrpSpPr>
      <p:grpSpPr>
        <a:xfrm>
          <a:off x="0" y="0"/>
          <a:ext cx="0" cy="0"/>
          <a:chOff x="0" y="0"/>
          <a:chExt cx="0" cy="0"/>
        </a:xfrm>
      </p:grpSpPr>
      <p:sp>
        <p:nvSpPr>
          <p:cNvPr id="5" name="幻灯片图像占位符 1">
            <a:extLst>
              <a:ext uri="{FF2B5EF4-FFF2-40B4-BE49-F238E27FC236}">
                <a16:creationId xmlns:a16="http://schemas.microsoft.com/office/drawing/2014/main" id="{433CE81F-BE4D-64C3-8CA6-AC35DB455811}"/>
              </a:ext>
            </a:extLst>
          </p:cNvPr>
          <p:cNvSpPr>
            <a:spLocks noGrp="1" noRot="1" noChangeAspect="1"/>
          </p:cNvSpPr>
          <p:nvPr>
            <p:ph type="sldImg"/>
          </p:nvPr>
        </p:nvSpPr>
        <p:spPr>
          <a:xfrm>
            <a:off x="1276350" y="549275"/>
            <a:ext cx="2020888" cy="2743200"/>
          </a:xfrm>
        </p:spPr>
        <p:txBody>
          <a:bodyPr/>
          <a:lstStyle/>
          <a:p>
            <a:endParaRPr/>
          </a:p>
        </p:txBody>
      </p:sp>
      <p:sp>
        <p:nvSpPr>
          <p:cNvPr id="6" name="备注占位符 2">
            <a:extLst>
              <a:ext uri="{FF2B5EF4-FFF2-40B4-BE49-F238E27FC236}">
                <a16:creationId xmlns:a16="http://schemas.microsoft.com/office/drawing/2014/main" id="{074CA211-DFA9-4869-72F7-7B603352F514}"/>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411552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幻灯片图像占位符 1"/>
          <p:cNvSpPr>
            <a:spLocks noGrp="1" noRot="1" noChangeAspect="1"/>
          </p:cNvSpPr>
          <p:nvPr>
            <p:ph type="sldImg"/>
          </p:nvPr>
        </p:nvSpPr>
        <p:spPr>
          <a:xfrm>
            <a:off x="1276350" y="549275"/>
            <a:ext cx="2020888" cy="2743200"/>
          </a:xfrm>
        </p:spPr>
        <p:txBody>
          <a:bodyPr/>
          <a:lstStyle/>
          <a:p>
            <a:endParaRPr/>
          </a:p>
        </p:txBody>
      </p:sp>
      <p:sp>
        <p:nvSpPr>
          <p:cNvPr id="33" name="备注占位符 2"/>
          <p:cNvSpPr>
            <a:spLocks noGrp="1"/>
          </p:cNvSpPr>
          <p:nvPr>
            <p:ph type="body" idx="1"/>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幻灯片图像占位符 1"/>
          <p:cNvSpPr>
            <a:spLocks noGrp="1" noRot="1" noChangeAspect="1"/>
          </p:cNvSpPr>
          <p:nvPr>
            <p:ph type="sldImg"/>
          </p:nvPr>
        </p:nvSpPr>
        <p:spPr>
          <a:xfrm>
            <a:off x="1276350" y="549275"/>
            <a:ext cx="2020888" cy="2743200"/>
          </a:xfrm>
        </p:spPr>
        <p:txBody>
          <a:bodyPr/>
          <a:lstStyle/>
          <a:p>
            <a:endParaRPr/>
          </a:p>
        </p:txBody>
      </p:sp>
      <p:sp>
        <p:nvSpPr>
          <p:cNvPr id="36" name="备注占位符 2"/>
          <p:cNvSpPr>
            <a:spLocks noGrp="1"/>
          </p:cNvSpPr>
          <p:nvPr>
            <p:ph type="body" idx="1"/>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幻灯片图像占位符 1"/>
          <p:cNvSpPr>
            <a:spLocks noGrp="1" noRot="1" noChangeAspect="1"/>
          </p:cNvSpPr>
          <p:nvPr>
            <p:ph type="sldImg"/>
          </p:nvPr>
        </p:nvSpPr>
        <p:spPr>
          <a:xfrm>
            <a:off x="1276350" y="549275"/>
            <a:ext cx="2020888" cy="2743200"/>
          </a:xfrm>
        </p:spPr>
        <p:txBody>
          <a:bodyPr/>
          <a:lstStyle/>
          <a:p>
            <a:endParaRPr/>
          </a:p>
        </p:txBody>
      </p:sp>
      <p:sp>
        <p:nvSpPr>
          <p:cNvPr id="48" name="备注占位符 2"/>
          <p:cNvSpPr>
            <a:spLocks noGrp="1"/>
          </p:cNvSpPr>
          <p:nvPr>
            <p:ph type="body" idx="1"/>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5FC3B-C480-E241-630C-367320A8990A}"/>
            </a:ext>
          </a:extLst>
        </p:cNvPr>
        <p:cNvGrpSpPr/>
        <p:nvPr/>
      </p:nvGrpSpPr>
      <p:grpSpPr>
        <a:xfrm>
          <a:off x="0" y="0"/>
          <a:ext cx="0" cy="0"/>
          <a:chOff x="0" y="0"/>
          <a:chExt cx="0" cy="0"/>
        </a:xfrm>
      </p:grpSpPr>
      <p:sp>
        <p:nvSpPr>
          <p:cNvPr id="38" name="幻灯片图像占位符 1">
            <a:extLst>
              <a:ext uri="{FF2B5EF4-FFF2-40B4-BE49-F238E27FC236}">
                <a16:creationId xmlns:a16="http://schemas.microsoft.com/office/drawing/2014/main" id="{86B5B346-D6E2-76CF-8023-127133D2C3BA}"/>
              </a:ext>
            </a:extLst>
          </p:cNvPr>
          <p:cNvSpPr>
            <a:spLocks noGrp="1" noRot="1" noChangeAspect="1"/>
          </p:cNvSpPr>
          <p:nvPr>
            <p:ph type="sldImg"/>
          </p:nvPr>
        </p:nvSpPr>
        <p:spPr>
          <a:xfrm>
            <a:off x="1276350" y="549275"/>
            <a:ext cx="2020888" cy="2743200"/>
          </a:xfrm>
        </p:spPr>
        <p:txBody>
          <a:bodyPr/>
          <a:lstStyle/>
          <a:p>
            <a:endParaRPr/>
          </a:p>
        </p:txBody>
      </p:sp>
      <p:sp>
        <p:nvSpPr>
          <p:cNvPr id="39" name="备注占位符 2">
            <a:extLst>
              <a:ext uri="{FF2B5EF4-FFF2-40B4-BE49-F238E27FC236}">
                <a16:creationId xmlns:a16="http://schemas.microsoft.com/office/drawing/2014/main" id="{1220DCFD-D96D-7E31-3E11-78A49C0905B2}"/>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343209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幻灯片图像占位符 1"/>
          <p:cNvSpPr>
            <a:spLocks noGrp="1" noRot="1" noChangeAspect="1"/>
          </p:cNvSpPr>
          <p:nvPr>
            <p:ph type="sldImg"/>
          </p:nvPr>
        </p:nvSpPr>
        <p:spPr>
          <a:xfrm>
            <a:off x="1276350" y="549275"/>
            <a:ext cx="2020888" cy="2743200"/>
          </a:xfrm>
        </p:spPr>
        <p:txBody>
          <a:bodyPr/>
          <a:lstStyle/>
          <a:p>
            <a:endParaRPr/>
          </a:p>
        </p:txBody>
      </p:sp>
      <p:sp>
        <p:nvSpPr>
          <p:cNvPr id="39" name="备注占位符 2"/>
          <p:cNvSpPr>
            <a:spLocks noGrp="1"/>
          </p:cNvSpPr>
          <p:nvPr>
            <p:ph type="body" idx="1"/>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AD870-D4E5-B6FA-10F8-4F59ADE9FD5D}"/>
            </a:ext>
          </a:extLst>
        </p:cNvPr>
        <p:cNvGrpSpPr/>
        <p:nvPr/>
      </p:nvGrpSpPr>
      <p:grpSpPr>
        <a:xfrm>
          <a:off x="0" y="0"/>
          <a:ext cx="0" cy="0"/>
          <a:chOff x="0" y="0"/>
          <a:chExt cx="0" cy="0"/>
        </a:xfrm>
      </p:grpSpPr>
      <p:sp>
        <p:nvSpPr>
          <p:cNvPr id="47" name="幻灯片图像占位符 1">
            <a:extLst>
              <a:ext uri="{FF2B5EF4-FFF2-40B4-BE49-F238E27FC236}">
                <a16:creationId xmlns:a16="http://schemas.microsoft.com/office/drawing/2014/main" id="{8658154A-DFCA-4C4F-56DD-1E0C506F6872}"/>
              </a:ext>
            </a:extLst>
          </p:cNvPr>
          <p:cNvSpPr>
            <a:spLocks noGrp="1" noRot="1" noChangeAspect="1"/>
          </p:cNvSpPr>
          <p:nvPr>
            <p:ph type="sldImg"/>
          </p:nvPr>
        </p:nvSpPr>
        <p:spPr>
          <a:xfrm>
            <a:off x="1276350" y="549275"/>
            <a:ext cx="2020888" cy="2743200"/>
          </a:xfrm>
        </p:spPr>
        <p:txBody>
          <a:bodyPr/>
          <a:lstStyle/>
          <a:p>
            <a:endParaRPr/>
          </a:p>
        </p:txBody>
      </p:sp>
      <p:sp>
        <p:nvSpPr>
          <p:cNvPr id="48" name="备注占位符 2">
            <a:extLst>
              <a:ext uri="{FF2B5EF4-FFF2-40B4-BE49-F238E27FC236}">
                <a16:creationId xmlns:a16="http://schemas.microsoft.com/office/drawing/2014/main" id="{CDCDFB3E-50E3-00C4-23B0-EE3051EF64DA}"/>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5629389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9BAC0-5105-CADD-D088-A4E7E3D826B7}"/>
            </a:ext>
          </a:extLst>
        </p:cNvPr>
        <p:cNvGrpSpPr/>
        <p:nvPr/>
      </p:nvGrpSpPr>
      <p:grpSpPr>
        <a:xfrm>
          <a:off x="0" y="0"/>
          <a:ext cx="0" cy="0"/>
          <a:chOff x="0" y="0"/>
          <a:chExt cx="0" cy="0"/>
        </a:xfrm>
      </p:grpSpPr>
      <p:sp>
        <p:nvSpPr>
          <p:cNvPr id="44" name="幻灯片图像占位符 1">
            <a:extLst>
              <a:ext uri="{FF2B5EF4-FFF2-40B4-BE49-F238E27FC236}">
                <a16:creationId xmlns:a16="http://schemas.microsoft.com/office/drawing/2014/main" id="{23D7A1AE-D9B1-B478-57AA-0E97B6EB278E}"/>
              </a:ext>
            </a:extLst>
          </p:cNvPr>
          <p:cNvSpPr>
            <a:spLocks noGrp="1" noRot="1" noChangeAspect="1"/>
          </p:cNvSpPr>
          <p:nvPr>
            <p:ph type="sldImg"/>
          </p:nvPr>
        </p:nvSpPr>
        <p:spPr>
          <a:xfrm>
            <a:off x="1276350" y="549275"/>
            <a:ext cx="2020888" cy="2743200"/>
          </a:xfrm>
        </p:spPr>
        <p:txBody>
          <a:bodyPr/>
          <a:lstStyle/>
          <a:p>
            <a:endParaRPr/>
          </a:p>
        </p:txBody>
      </p:sp>
      <p:sp>
        <p:nvSpPr>
          <p:cNvPr id="45" name="备注占位符 2">
            <a:extLst>
              <a:ext uri="{FF2B5EF4-FFF2-40B4-BE49-F238E27FC236}">
                <a16:creationId xmlns:a16="http://schemas.microsoft.com/office/drawing/2014/main" id="{8E556A15-57F4-D9D9-6E89-F001DE3E158C}"/>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084081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幻灯片图像占位符 1"/>
          <p:cNvSpPr>
            <a:spLocks noGrp="1" noRot="1" noChangeAspect="1"/>
          </p:cNvSpPr>
          <p:nvPr>
            <p:ph type="sldImg"/>
          </p:nvPr>
        </p:nvSpPr>
        <p:spPr>
          <a:xfrm>
            <a:off x="1276350" y="549275"/>
            <a:ext cx="2020888" cy="2743200"/>
          </a:xfrm>
        </p:spPr>
        <p:txBody>
          <a:bodyPr/>
          <a:lstStyle/>
          <a:p>
            <a:endParaRPr/>
          </a:p>
        </p:txBody>
      </p:sp>
      <p:sp>
        <p:nvSpPr>
          <p:cNvPr id="45" name="备注占位符 2"/>
          <p:cNvSpPr>
            <a:spLocks noGrp="1"/>
          </p:cNvSpPr>
          <p:nvPr>
            <p:ph type="body" idx="1"/>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幻灯片图像占位符 1"/>
          <p:cNvSpPr>
            <a:spLocks noGrp="1" noRot="1" noChangeAspect="1"/>
          </p:cNvSpPr>
          <p:nvPr>
            <p:ph type="sldImg"/>
          </p:nvPr>
        </p:nvSpPr>
        <p:spPr>
          <a:xfrm>
            <a:off x="1276350" y="549275"/>
            <a:ext cx="2020888" cy="2743200"/>
          </a:xfrm>
        </p:spPr>
        <p:txBody>
          <a:bodyPr/>
          <a:lstStyle/>
          <a:p>
            <a:endParaRPr/>
          </a:p>
        </p:txBody>
      </p:sp>
      <p:sp>
        <p:nvSpPr>
          <p:cNvPr id="51" name="备注占位符 2"/>
          <p:cNvSpPr>
            <a:spLocks noGrp="1"/>
          </p:cNvSpPr>
          <p:nvPr>
            <p:ph type="body" idx="1"/>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幻灯片图像占位符 1"/>
          <p:cNvSpPr>
            <a:spLocks noGrp="1" noRot="1" noChangeAspect="1"/>
          </p:cNvSpPr>
          <p:nvPr>
            <p:ph type="sldImg"/>
          </p:nvPr>
        </p:nvSpPr>
        <p:spPr>
          <a:xfrm>
            <a:off x="1276350" y="549275"/>
            <a:ext cx="2020888" cy="2743200"/>
          </a:xfrm>
        </p:spPr>
        <p:txBody>
          <a:bodyPr/>
          <a:lstStyle/>
          <a:p>
            <a:endParaRPr/>
          </a:p>
        </p:txBody>
      </p:sp>
      <p:sp>
        <p:nvSpPr>
          <p:cNvPr id="15" name="备注占位符 2"/>
          <p:cNvSpPr>
            <a:spLocks noGrp="1"/>
          </p:cNvSpPr>
          <p:nvPr>
            <p:ph type="body" idx="1"/>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幻灯片图像占位符 1"/>
          <p:cNvSpPr>
            <a:spLocks noGrp="1" noRot="1" noChangeAspect="1"/>
          </p:cNvSpPr>
          <p:nvPr>
            <p:ph type="sldImg"/>
          </p:nvPr>
        </p:nvSpPr>
        <p:spPr>
          <a:xfrm>
            <a:off x="1276350" y="549275"/>
            <a:ext cx="2020888" cy="2743200"/>
          </a:xfrm>
        </p:spPr>
        <p:txBody>
          <a:bodyPr/>
          <a:lstStyle/>
          <a:p>
            <a:endParaRPr/>
          </a:p>
        </p:txBody>
      </p:sp>
      <p:sp>
        <p:nvSpPr>
          <p:cNvPr id="18" name="备注占位符 2"/>
          <p:cNvSpPr>
            <a:spLocks noGrp="1"/>
          </p:cNvSpPr>
          <p:nvPr>
            <p:ph type="body" idx="1"/>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幻灯片图像占位符 1"/>
          <p:cNvSpPr>
            <a:spLocks noGrp="1" noRot="1" noChangeAspect="1"/>
          </p:cNvSpPr>
          <p:nvPr>
            <p:ph type="sldImg"/>
          </p:nvPr>
        </p:nvSpPr>
        <p:spPr>
          <a:xfrm>
            <a:off x="1276350" y="549275"/>
            <a:ext cx="2020888" cy="2743200"/>
          </a:xfrm>
        </p:spPr>
        <p:txBody>
          <a:bodyPr/>
          <a:lstStyle/>
          <a:p>
            <a:endParaRPr/>
          </a:p>
        </p:txBody>
      </p:sp>
      <p:sp>
        <p:nvSpPr>
          <p:cNvPr id="21" name="备注占位符 2"/>
          <p:cNvSpPr>
            <a:spLocks noGrp="1"/>
          </p:cNvSpPr>
          <p:nvPr>
            <p:ph type="body" idx="1"/>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F6390-5A20-0823-A8ED-68B5FD520AFF}"/>
            </a:ext>
          </a:extLst>
        </p:cNvPr>
        <p:cNvGrpSpPr/>
        <p:nvPr/>
      </p:nvGrpSpPr>
      <p:grpSpPr>
        <a:xfrm>
          <a:off x="0" y="0"/>
          <a:ext cx="0" cy="0"/>
          <a:chOff x="0" y="0"/>
          <a:chExt cx="0" cy="0"/>
        </a:xfrm>
      </p:grpSpPr>
      <p:sp>
        <p:nvSpPr>
          <p:cNvPr id="17" name="幻灯片图像占位符 1">
            <a:extLst>
              <a:ext uri="{FF2B5EF4-FFF2-40B4-BE49-F238E27FC236}">
                <a16:creationId xmlns:a16="http://schemas.microsoft.com/office/drawing/2014/main" id="{DDC54D9D-389A-A8F8-F5DA-2E495AB67B8D}"/>
              </a:ext>
            </a:extLst>
          </p:cNvPr>
          <p:cNvSpPr>
            <a:spLocks noGrp="1" noRot="1" noChangeAspect="1"/>
          </p:cNvSpPr>
          <p:nvPr>
            <p:ph type="sldImg"/>
          </p:nvPr>
        </p:nvSpPr>
        <p:spPr>
          <a:xfrm>
            <a:off x="1276350" y="549275"/>
            <a:ext cx="2020888" cy="2743200"/>
          </a:xfrm>
        </p:spPr>
        <p:txBody>
          <a:bodyPr/>
          <a:lstStyle/>
          <a:p>
            <a:endParaRPr/>
          </a:p>
        </p:txBody>
      </p:sp>
      <p:sp>
        <p:nvSpPr>
          <p:cNvPr id="18" name="备注占位符 2">
            <a:extLst>
              <a:ext uri="{FF2B5EF4-FFF2-40B4-BE49-F238E27FC236}">
                <a16:creationId xmlns:a16="http://schemas.microsoft.com/office/drawing/2014/main" id="{78F2082D-0A97-CDD0-1C36-80EAC0B18EC6}"/>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129691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幻灯片图像占位符 1"/>
          <p:cNvSpPr>
            <a:spLocks noGrp="1" noRot="1" noChangeAspect="1"/>
          </p:cNvSpPr>
          <p:nvPr>
            <p:ph type="sldImg"/>
          </p:nvPr>
        </p:nvSpPr>
        <p:spPr>
          <a:xfrm>
            <a:off x="1276350" y="549275"/>
            <a:ext cx="2020888" cy="2743200"/>
          </a:xfrm>
        </p:spPr>
        <p:txBody>
          <a:bodyPr/>
          <a:lstStyle/>
          <a:p>
            <a:endParaRPr/>
          </a:p>
        </p:txBody>
      </p:sp>
      <p:sp>
        <p:nvSpPr>
          <p:cNvPr id="30"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278117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幻灯片图像占位符 1"/>
          <p:cNvSpPr>
            <a:spLocks noGrp="1" noRot="1" noChangeAspect="1"/>
          </p:cNvSpPr>
          <p:nvPr>
            <p:ph type="sldImg"/>
          </p:nvPr>
        </p:nvSpPr>
        <p:spPr>
          <a:xfrm>
            <a:off x="1276350" y="549275"/>
            <a:ext cx="2020888" cy="2743200"/>
          </a:xfrm>
        </p:spPr>
        <p:txBody>
          <a:bodyPr/>
          <a:lstStyle/>
          <a:p>
            <a:endParaRPr/>
          </a:p>
        </p:txBody>
      </p:sp>
      <p:sp>
        <p:nvSpPr>
          <p:cNvPr id="57" name="备注占位符 2"/>
          <p:cNvSpPr>
            <a:spLocks noGrp="1"/>
          </p:cNvSpPr>
          <p:nvPr>
            <p:ph type="body" idx="1"/>
          </p:nvPr>
        </p:nvSpPr>
        <p:spPr/>
        <p:txBody>
          <a:bodyPr/>
          <a:lstStyle/>
          <a:p>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13" name="Title 1"/>
          <p:cNvSpPr>
            <a:spLocks noGrp="1"/>
          </p:cNvSpPr>
          <p:nvPr>
            <p:ph type="ctrTitle"/>
          </p:nvPr>
        </p:nvSpPr>
        <p:spPr>
          <a:xfrm>
            <a:off x="566976" y="1679128"/>
            <a:ext cx="6425724" cy="3572005"/>
          </a:xfrm>
        </p:spPr>
        <p:txBody>
          <a:bodyPr anchor="b"/>
          <a:lstStyle>
            <a:lvl1pPr algn="ctr">
              <a:defRPr sz="4960"/>
            </a:lvl1pPr>
          </a:lstStyle>
          <a:p>
            <a:r>
              <a:rPr lang="zh-CN" altLang="en-US"/>
              <a:t>单击此处编辑母版标题样式</a:t>
            </a:r>
            <a:endParaRPr lang="en-US"/>
          </a:p>
        </p:txBody>
      </p:sp>
      <p:sp>
        <p:nvSpPr>
          <p:cNvPr id="14" name="Subtitle 2"/>
          <p:cNvSpPr>
            <a:spLocks noGrp="1"/>
          </p:cNvSpPr>
          <p:nvPr>
            <p:ph type="subTitle" idx="1"/>
          </p:nvPr>
        </p:nvSpPr>
        <p:spPr>
          <a:xfrm>
            <a:off x="944960" y="5388883"/>
            <a:ext cx="5669756" cy="2477127"/>
          </a:xfrm>
        </p:spPr>
        <p:txBody>
          <a:bodyPr/>
          <a:lstStyle>
            <a:lvl1pPr marL="0" indent="0" algn="ctr">
              <a:buNone/>
              <a:defRPr sz="1984"/>
            </a:lvl1pPr>
            <a:lvl2pPr marL="377967" indent="0" algn="ctr">
              <a:buNone/>
              <a:defRPr sz="1653"/>
            </a:lvl2pPr>
            <a:lvl3pPr marL="755934" indent="0" algn="ctr">
              <a:buNone/>
              <a:defRPr sz="1488"/>
            </a:lvl3pPr>
            <a:lvl4pPr marL="1133902" indent="0" algn="ctr">
              <a:buNone/>
              <a:defRPr sz="1323"/>
            </a:lvl4pPr>
            <a:lvl5pPr marL="1511869" indent="0" algn="ctr">
              <a:buNone/>
              <a:defRPr sz="1323"/>
            </a:lvl5pPr>
            <a:lvl6pPr marL="1889836" indent="0" algn="ctr">
              <a:buNone/>
              <a:defRPr sz="1323"/>
            </a:lvl6pPr>
            <a:lvl7pPr marL="2267803" indent="0" algn="ctr">
              <a:buNone/>
              <a:defRPr sz="1323"/>
            </a:lvl7pPr>
            <a:lvl8pPr marL="2645771" indent="0" algn="ctr">
              <a:buNone/>
              <a:defRPr sz="1323"/>
            </a:lvl8pPr>
            <a:lvl9pPr marL="3023738" indent="0" algn="ctr">
              <a:buNone/>
              <a:defRPr sz="1323"/>
            </a:lvl9pPr>
          </a:lstStyle>
          <a:p>
            <a:r>
              <a:rPr lang="zh-CN" altLang="en-US"/>
              <a:t>单击此处编辑母版副标题样式</a:t>
            </a:r>
            <a:endParaRPr lang="en-US"/>
          </a:p>
        </p:txBody>
      </p:sp>
      <p:sp>
        <p:nvSpPr>
          <p:cNvPr id="15" name="Date Placeholder 3"/>
          <p:cNvSpPr>
            <a:spLocks noGrp="1"/>
          </p:cNvSpPr>
          <p:nvPr>
            <p:ph type="dt" sz="half" idx="10"/>
          </p:nvPr>
        </p:nvSpPr>
        <p:spPr/>
        <p:txBody>
          <a:bodyPr/>
          <a:lstStyle/>
          <a:p>
            <a:fld id="{C764DE79-268F-4C1A-8933-263129D2AF90}" type="datetimeFigureOut">
              <a:rPr lang="en-US" smtClean="0"/>
              <a:t>4/17/2026</a:t>
            </a:fld>
            <a:endParaRPr lang="en-US"/>
          </a:p>
        </p:txBody>
      </p:sp>
      <p:sp>
        <p:nvSpPr>
          <p:cNvPr id="16" name="Footer Placeholder 4"/>
          <p:cNvSpPr>
            <a:spLocks noGrp="1"/>
          </p:cNvSpPr>
          <p:nvPr>
            <p:ph type="ftr" sz="quarter" idx="11"/>
          </p:nvPr>
        </p:nvSpPr>
        <p:spPr/>
        <p:txBody>
          <a:bodyPr/>
          <a:lstStyle/>
          <a:p>
            <a:endParaRPr lang="en-US"/>
          </a:p>
        </p:txBody>
      </p:sp>
      <p:sp>
        <p:nvSpPr>
          <p:cNvPr id="17" name="Slide Number Placeholder 5"/>
          <p:cNvSpPr>
            <a:spLocks noGrp="1"/>
          </p:cNvSpPr>
          <p:nvPr>
            <p:ph type="sldNum" sz="quarter" idx="12"/>
          </p:nvPr>
        </p:nvSpPr>
        <p:spPr/>
        <p:txBody>
          <a:bodyPr/>
          <a:lstStyle/>
          <a:p>
            <a:fld id="{48F63A3B-78C7-47BE-AE5E-E10140E0464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19" name="Title 1"/>
          <p:cNvSpPr>
            <a:spLocks noGrp="1"/>
          </p:cNvSpPr>
          <p:nvPr>
            <p:ph type="title"/>
          </p:nvPr>
        </p:nvSpPr>
        <p:spPr/>
        <p:txBody>
          <a:bodyPr/>
          <a:lstStyle/>
          <a:p>
            <a:r>
              <a:rPr lang="zh-CN" altLang="en-US"/>
              <a:t>单击此处编辑母版标题样式</a:t>
            </a:r>
            <a:endParaRPr lang="en-US"/>
          </a:p>
        </p:txBody>
      </p:sp>
      <p:sp>
        <p:nvSpPr>
          <p:cNvPr id="20" name="Content Placeholder 2"/>
          <p:cNvSpPr>
            <a:spLocks noGrp="1"/>
          </p:cNvSpPr>
          <p:nvPr>
            <p:ph idx="1"/>
          </p:nvPr>
        </p:nvSpPr>
        <p:spPr/>
        <p:txBody>
          <a:bodyPr/>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lang="en-US"/>
          </a:p>
        </p:txBody>
      </p:sp>
      <p:sp>
        <p:nvSpPr>
          <p:cNvPr id="21" name="Date Placeholder 3"/>
          <p:cNvSpPr>
            <a:spLocks noGrp="1"/>
          </p:cNvSpPr>
          <p:nvPr>
            <p:ph type="dt" sz="half" idx="10"/>
          </p:nvPr>
        </p:nvSpPr>
        <p:spPr/>
        <p:txBody>
          <a:bodyPr/>
          <a:lstStyle/>
          <a:p>
            <a:fld id="{C764DE79-268F-4C1A-8933-263129D2AF90}" type="datetimeFigureOut">
              <a:rPr lang="en-US" smtClean="0"/>
              <a:t>4/17/2026</a:t>
            </a:fld>
            <a:endParaRPr lang="en-US"/>
          </a:p>
        </p:txBody>
      </p:sp>
      <p:sp>
        <p:nvSpPr>
          <p:cNvPr id="22" name="Footer Placeholder 4"/>
          <p:cNvSpPr>
            <a:spLocks noGrp="1"/>
          </p:cNvSpPr>
          <p:nvPr>
            <p:ph type="ftr" sz="quarter" idx="11"/>
          </p:nvPr>
        </p:nvSpPr>
        <p:spPr/>
        <p:txBody>
          <a:bodyPr/>
          <a:lstStyle/>
          <a:p>
            <a:endParaRPr lang="en-US"/>
          </a:p>
        </p:txBody>
      </p:sp>
      <p:sp>
        <p:nvSpPr>
          <p:cNvPr id="23" name="Slide Number Placeholder 5"/>
          <p:cNvSpPr>
            <a:spLocks noGrp="1"/>
          </p:cNvSpPr>
          <p:nvPr>
            <p:ph type="sldNum" sz="quarter" idx="12"/>
          </p:nvPr>
        </p:nvSpPr>
        <p:spPr/>
        <p:txBody>
          <a:bodyPr/>
          <a:lstStyle/>
          <a:p>
            <a:fld id="{48F63A3B-78C7-47BE-AE5E-E10140E0464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节标题">
    <p:spTree>
      <p:nvGrpSpPr>
        <p:cNvPr id="1" name=""/>
        <p:cNvGrpSpPr/>
        <p:nvPr/>
      </p:nvGrpSpPr>
      <p:grpSpPr>
        <a:xfrm>
          <a:off x="0" y="0"/>
          <a:ext cx="0" cy="0"/>
          <a:chOff x="0" y="0"/>
          <a:chExt cx="0" cy="0"/>
        </a:xfrm>
      </p:grpSpPr>
      <p:sp>
        <p:nvSpPr>
          <p:cNvPr id="41" name="Title 1"/>
          <p:cNvSpPr>
            <a:spLocks noGrp="1"/>
          </p:cNvSpPr>
          <p:nvPr>
            <p:ph type="title"/>
          </p:nvPr>
        </p:nvSpPr>
        <p:spPr>
          <a:xfrm>
            <a:off x="515791" y="2557881"/>
            <a:ext cx="6520220" cy="4267880"/>
          </a:xfrm>
        </p:spPr>
        <p:txBody>
          <a:bodyPr anchor="b"/>
          <a:lstStyle>
            <a:lvl1pPr>
              <a:defRPr sz="4960"/>
            </a:lvl1pPr>
          </a:lstStyle>
          <a:p>
            <a:r>
              <a:rPr lang="zh-CN" altLang="en-US"/>
              <a:t>单击此处编辑母版标题样式</a:t>
            </a:r>
            <a:endParaRPr lang="en-US"/>
          </a:p>
        </p:txBody>
      </p:sp>
      <p:sp>
        <p:nvSpPr>
          <p:cNvPr id="42" name="Text Placeholder 2"/>
          <p:cNvSpPr>
            <a:spLocks noGrp="1"/>
          </p:cNvSpPr>
          <p:nvPr>
            <p:ph type="body" idx="1"/>
          </p:nvPr>
        </p:nvSpPr>
        <p:spPr>
          <a:xfrm>
            <a:off x="515791" y="6866137"/>
            <a:ext cx="6520220" cy="2244377"/>
          </a:xfrm>
        </p:spPr>
        <p:txBody>
          <a:bodyPr/>
          <a:lstStyle>
            <a:lvl1pPr marL="0" indent="0">
              <a:buNone/>
              <a:defRPr sz="1984">
                <a:solidFill>
                  <a:schemeClr val="tx1"/>
                </a:solidFill>
              </a:defRPr>
            </a:lvl1pPr>
            <a:lvl2pPr marL="377967" indent="0">
              <a:buNone/>
              <a:defRPr sz="1653">
                <a:solidFill>
                  <a:schemeClr val="tx1">
                    <a:tint val="75000"/>
                  </a:schemeClr>
                </a:solidFill>
              </a:defRPr>
            </a:lvl2pPr>
            <a:lvl3pPr marL="755934" indent="0">
              <a:buNone/>
              <a:defRPr sz="1488">
                <a:solidFill>
                  <a:schemeClr val="tx1">
                    <a:tint val="75000"/>
                  </a:schemeClr>
                </a:solidFill>
              </a:defRPr>
            </a:lvl3pPr>
            <a:lvl4pPr marL="1133902" indent="0">
              <a:buNone/>
              <a:defRPr sz="1323">
                <a:solidFill>
                  <a:schemeClr val="tx1">
                    <a:tint val="75000"/>
                  </a:schemeClr>
                </a:solidFill>
              </a:defRPr>
            </a:lvl4pPr>
            <a:lvl5pPr marL="1511869" indent="0">
              <a:buNone/>
              <a:defRPr sz="1323">
                <a:solidFill>
                  <a:schemeClr val="tx1">
                    <a:tint val="75000"/>
                  </a:schemeClr>
                </a:solidFill>
              </a:defRPr>
            </a:lvl5pPr>
            <a:lvl6pPr marL="1889836" indent="0">
              <a:buNone/>
              <a:defRPr sz="1323">
                <a:solidFill>
                  <a:schemeClr val="tx1">
                    <a:tint val="75000"/>
                  </a:schemeClr>
                </a:solidFill>
              </a:defRPr>
            </a:lvl6pPr>
            <a:lvl7pPr marL="2267803" indent="0">
              <a:buNone/>
              <a:defRPr sz="1323">
                <a:solidFill>
                  <a:schemeClr val="tx1">
                    <a:tint val="75000"/>
                  </a:schemeClr>
                </a:solidFill>
              </a:defRPr>
            </a:lvl7pPr>
            <a:lvl8pPr marL="2645771" indent="0">
              <a:buNone/>
              <a:defRPr sz="1323">
                <a:solidFill>
                  <a:schemeClr val="tx1">
                    <a:tint val="75000"/>
                  </a:schemeClr>
                </a:solidFill>
              </a:defRPr>
            </a:lvl8pPr>
            <a:lvl9pPr marL="3023738" indent="0">
              <a:buNone/>
              <a:defRPr sz="1323">
                <a:solidFill>
                  <a:schemeClr val="tx1">
                    <a:tint val="75000"/>
                  </a:schemeClr>
                </a:solidFill>
              </a:defRPr>
            </a:lvl9pPr>
          </a:lstStyle>
          <a:p>
            <a:pPr lvl="0"/>
            <a:r>
              <a:rPr lang="zh-CN" altLang="en-US"/>
              <a:t>单击此处编辑母版文本样式</a:t>
            </a:r>
            <a:endParaRPr/>
          </a:p>
        </p:txBody>
      </p:sp>
      <p:sp>
        <p:nvSpPr>
          <p:cNvPr id="43" name="Date Placeholder 3"/>
          <p:cNvSpPr>
            <a:spLocks noGrp="1"/>
          </p:cNvSpPr>
          <p:nvPr>
            <p:ph type="dt" sz="half" idx="10"/>
          </p:nvPr>
        </p:nvSpPr>
        <p:spPr/>
        <p:txBody>
          <a:bodyPr/>
          <a:lstStyle/>
          <a:p>
            <a:fld id="{C764DE79-268F-4C1A-8933-263129D2AF90}" type="datetimeFigureOut">
              <a:rPr lang="en-US" smtClean="0"/>
              <a:t>4/17/2026</a:t>
            </a:fld>
            <a:endParaRPr lang="en-US"/>
          </a:p>
        </p:txBody>
      </p:sp>
      <p:sp>
        <p:nvSpPr>
          <p:cNvPr id="44" name="Footer Placeholder 4"/>
          <p:cNvSpPr>
            <a:spLocks noGrp="1"/>
          </p:cNvSpPr>
          <p:nvPr>
            <p:ph type="ftr" sz="quarter" idx="11"/>
          </p:nvPr>
        </p:nvSpPr>
        <p:spPr/>
        <p:txBody>
          <a:bodyPr/>
          <a:lstStyle/>
          <a:p>
            <a:endParaRPr lang="en-US"/>
          </a:p>
        </p:txBody>
      </p:sp>
      <p:sp>
        <p:nvSpPr>
          <p:cNvPr id="45" name="Slide Number Placeholder 5"/>
          <p:cNvSpPr>
            <a:spLocks noGrp="1"/>
          </p:cNvSpPr>
          <p:nvPr>
            <p:ph type="sldNum" sz="quarter" idx="12"/>
          </p:nvPr>
        </p:nvSpPr>
        <p:spPr/>
        <p:txBody>
          <a:bodyPr/>
          <a:lstStyle/>
          <a:p>
            <a:fld id="{48F63A3B-78C7-47BE-AE5E-E10140E0464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47" name="Title 1"/>
          <p:cNvSpPr>
            <a:spLocks noGrp="1"/>
          </p:cNvSpPr>
          <p:nvPr>
            <p:ph type="title"/>
          </p:nvPr>
        </p:nvSpPr>
        <p:spPr/>
        <p:txBody>
          <a:bodyPr/>
          <a:lstStyle/>
          <a:p>
            <a:r>
              <a:rPr lang="zh-CN" altLang="en-US"/>
              <a:t>单击此处编辑母版标题样式</a:t>
            </a:r>
            <a:endParaRPr lang="en-US"/>
          </a:p>
        </p:txBody>
      </p:sp>
      <p:sp>
        <p:nvSpPr>
          <p:cNvPr id="48" name="Content Placeholder 2"/>
          <p:cNvSpPr>
            <a:spLocks noGrp="1"/>
          </p:cNvSpPr>
          <p:nvPr>
            <p:ph sz="half" idx="1"/>
          </p:nvPr>
        </p:nvSpPr>
        <p:spPr>
          <a:xfrm>
            <a:off x="519728" y="2731253"/>
            <a:ext cx="3212862" cy="6509884"/>
          </a:xfrm>
        </p:spPr>
        <p:txBody>
          <a:bodyPr/>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lang="en-US"/>
          </a:p>
        </p:txBody>
      </p:sp>
      <p:sp>
        <p:nvSpPr>
          <p:cNvPr id="49" name="Content Placeholder 3"/>
          <p:cNvSpPr>
            <a:spLocks noGrp="1"/>
          </p:cNvSpPr>
          <p:nvPr>
            <p:ph sz="half" idx="2"/>
          </p:nvPr>
        </p:nvSpPr>
        <p:spPr>
          <a:xfrm>
            <a:off x="3827085" y="2731253"/>
            <a:ext cx="3212862" cy="6509884"/>
          </a:xfrm>
        </p:spPr>
        <p:txBody>
          <a:bodyPr/>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lang="en-US"/>
          </a:p>
        </p:txBody>
      </p:sp>
      <p:sp>
        <p:nvSpPr>
          <p:cNvPr id="50" name="Date Placeholder 4"/>
          <p:cNvSpPr>
            <a:spLocks noGrp="1"/>
          </p:cNvSpPr>
          <p:nvPr>
            <p:ph type="dt" sz="half" idx="10"/>
          </p:nvPr>
        </p:nvSpPr>
        <p:spPr/>
        <p:txBody>
          <a:bodyPr/>
          <a:lstStyle/>
          <a:p>
            <a:fld id="{C764DE79-268F-4C1A-8933-263129D2AF90}" type="datetimeFigureOut">
              <a:rPr lang="en-US" smtClean="0"/>
              <a:t>4/17/2026</a:t>
            </a:fld>
            <a:endParaRPr lang="en-US"/>
          </a:p>
        </p:txBody>
      </p:sp>
      <p:sp>
        <p:nvSpPr>
          <p:cNvPr id="51" name="Footer Placeholder 5"/>
          <p:cNvSpPr>
            <a:spLocks noGrp="1"/>
          </p:cNvSpPr>
          <p:nvPr>
            <p:ph type="ftr" sz="quarter" idx="11"/>
          </p:nvPr>
        </p:nvSpPr>
        <p:spPr/>
        <p:txBody>
          <a:bodyPr/>
          <a:lstStyle/>
          <a:p>
            <a:endParaRPr lang="en-US"/>
          </a:p>
        </p:txBody>
      </p:sp>
      <p:sp>
        <p:nvSpPr>
          <p:cNvPr id="52" name="Slide Number Placeholder 6"/>
          <p:cNvSpPr>
            <a:spLocks noGrp="1"/>
          </p:cNvSpPr>
          <p:nvPr>
            <p:ph type="sldNum" sz="quarter" idx="12"/>
          </p:nvPr>
        </p:nvSpPr>
        <p:spPr/>
        <p:txBody>
          <a:bodyPr/>
          <a:lstStyle/>
          <a:p>
            <a:fld id="{48F63A3B-78C7-47BE-AE5E-E10140E0464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比较">
    <p:spTree>
      <p:nvGrpSpPr>
        <p:cNvPr id="1" name=""/>
        <p:cNvGrpSpPr/>
        <p:nvPr/>
      </p:nvGrpSpPr>
      <p:grpSpPr>
        <a:xfrm>
          <a:off x="0" y="0"/>
          <a:ext cx="0" cy="0"/>
          <a:chOff x="0" y="0"/>
          <a:chExt cx="0" cy="0"/>
        </a:xfrm>
      </p:grpSpPr>
      <p:sp>
        <p:nvSpPr>
          <p:cNvPr id="54" name="Title 1"/>
          <p:cNvSpPr>
            <a:spLocks noGrp="1"/>
          </p:cNvSpPr>
          <p:nvPr>
            <p:ph type="title"/>
          </p:nvPr>
        </p:nvSpPr>
        <p:spPr>
          <a:xfrm>
            <a:off x="520712" y="546253"/>
            <a:ext cx="6520220" cy="1983128"/>
          </a:xfrm>
        </p:spPr>
        <p:txBody>
          <a:bodyPr/>
          <a:lstStyle/>
          <a:p>
            <a:r>
              <a:rPr lang="zh-CN" altLang="en-US"/>
              <a:t>单击此处编辑母版标题样式</a:t>
            </a:r>
            <a:endParaRPr lang="en-US"/>
          </a:p>
        </p:txBody>
      </p:sp>
      <p:sp>
        <p:nvSpPr>
          <p:cNvPr id="55" name="Text Placeholder 2"/>
          <p:cNvSpPr>
            <a:spLocks noGrp="1"/>
          </p:cNvSpPr>
          <p:nvPr>
            <p:ph type="body" idx="1"/>
          </p:nvPr>
        </p:nvSpPr>
        <p:spPr>
          <a:xfrm>
            <a:off x="520713" y="2515129"/>
            <a:ext cx="3198096" cy="1232626"/>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zh-CN" altLang="en-US"/>
              <a:t>单击此处编辑母版文本样式</a:t>
            </a:r>
            <a:endParaRPr/>
          </a:p>
        </p:txBody>
      </p:sp>
      <p:sp>
        <p:nvSpPr>
          <p:cNvPr id="56" name="Content Placeholder 3"/>
          <p:cNvSpPr>
            <a:spLocks noGrp="1"/>
          </p:cNvSpPr>
          <p:nvPr>
            <p:ph sz="half" idx="2"/>
          </p:nvPr>
        </p:nvSpPr>
        <p:spPr>
          <a:xfrm>
            <a:off x="520713" y="3747755"/>
            <a:ext cx="3198096" cy="5512383"/>
          </a:xfrm>
        </p:spPr>
        <p:txBody>
          <a:bodyPr/>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lang="en-US"/>
          </a:p>
        </p:txBody>
      </p:sp>
      <p:sp>
        <p:nvSpPr>
          <p:cNvPr id="57" name="Text Placeholder 4"/>
          <p:cNvSpPr>
            <a:spLocks noGrp="1"/>
          </p:cNvSpPr>
          <p:nvPr>
            <p:ph type="body" sz="quarter" idx="3"/>
          </p:nvPr>
        </p:nvSpPr>
        <p:spPr>
          <a:xfrm>
            <a:off x="3827086" y="2515129"/>
            <a:ext cx="3213847" cy="1232626"/>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zh-CN" altLang="en-US"/>
              <a:t>单击此处编辑母版文本样式</a:t>
            </a:r>
            <a:endParaRPr/>
          </a:p>
        </p:txBody>
      </p:sp>
      <p:sp>
        <p:nvSpPr>
          <p:cNvPr id="58" name="Content Placeholder 5"/>
          <p:cNvSpPr>
            <a:spLocks noGrp="1"/>
          </p:cNvSpPr>
          <p:nvPr>
            <p:ph sz="quarter" idx="4"/>
          </p:nvPr>
        </p:nvSpPr>
        <p:spPr>
          <a:xfrm>
            <a:off x="3827086" y="3747755"/>
            <a:ext cx="3213847" cy="5512383"/>
          </a:xfrm>
        </p:spPr>
        <p:txBody>
          <a:bodyPr/>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lang="en-US"/>
          </a:p>
        </p:txBody>
      </p:sp>
      <p:sp>
        <p:nvSpPr>
          <p:cNvPr id="59" name="Date Placeholder 6"/>
          <p:cNvSpPr>
            <a:spLocks noGrp="1"/>
          </p:cNvSpPr>
          <p:nvPr>
            <p:ph type="dt" sz="half" idx="10"/>
          </p:nvPr>
        </p:nvSpPr>
        <p:spPr/>
        <p:txBody>
          <a:bodyPr/>
          <a:lstStyle/>
          <a:p>
            <a:fld id="{C764DE79-268F-4C1A-8933-263129D2AF90}" type="datetimeFigureOut">
              <a:rPr lang="en-US" smtClean="0"/>
              <a:t>4/17/2026</a:t>
            </a:fld>
            <a:endParaRPr lang="en-US"/>
          </a:p>
        </p:txBody>
      </p:sp>
      <p:sp>
        <p:nvSpPr>
          <p:cNvPr id="60" name="Footer Placeholder 7"/>
          <p:cNvSpPr>
            <a:spLocks noGrp="1"/>
          </p:cNvSpPr>
          <p:nvPr>
            <p:ph type="ftr" sz="quarter" idx="11"/>
          </p:nvPr>
        </p:nvSpPr>
        <p:spPr/>
        <p:txBody>
          <a:bodyPr/>
          <a:lstStyle/>
          <a:p>
            <a:endParaRPr lang="en-US"/>
          </a:p>
        </p:txBody>
      </p:sp>
      <p:sp>
        <p:nvSpPr>
          <p:cNvPr id="61" name="Slide Number Placeholder 8"/>
          <p:cNvSpPr>
            <a:spLocks noGrp="1"/>
          </p:cNvSpPr>
          <p:nvPr>
            <p:ph type="sldNum" sz="quarter" idx="12"/>
          </p:nvPr>
        </p:nvSpPr>
        <p:spPr/>
        <p:txBody>
          <a:bodyPr/>
          <a:lstStyle/>
          <a:p>
            <a:fld id="{48F63A3B-78C7-47BE-AE5E-E10140E0464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63" name="Title 1"/>
          <p:cNvSpPr>
            <a:spLocks noGrp="1"/>
          </p:cNvSpPr>
          <p:nvPr>
            <p:ph type="title"/>
          </p:nvPr>
        </p:nvSpPr>
        <p:spPr/>
        <p:txBody>
          <a:bodyPr/>
          <a:lstStyle/>
          <a:p>
            <a:r>
              <a:rPr lang="zh-CN" altLang="en-US"/>
              <a:t>单击此处编辑母版标题样式</a:t>
            </a:r>
            <a:endParaRPr lang="en-US"/>
          </a:p>
        </p:txBody>
      </p:sp>
      <p:sp>
        <p:nvSpPr>
          <p:cNvPr id="64" name="Date Placeholder 2"/>
          <p:cNvSpPr>
            <a:spLocks noGrp="1"/>
          </p:cNvSpPr>
          <p:nvPr>
            <p:ph type="dt" sz="half" idx="10"/>
          </p:nvPr>
        </p:nvSpPr>
        <p:spPr/>
        <p:txBody>
          <a:bodyPr/>
          <a:lstStyle/>
          <a:p>
            <a:fld id="{C764DE79-268F-4C1A-8933-263129D2AF90}" type="datetimeFigureOut">
              <a:rPr lang="en-US" smtClean="0"/>
              <a:t>4/17/2026</a:t>
            </a:fld>
            <a:endParaRPr lang="en-US"/>
          </a:p>
        </p:txBody>
      </p:sp>
      <p:sp>
        <p:nvSpPr>
          <p:cNvPr id="65" name="Footer Placeholder 3"/>
          <p:cNvSpPr>
            <a:spLocks noGrp="1"/>
          </p:cNvSpPr>
          <p:nvPr>
            <p:ph type="ftr" sz="quarter" idx="11"/>
          </p:nvPr>
        </p:nvSpPr>
        <p:spPr/>
        <p:txBody>
          <a:bodyPr/>
          <a:lstStyle/>
          <a:p>
            <a:endParaRPr lang="en-US"/>
          </a:p>
        </p:txBody>
      </p:sp>
      <p:sp>
        <p:nvSpPr>
          <p:cNvPr id="66" name="Slide Number Placeholder 4"/>
          <p:cNvSpPr>
            <a:spLocks noGrp="1"/>
          </p:cNvSpPr>
          <p:nvPr>
            <p:ph type="sldNum" sz="quarter" idx="12"/>
          </p:nvPr>
        </p:nvSpPr>
        <p:spPr/>
        <p:txBody>
          <a:bodyPr/>
          <a:lstStyle/>
          <a:p>
            <a:fld id="{48F63A3B-78C7-47BE-AE5E-E10140E0464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68" name="Date Placeholder 1"/>
          <p:cNvSpPr>
            <a:spLocks noGrp="1"/>
          </p:cNvSpPr>
          <p:nvPr>
            <p:ph type="dt" sz="half" idx="10"/>
          </p:nvPr>
        </p:nvSpPr>
        <p:spPr/>
        <p:txBody>
          <a:bodyPr/>
          <a:lstStyle/>
          <a:p>
            <a:fld id="{C764DE79-268F-4C1A-8933-263129D2AF90}" type="datetimeFigureOut">
              <a:rPr lang="en-US" smtClean="0"/>
              <a:t>4/17/2026</a:t>
            </a:fld>
            <a:endParaRPr lang="en-US"/>
          </a:p>
        </p:txBody>
      </p:sp>
      <p:sp>
        <p:nvSpPr>
          <p:cNvPr id="69" name="Footer Placeholder 2"/>
          <p:cNvSpPr>
            <a:spLocks noGrp="1"/>
          </p:cNvSpPr>
          <p:nvPr>
            <p:ph type="ftr" sz="quarter" idx="11"/>
          </p:nvPr>
        </p:nvSpPr>
        <p:spPr/>
        <p:txBody>
          <a:bodyPr/>
          <a:lstStyle/>
          <a:p>
            <a:endParaRPr lang="en-US"/>
          </a:p>
        </p:txBody>
      </p:sp>
      <p:sp>
        <p:nvSpPr>
          <p:cNvPr id="70" name="Slide Number Placeholder 3"/>
          <p:cNvSpPr>
            <a:spLocks noGrp="1"/>
          </p:cNvSpPr>
          <p:nvPr>
            <p:ph type="sldNum" sz="quarter" idx="12"/>
          </p:nvPr>
        </p:nvSpPr>
        <p:spPr/>
        <p:txBody>
          <a:bodyPr/>
          <a:lstStyle/>
          <a:p>
            <a:fld id="{48F63A3B-78C7-47BE-AE5E-E10140E0464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内容与标题">
    <p:spTree>
      <p:nvGrpSpPr>
        <p:cNvPr id="1" name=""/>
        <p:cNvGrpSpPr/>
        <p:nvPr/>
      </p:nvGrpSpPr>
      <p:grpSpPr>
        <a:xfrm>
          <a:off x="0" y="0"/>
          <a:ext cx="0" cy="0"/>
          <a:chOff x="0" y="0"/>
          <a:chExt cx="0" cy="0"/>
        </a:xfrm>
      </p:grpSpPr>
      <p:sp>
        <p:nvSpPr>
          <p:cNvPr id="72" name="Title 1"/>
          <p:cNvSpPr>
            <a:spLocks noGrp="1"/>
          </p:cNvSpPr>
          <p:nvPr>
            <p:ph type="title"/>
          </p:nvPr>
        </p:nvSpPr>
        <p:spPr>
          <a:xfrm>
            <a:off x="520712" y="684001"/>
            <a:ext cx="2438192" cy="2394003"/>
          </a:xfrm>
        </p:spPr>
        <p:txBody>
          <a:bodyPr anchor="b"/>
          <a:lstStyle>
            <a:lvl1pPr>
              <a:defRPr sz="2645"/>
            </a:lvl1pPr>
          </a:lstStyle>
          <a:p>
            <a:r>
              <a:rPr lang="zh-CN" altLang="en-US"/>
              <a:t>单击此处编辑母版标题样式</a:t>
            </a:r>
            <a:endParaRPr lang="en-US"/>
          </a:p>
        </p:txBody>
      </p:sp>
      <p:sp>
        <p:nvSpPr>
          <p:cNvPr id="73" name="Content Placeholder 2"/>
          <p:cNvSpPr>
            <a:spLocks noGrp="1"/>
          </p:cNvSpPr>
          <p:nvPr>
            <p:ph idx="1"/>
          </p:nvPr>
        </p:nvSpPr>
        <p:spPr>
          <a:xfrm>
            <a:off x="3213847" y="1477254"/>
            <a:ext cx="3827085" cy="7291259"/>
          </a:xfrm>
        </p:spPr>
        <p:txBody>
          <a:bodyPr/>
          <a:lstStyle>
            <a:lvl1pPr>
              <a:defRPr sz="2645"/>
            </a:lvl1pPr>
            <a:lvl2pPr>
              <a:defRPr sz="2315"/>
            </a:lvl2pPr>
            <a:lvl3pPr>
              <a:defRPr sz="1984"/>
            </a:lvl3pPr>
            <a:lvl4pPr>
              <a:defRPr sz="1653"/>
            </a:lvl4pPr>
            <a:lvl5pPr>
              <a:defRPr sz="1653"/>
            </a:lvl5pPr>
            <a:lvl6pPr>
              <a:defRPr sz="1653"/>
            </a:lvl6pPr>
            <a:lvl7pPr>
              <a:defRPr sz="1653"/>
            </a:lvl7pPr>
            <a:lvl8pPr>
              <a:defRPr sz="1653"/>
            </a:lvl8pPr>
            <a:lvl9pPr>
              <a:defRPr sz="1653"/>
            </a:lvl9pPr>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lang="en-US"/>
          </a:p>
        </p:txBody>
      </p:sp>
      <p:sp>
        <p:nvSpPr>
          <p:cNvPr id="74" name="Text Placeholder 3"/>
          <p:cNvSpPr>
            <a:spLocks noGrp="1"/>
          </p:cNvSpPr>
          <p:nvPr>
            <p:ph type="body" sz="half" idx="2"/>
          </p:nvPr>
        </p:nvSpPr>
        <p:spPr>
          <a:xfrm>
            <a:off x="520712" y="3078004"/>
            <a:ext cx="2438192" cy="5702383"/>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zh-CN" altLang="en-US"/>
              <a:t>单击此处编辑母版文本样式</a:t>
            </a:r>
            <a:endParaRPr/>
          </a:p>
        </p:txBody>
      </p:sp>
      <p:sp>
        <p:nvSpPr>
          <p:cNvPr id="75" name="Date Placeholder 4"/>
          <p:cNvSpPr>
            <a:spLocks noGrp="1"/>
          </p:cNvSpPr>
          <p:nvPr>
            <p:ph type="dt" sz="half" idx="10"/>
          </p:nvPr>
        </p:nvSpPr>
        <p:spPr/>
        <p:txBody>
          <a:bodyPr/>
          <a:lstStyle/>
          <a:p>
            <a:fld id="{C764DE79-268F-4C1A-8933-263129D2AF90}" type="datetimeFigureOut">
              <a:rPr lang="en-US" smtClean="0"/>
              <a:t>4/17/2026</a:t>
            </a:fld>
            <a:endParaRPr lang="en-US"/>
          </a:p>
        </p:txBody>
      </p:sp>
      <p:sp>
        <p:nvSpPr>
          <p:cNvPr id="76" name="Footer Placeholder 5"/>
          <p:cNvSpPr>
            <a:spLocks noGrp="1"/>
          </p:cNvSpPr>
          <p:nvPr>
            <p:ph type="ftr" sz="quarter" idx="11"/>
          </p:nvPr>
        </p:nvSpPr>
        <p:spPr/>
        <p:txBody>
          <a:bodyPr/>
          <a:lstStyle/>
          <a:p>
            <a:endParaRPr lang="en-US"/>
          </a:p>
        </p:txBody>
      </p:sp>
      <p:sp>
        <p:nvSpPr>
          <p:cNvPr id="77" name="Slide Number Placeholder 6"/>
          <p:cNvSpPr>
            <a:spLocks noGrp="1"/>
          </p:cNvSpPr>
          <p:nvPr>
            <p:ph type="sldNum" sz="quarter" idx="12"/>
          </p:nvPr>
        </p:nvSpPr>
        <p:spPr/>
        <p:txBody>
          <a:bodyPr/>
          <a:lstStyle/>
          <a:p>
            <a:fld id="{48F63A3B-78C7-47BE-AE5E-E10140E0464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图片与标题">
    <p:spTree>
      <p:nvGrpSpPr>
        <p:cNvPr id="1" name=""/>
        <p:cNvGrpSpPr/>
        <p:nvPr/>
      </p:nvGrpSpPr>
      <p:grpSpPr>
        <a:xfrm>
          <a:off x="0" y="0"/>
          <a:ext cx="0" cy="0"/>
          <a:chOff x="0" y="0"/>
          <a:chExt cx="0" cy="0"/>
        </a:xfrm>
      </p:grpSpPr>
      <p:sp>
        <p:nvSpPr>
          <p:cNvPr id="79" name="Title 1"/>
          <p:cNvSpPr>
            <a:spLocks noGrp="1"/>
          </p:cNvSpPr>
          <p:nvPr>
            <p:ph type="title"/>
          </p:nvPr>
        </p:nvSpPr>
        <p:spPr>
          <a:xfrm>
            <a:off x="520712" y="684001"/>
            <a:ext cx="2438192" cy="2394003"/>
          </a:xfrm>
        </p:spPr>
        <p:txBody>
          <a:bodyPr anchor="b"/>
          <a:lstStyle>
            <a:lvl1pPr>
              <a:defRPr sz="2645"/>
            </a:lvl1pPr>
          </a:lstStyle>
          <a:p>
            <a:r>
              <a:rPr lang="zh-CN" altLang="en-US"/>
              <a:t>单击此处编辑母版标题样式</a:t>
            </a:r>
            <a:endParaRPr lang="en-US"/>
          </a:p>
        </p:txBody>
      </p:sp>
      <p:sp>
        <p:nvSpPr>
          <p:cNvPr id="80" name="Picture Placeholder 2"/>
          <p:cNvSpPr>
            <a:spLocks noGrp="1" noChangeAspect="1"/>
          </p:cNvSpPr>
          <p:nvPr>
            <p:ph type="pic" idx="1"/>
          </p:nvPr>
        </p:nvSpPr>
        <p:spPr>
          <a:xfrm>
            <a:off x="3213847" y="1477254"/>
            <a:ext cx="3827085" cy="7291259"/>
          </a:xfrm>
        </p:spPr>
        <p:txBody>
          <a:bodyPr anchor="t"/>
          <a:lstStyle>
            <a:lvl1pPr marL="0" indent="0">
              <a:buNone/>
              <a:defRPr sz="2645"/>
            </a:lvl1pPr>
            <a:lvl2pPr marL="377967" indent="0">
              <a:buNone/>
              <a:defRPr sz="2315"/>
            </a:lvl2pPr>
            <a:lvl3pPr marL="755934" indent="0">
              <a:buNone/>
              <a:defRPr sz="1984"/>
            </a:lvl3pPr>
            <a:lvl4pPr marL="1133902" indent="0">
              <a:buNone/>
              <a:defRPr sz="1653"/>
            </a:lvl4pPr>
            <a:lvl5pPr marL="1511869" indent="0">
              <a:buNone/>
              <a:defRPr sz="1653"/>
            </a:lvl5pPr>
            <a:lvl6pPr marL="1889836" indent="0">
              <a:buNone/>
              <a:defRPr sz="1653"/>
            </a:lvl6pPr>
            <a:lvl7pPr marL="2267803" indent="0">
              <a:buNone/>
              <a:defRPr sz="1653"/>
            </a:lvl7pPr>
            <a:lvl8pPr marL="2645771" indent="0">
              <a:buNone/>
              <a:defRPr sz="1653"/>
            </a:lvl8pPr>
            <a:lvl9pPr marL="3023738" indent="0">
              <a:buNone/>
              <a:defRPr sz="1653"/>
            </a:lvl9pPr>
          </a:lstStyle>
          <a:p>
            <a:r>
              <a:rPr lang="zh-CN" altLang="en-US"/>
              <a:t>单击图标添加图片</a:t>
            </a:r>
            <a:endParaRPr lang="en-US"/>
          </a:p>
        </p:txBody>
      </p:sp>
      <p:sp>
        <p:nvSpPr>
          <p:cNvPr id="81" name="Text Placeholder 3"/>
          <p:cNvSpPr>
            <a:spLocks noGrp="1"/>
          </p:cNvSpPr>
          <p:nvPr>
            <p:ph type="body" sz="half" idx="2"/>
          </p:nvPr>
        </p:nvSpPr>
        <p:spPr>
          <a:xfrm>
            <a:off x="520712" y="3078004"/>
            <a:ext cx="2438192" cy="5702383"/>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zh-CN" altLang="en-US"/>
              <a:t>单击此处编辑母版文本样式</a:t>
            </a:r>
            <a:endParaRPr/>
          </a:p>
        </p:txBody>
      </p:sp>
      <p:sp>
        <p:nvSpPr>
          <p:cNvPr id="82" name="Date Placeholder 4"/>
          <p:cNvSpPr>
            <a:spLocks noGrp="1"/>
          </p:cNvSpPr>
          <p:nvPr>
            <p:ph type="dt" sz="half" idx="10"/>
          </p:nvPr>
        </p:nvSpPr>
        <p:spPr/>
        <p:txBody>
          <a:bodyPr/>
          <a:lstStyle/>
          <a:p>
            <a:fld id="{C764DE79-268F-4C1A-8933-263129D2AF90}" type="datetimeFigureOut">
              <a:rPr lang="en-US" smtClean="0"/>
              <a:t>4/17/2026</a:t>
            </a:fld>
            <a:endParaRPr lang="en-US"/>
          </a:p>
        </p:txBody>
      </p:sp>
      <p:sp>
        <p:nvSpPr>
          <p:cNvPr id="83" name="Footer Placeholder 5"/>
          <p:cNvSpPr>
            <a:spLocks noGrp="1"/>
          </p:cNvSpPr>
          <p:nvPr>
            <p:ph type="ftr" sz="quarter" idx="11"/>
          </p:nvPr>
        </p:nvSpPr>
        <p:spPr/>
        <p:txBody>
          <a:bodyPr/>
          <a:lstStyle/>
          <a:p>
            <a:endParaRPr lang="en-US"/>
          </a:p>
        </p:txBody>
      </p:sp>
      <p:sp>
        <p:nvSpPr>
          <p:cNvPr id="84" name="Slide Number Placeholder 6"/>
          <p:cNvSpPr>
            <a:spLocks noGrp="1"/>
          </p:cNvSpPr>
          <p:nvPr>
            <p:ph type="sldNum" sz="quarter" idx="12"/>
          </p:nvPr>
        </p:nvSpPr>
        <p:spPr/>
        <p:txBody>
          <a:bodyPr/>
          <a:lstStyle/>
          <a:p>
            <a:fld id="{48F63A3B-78C7-47BE-AE5E-E10140E0464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标题和竖排文字">
    <p:spTree>
      <p:nvGrpSpPr>
        <p:cNvPr id="1" name=""/>
        <p:cNvGrpSpPr/>
        <p:nvPr/>
      </p:nvGrpSpPr>
      <p:grpSpPr>
        <a:xfrm>
          <a:off x="0" y="0"/>
          <a:ext cx="0" cy="0"/>
          <a:chOff x="0" y="0"/>
          <a:chExt cx="0" cy="0"/>
        </a:xfrm>
      </p:grpSpPr>
      <p:sp>
        <p:nvSpPr>
          <p:cNvPr id="86" name="Title 1"/>
          <p:cNvSpPr>
            <a:spLocks noGrp="1"/>
          </p:cNvSpPr>
          <p:nvPr>
            <p:ph type="title"/>
          </p:nvPr>
        </p:nvSpPr>
        <p:spPr/>
        <p:txBody>
          <a:bodyPr/>
          <a:lstStyle/>
          <a:p>
            <a:r>
              <a:rPr lang="zh-CN" altLang="en-US"/>
              <a:t>单击此处编辑母版标题样式</a:t>
            </a:r>
            <a:endParaRPr lang="en-US"/>
          </a:p>
        </p:txBody>
      </p:sp>
      <p:sp>
        <p:nvSpPr>
          <p:cNvPr id="87" name="Vertical Text Placeholder 2"/>
          <p:cNvSpPr>
            <a:spLocks noGrp="1"/>
          </p:cNvSpPr>
          <p:nvPr>
            <p:ph type="body" orient="vert" idx="1"/>
          </p:nvPr>
        </p:nvSpPr>
        <p:spPr/>
        <p:txBody>
          <a:bodyPr vert="eaVert"/>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lang="en-US"/>
          </a:p>
        </p:txBody>
      </p:sp>
      <p:sp>
        <p:nvSpPr>
          <p:cNvPr id="88" name="Date Placeholder 3"/>
          <p:cNvSpPr>
            <a:spLocks noGrp="1"/>
          </p:cNvSpPr>
          <p:nvPr>
            <p:ph type="dt" sz="half" idx="10"/>
          </p:nvPr>
        </p:nvSpPr>
        <p:spPr/>
        <p:txBody>
          <a:bodyPr/>
          <a:lstStyle/>
          <a:p>
            <a:fld id="{C764DE79-268F-4C1A-8933-263129D2AF90}" type="datetimeFigureOut">
              <a:rPr lang="en-US" smtClean="0"/>
              <a:t>4/17/2026</a:t>
            </a:fld>
            <a:endParaRPr lang="en-US"/>
          </a:p>
        </p:txBody>
      </p:sp>
      <p:sp>
        <p:nvSpPr>
          <p:cNvPr id="89" name="Footer Placeholder 4"/>
          <p:cNvSpPr>
            <a:spLocks noGrp="1"/>
          </p:cNvSpPr>
          <p:nvPr>
            <p:ph type="ftr" sz="quarter" idx="11"/>
          </p:nvPr>
        </p:nvSpPr>
        <p:spPr/>
        <p:txBody>
          <a:bodyPr/>
          <a:lstStyle/>
          <a:p>
            <a:endParaRPr lang="en-US"/>
          </a:p>
        </p:txBody>
      </p:sp>
      <p:sp>
        <p:nvSpPr>
          <p:cNvPr id="90" name="Slide Number Placeholder 5"/>
          <p:cNvSpPr>
            <a:spLocks noGrp="1"/>
          </p:cNvSpPr>
          <p:nvPr>
            <p:ph type="sldNum" sz="quarter" idx="12"/>
          </p:nvPr>
        </p:nvSpPr>
        <p:spPr/>
        <p:txBody>
          <a:bodyPr/>
          <a:lstStyle/>
          <a:p>
            <a:fld id="{48F63A3B-78C7-47BE-AE5E-E10140E0464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竖排标题与文本">
    <p:spTree>
      <p:nvGrpSpPr>
        <p:cNvPr id="1" name=""/>
        <p:cNvGrpSpPr/>
        <p:nvPr/>
      </p:nvGrpSpPr>
      <p:grpSpPr>
        <a:xfrm>
          <a:off x="0" y="0"/>
          <a:ext cx="0" cy="0"/>
          <a:chOff x="0" y="0"/>
          <a:chExt cx="0" cy="0"/>
        </a:xfrm>
      </p:grpSpPr>
      <p:sp>
        <p:nvSpPr>
          <p:cNvPr id="25" name="Vertical Title 1"/>
          <p:cNvSpPr>
            <a:spLocks noGrp="1"/>
          </p:cNvSpPr>
          <p:nvPr>
            <p:ph type="title" orient="vert"/>
          </p:nvPr>
        </p:nvSpPr>
        <p:spPr>
          <a:xfrm>
            <a:off x="5409893" y="546251"/>
            <a:ext cx="1630055" cy="8694887"/>
          </a:xfrm>
        </p:spPr>
        <p:txBody>
          <a:bodyPr vert="eaVert"/>
          <a:lstStyle/>
          <a:p>
            <a:r>
              <a:rPr lang="zh-CN" altLang="en-US"/>
              <a:t>单击此处编辑母版标题样式</a:t>
            </a:r>
            <a:endParaRPr lang="en-US"/>
          </a:p>
        </p:txBody>
      </p:sp>
      <p:sp>
        <p:nvSpPr>
          <p:cNvPr id="26" name="Vertical Text Placeholder 2"/>
          <p:cNvSpPr>
            <a:spLocks noGrp="1"/>
          </p:cNvSpPr>
          <p:nvPr>
            <p:ph type="body" orient="vert" idx="1"/>
          </p:nvPr>
        </p:nvSpPr>
        <p:spPr>
          <a:xfrm>
            <a:off x="519728" y="546251"/>
            <a:ext cx="4795669" cy="8694887"/>
          </a:xfrm>
        </p:spPr>
        <p:txBody>
          <a:bodyPr vert="eaVert"/>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lang="en-US"/>
          </a:p>
        </p:txBody>
      </p:sp>
      <p:sp>
        <p:nvSpPr>
          <p:cNvPr id="27" name="Date Placeholder 3"/>
          <p:cNvSpPr>
            <a:spLocks noGrp="1"/>
          </p:cNvSpPr>
          <p:nvPr>
            <p:ph type="dt" sz="half" idx="10"/>
          </p:nvPr>
        </p:nvSpPr>
        <p:spPr/>
        <p:txBody>
          <a:bodyPr/>
          <a:lstStyle/>
          <a:p>
            <a:fld id="{C764DE79-268F-4C1A-8933-263129D2AF90}" type="datetimeFigureOut">
              <a:rPr lang="en-US" smtClean="0"/>
              <a:t>4/17/2026</a:t>
            </a:fld>
            <a:endParaRPr lang="en-US"/>
          </a:p>
        </p:txBody>
      </p:sp>
      <p:sp>
        <p:nvSpPr>
          <p:cNvPr id="28" name="Footer Placeholder 4"/>
          <p:cNvSpPr>
            <a:spLocks noGrp="1"/>
          </p:cNvSpPr>
          <p:nvPr>
            <p:ph type="ftr" sz="quarter" idx="11"/>
          </p:nvPr>
        </p:nvSpPr>
        <p:spPr/>
        <p:txBody>
          <a:bodyPr/>
          <a:lstStyle/>
          <a:p>
            <a:endParaRPr lang="en-US"/>
          </a:p>
        </p:txBody>
      </p:sp>
      <p:sp>
        <p:nvSpPr>
          <p:cNvPr id="29" name="Slide Number Placeholder 5"/>
          <p:cNvSpPr>
            <a:spLocks noGrp="1"/>
          </p:cNvSpPr>
          <p:nvPr>
            <p:ph type="sldNum" sz="quarter" idx="12"/>
          </p:nvPr>
        </p:nvSpPr>
        <p:spPr/>
        <p:txBody>
          <a:bodyPr/>
          <a:lstStyle/>
          <a:p>
            <a:fld id="{48F63A3B-78C7-47BE-AE5E-E10140E04643}"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grpSp>
        <p:nvGrpSpPr>
          <p:cNvPr id="31" name="Group 1"/>
          <p:cNvGrpSpPr/>
          <p:nvPr userDrawn="1"/>
        </p:nvGrpSpPr>
        <p:grpSpPr>
          <a:xfrm>
            <a:off x="1" y="-15544"/>
            <a:ext cx="7559675" cy="10260013"/>
            <a:chOff x="0" y="0"/>
            <a:chExt cx="24384000" cy="13716000"/>
          </a:xfrm>
        </p:grpSpPr>
        <p:sp>
          <p:nvSpPr>
            <p:cNvPr id="32" name="Rectangle 2"/>
            <p:cNvSpPr/>
            <p:nvPr userDrawn="1"/>
          </p:nvSpPr>
          <p:spPr>
            <a:xfrm>
              <a:off x="0" y="0"/>
              <a:ext cx="24384000" cy="13716000"/>
            </a:xfrm>
            <a:prstGeom prst="rect">
              <a:avLst/>
            </a:prstGeom>
            <a:solidFill>
              <a:srgbClr val="F4F5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sz="930"/>
            </a:p>
          </p:txBody>
        </p:sp>
        <p:pic>
          <p:nvPicPr>
            <p:cNvPr id="33" name="Picture 3" descr="A white rectangular object with a logo  Description automatically generated"/>
            <p:cNvPicPr>
              <a:picLocks noChangeAspect="1"/>
            </p:cNvPicPr>
            <p:nvPr userDrawn="1"/>
          </p:nvPicPr>
          <p:blipFill>
            <a:blip r:embed="rId2"/>
            <a:stretch>
              <a:fillRect/>
            </a:stretch>
          </p:blipFill>
          <p:spPr>
            <a:xfrm>
              <a:off x="5952564" y="0"/>
              <a:ext cx="12478871" cy="13675822"/>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1_标题与项目符号">
    <p:spTree>
      <p:nvGrpSpPr>
        <p:cNvPr id="1" name=""/>
        <p:cNvGrpSpPr/>
        <p:nvPr/>
      </p:nvGrpSpPr>
      <p:grpSpPr>
        <a:xfrm>
          <a:off x="0" y="0"/>
          <a:ext cx="0" cy="0"/>
          <a:chOff x="0" y="0"/>
          <a:chExt cx="0" cy="0"/>
        </a:xfrm>
      </p:grpSpPr>
      <p:sp>
        <p:nvSpPr>
          <p:cNvPr id="36" name="幻灯片标题"/>
          <p:cNvSpPr txBox="1">
            <a:spLocks noGrp="1"/>
          </p:cNvSpPr>
          <p:nvPr>
            <p:ph type="title" hasCustomPrompt="1"/>
          </p:nvPr>
        </p:nvSpPr>
        <p:spPr>
          <a:prstGeom prst="rect">
            <a:avLst/>
          </a:prstGeom>
        </p:spPr>
        <p:txBody>
          <a:bodyPr/>
          <a:lstStyle/>
          <a:p>
            <a:r>
              <a:t>幻灯片标题</a:t>
            </a:r>
          </a:p>
        </p:txBody>
      </p:sp>
      <p:sp>
        <p:nvSpPr>
          <p:cNvPr id="37" name="幻灯片副标题"/>
          <p:cNvSpPr txBox="1">
            <a:spLocks noGrp="1"/>
          </p:cNvSpPr>
          <p:nvPr>
            <p:ph type="body" sz="quarter" idx="21" hasCustomPrompt="1"/>
          </p:nvPr>
        </p:nvSpPr>
        <p:spPr>
          <a:xfrm>
            <a:off x="374047" y="1775053"/>
            <a:ext cx="6811582" cy="699246"/>
          </a:xfrm>
          <a:prstGeom prst="rect">
            <a:avLst/>
          </a:prstGeom>
        </p:spPr>
        <p:txBody>
          <a:bodyPr lIns="45719" tIns="45719" rIns="45719" bIns="45719"/>
          <a:lstStyle>
            <a:lvl1pPr marL="0" indent="0" defTabSz="225252">
              <a:lnSpc>
                <a:spcPct val="100000"/>
              </a:lnSpc>
              <a:spcBef>
                <a:spcPts val="0"/>
              </a:spcBef>
              <a:buSzTx/>
              <a:buNone/>
              <a:defRPr sz="1500" b="1"/>
            </a:lvl1pPr>
          </a:lstStyle>
          <a:p>
            <a:r>
              <a:t>幻灯片副标题</a:t>
            </a:r>
          </a:p>
        </p:txBody>
      </p:sp>
      <p:sp>
        <p:nvSpPr>
          <p:cNvPr id="38" name="正文级别 1…"/>
          <p:cNvSpPr txBox="1">
            <a:spLocks noGrp="1"/>
          </p:cNvSpPr>
          <p:nvPr>
            <p:ph type="body" idx="1" hasCustomPrompt="1"/>
          </p:nvPr>
        </p:nvSpPr>
        <p:spPr>
          <a:prstGeom prst="rect">
            <a:avLst/>
          </a:prstGeom>
        </p:spPr>
        <p:txBody>
          <a:bodyPr/>
          <a:lstStyle/>
          <a:p>
            <a:r>
              <a:t>幻灯片项目符号文本</a:t>
            </a:r>
          </a:p>
          <a:p>
            <a:pPr lvl="1"/>
            <a:endParaRPr/>
          </a:p>
          <a:p>
            <a:pPr lvl="2"/>
            <a:endParaRPr/>
          </a:p>
          <a:p>
            <a:pPr lvl="3"/>
            <a:endParaRPr/>
          </a:p>
          <a:p>
            <a:pPr lvl="4"/>
            <a:endParaRPr/>
          </a:p>
        </p:txBody>
      </p:sp>
      <p:sp>
        <p:nvSpPr>
          <p:cNvPr id="39"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519728" y="546253"/>
            <a:ext cx="6520220" cy="1983128"/>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6" name="Text Placeholder 2"/>
          <p:cNvSpPr>
            <a:spLocks noGrp="1"/>
          </p:cNvSpPr>
          <p:nvPr>
            <p:ph type="body" idx="1"/>
          </p:nvPr>
        </p:nvSpPr>
        <p:spPr>
          <a:xfrm>
            <a:off x="519728" y="2731253"/>
            <a:ext cx="6520220" cy="6509884"/>
          </a:xfrm>
          <a:prstGeom prst="rect">
            <a:avLst/>
          </a:prstGeom>
        </p:spPr>
        <p:txBody>
          <a:bodyPr vert="horz" lIns="91440" tIns="45720" rIns="91440" bIns="45720" rtlCol="0">
            <a:normAutofit/>
          </a:bodyPr>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lang="en-US"/>
          </a:p>
        </p:txBody>
      </p:sp>
      <p:sp>
        <p:nvSpPr>
          <p:cNvPr id="7" name="Date Placeholder 3"/>
          <p:cNvSpPr>
            <a:spLocks noGrp="1"/>
          </p:cNvSpPr>
          <p:nvPr>
            <p:ph type="dt" sz="half" idx="2"/>
          </p:nvPr>
        </p:nvSpPr>
        <p:spPr>
          <a:xfrm>
            <a:off x="519728" y="9509514"/>
            <a:ext cx="1700927" cy="546251"/>
          </a:xfrm>
          <a:prstGeom prst="rect">
            <a:avLst/>
          </a:prstGeom>
        </p:spPr>
        <p:txBody>
          <a:bodyPr vert="horz" lIns="91440" tIns="45720" rIns="91440" bIns="45720" rtlCol="0" anchor="ctr"/>
          <a:lstStyle>
            <a:lvl1pPr algn="l">
              <a:defRPr sz="992">
                <a:solidFill>
                  <a:schemeClr val="tx1">
                    <a:tint val="75000"/>
                  </a:schemeClr>
                </a:solidFill>
              </a:defRPr>
            </a:lvl1pPr>
          </a:lstStyle>
          <a:p>
            <a:fld id="{C764DE79-268F-4C1A-8933-263129D2AF90}" type="datetimeFigureOut">
              <a:rPr lang="en-US" dirty="0"/>
              <a:t>4/17/2026</a:t>
            </a:fld>
            <a:endParaRPr lang="en-US"/>
          </a:p>
        </p:txBody>
      </p:sp>
      <p:sp>
        <p:nvSpPr>
          <p:cNvPr id="8" name="Footer Placeholder 4"/>
          <p:cNvSpPr>
            <a:spLocks noGrp="1"/>
          </p:cNvSpPr>
          <p:nvPr>
            <p:ph type="ftr" sz="quarter" idx="3"/>
          </p:nvPr>
        </p:nvSpPr>
        <p:spPr>
          <a:xfrm>
            <a:off x="2504143" y="9509514"/>
            <a:ext cx="2551390" cy="546251"/>
          </a:xfrm>
          <a:prstGeom prst="rect">
            <a:avLst/>
          </a:prstGeom>
        </p:spPr>
        <p:txBody>
          <a:bodyPr vert="horz" lIns="91440" tIns="45720" rIns="91440" bIns="45720" rtlCol="0" anchor="ctr"/>
          <a:lstStyle>
            <a:lvl1pPr algn="ctr">
              <a:defRPr sz="992">
                <a:solidFill>
                  <a:schemeClr val="tx1">
                    <a:tint val="75000"/>
                  </a:schemeClr>
                </a:solidFill>
              </a:defRPr>
            </a:lvl1pPr>
          </a:lstStyle>
          <a:p>
            <a:endParaRPr lang="en-US"/>
          </a:p>
        </p:txBody>
      </p:sp>
      <p:sp>
        <p:nvSpPr>
          <p:cNvPr id="9" name="Slide Number Placeholder 5"/>
          <p:cNvSpPr>
            <a:spLocks noGrp="1"/>
          </p:cNvSpPr>
          <p:nvPr>
            <p:ph type="sldNum" sz="quarter" idx="4"/>
          </p:nvPr>
        </p:nvSpPr>
        <p:spPr>
          <a:xfrm>
            <a:off x="5339020" y="9509514"/>
            <a:ext cx="1700927" cy="546251"/>
          </a:xfrm>
          <a:prstGeom prst="rect">
            <a:avLst/>
          </a:prstGeom>
        </p:spPr>
        <p:txBody>
          <a:bodyPr vert="horz" lIns="91440" tIns="45720" rIns="91440" bIns="45720" rtlCol="0" anchor="ctr"/>
          <a:lstStyle>
            <a:lvl1pPr algn="r">
              <a:defRPr sz="992">
                <a:solidFill>
                  <a:schemeClr val="tx1">
                    <a:tint val="75000"/>
                  </a:schemeClr>
                </a:solidFill>
              </a:defRPr>
            </a:lvl1pPr>
          </a:lstStyle>
          <a:p>
            <a:fld id="{48F63A3B-78C7-47BE-AE5E-E10140E04643}" type="slidenum">
              <a:rPr lang="en-US" dirty="0"/>
              <a:t>‹#›</a:t>
            </a:fld>
            <a:endParaRPr lang="en-US"/>
          </a:p>
        </p:txBody>
      </p:sp>
      <p:pic>
        <p:nvPicPr>
          <p:cNvPr id="10" name="图片 6"/>
          <p:cNvPicPr>
            <a:picLocks noChangeAspect="1"/>
          </p:cNvPicPr>
          <p:nvPr userDrawn="1"/>
        </p:nvPicPr>
        <p:blipFill>
          <a:blip r:embed="rId16"/>
          <a:srcRect/>
          <a:stretch/>
        </p:blipFill>
        <p:spPr>
          <a:xfrm>
            <a:off x="1" y="-2768"/>
            <a:ext cx="7559675" cy="10260012"/>
          </a:xfrm>
          <a:prstGeom prst="rect">
            <a:avLst/>
          </a:prstGeom>
        </p:spPr>
      </p:pic>
      <p:pic>
        <p:nvPicPr>
          <p:cNvPr id="11" name="图形 4"/>
          <p:cNvPicPr>
            <a:picLocks noChangeAspect="1"/>
          </p:cNvPicPr>
          <p:nvPr userDrawn="1"/>
        </p:nvPicPr>
        <p:blipFill>
          <a:blip r:embed="rId17"/>
          <a:srcRect/>
          <a:stretch/>
        </p:blipFill>
        <p:spPr>
          <a:xfrm>
            <a:off x="5375928" y="379363"/>
            <a:ext cx="1995113" cy="499433"/>
          </a:xfrm>
          <a:prstGeom prst="rect">
            <a:avLst/>
          </a:prstGeom>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 id="2147483666" r:id="rId13"/>
    <p:sldLayoutId id="2147483667" r:id="rId14"/>
  </p:sldLayoutIdLst>
  <p:txStyles>
    <p:titleStyle>
      <a:lvl1pPr algn="l" defTabSz="755934" rtl="0" eaLnBrk="1" latinLnBrk="0" hangingPunct="1">
        <a:lnSpc>
          <a:spcPct val="90000"/>
        </a:lnSpc>
        <a:spcBef>
          <a:spcPct val="1"/>
        </a:spcBef>
        <a:buNone/>
        <a:defRPr sz="3637" kern="1200">
          <a:solidFill>
            <a:schemeClr val="tx1"/>
          </a:solidFill>
          <a:latin typeface="+mj-lt"/>
          <a:ea typeface="+mj-ea"/>
          <a:cs typeface="+mj-cs"/>
        </a:defRPr>
      </a:lvl1pPr>
    </p:titleStyle>
    <p:bodyStyle>
      <a:lvl1pPr marL="188984" indent="-188984" algn="l" defTabSz="755934"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6951" indent="-188984" algn="l" defTabSz="755934" rtl="0" eaLnBrk="1" latinLnBrk="0"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4918" indent="-188984" algn="l" defTabSz="755934" rtl="0" eaLnBrk="1" latinLnBrk="0" hangingPunct="1">
        <a:lnSpc>
          <a:spcPct val="90000"/>
        </a:lnSpc>
        <a:spcBef>
          <a:spcPts val="413"/>
        </a:spcBef>
        <a:buFont typeface="Arial" panose="020B0604020202020204" pitchFamily="34" charset="0"/>
        <a:buChar char="•"/>
        <a:defRPr sz="1653" kern="1200">
          <a:solidFill>
            <a:schemeClr val="tx1"/>
          </a:solidFill>
          <a:latin typeface="+mn-lt"/>
          <a:ea typeface="+mn-ea"/>
          <a:cs typeface="+mn-cs"/>
        </a:defRPr>
      </a:lvl3pPr>
      <a:lvl4pPr marL="1322885"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0853"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8820"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6787"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4754"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722"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34" rtl="0" eaLnBrk="1" latinLnBrk="0" hangingPunct="1">
        <a:defRPr sz="1488" kern="1200">
          <a:solidFill>
            <a:schemeClr val="tx1"/>
          </a:solidFill>
          <a:latin typeface="+mn-lt"/>
          <a:ea typeface="+mn-ea"/>
          <a:cs typeface="+mn-cs"/>
        </a:defRPr>
      </a:lvl1pPr>
      <a:lvl2pPr marL="377967" algn="l" defTabSz="755934" rtl="0" eaLnBrk="1" latinLnBrk="0" hangingPunct="1">
        <a:defRPr sz="1488" kern="1200">
          <a:solidFill>
            <a:schemeClr val="tx1"/>
          </a:solidFill>
          <a:latin typeface="+mn-lt"/>
          <a:ea typeface="+mn-ea"/>
          <a:cs typeface="+mn-cs"/>
        </a:defRPr>
      </a:lvl2pPr>
      <a:lvl3pPr marL="755934" algn="l" defTabSz="755934" rtl="0" eaLnBrk="1" latinLnBrk="0" hangingPunct="1">
        <a:defRPr sz="1488" kern="1200">
          <a:solidFill>
            <a:schemeClr val="tx1"/>
          </a:solidFill>
          <a:latin typeface="+mn-lt"/>
          <a:ea typeface="+mn-ea"/>
          <a:cs typeface="+mn-cs"/>
        </a:defRPr>
      </a:lvl3pPr>
      <a:lvl4pPr marL="1133902" algn="l" defTabSz="755934" rtl="0" eaLnBrk="1" latinLnBrk="0" hangingPunct="1">
        <a:defRPr sz="1488" kern="1200">
          <a:solidFill>
            <a:schemeClr val="tx1"/>
          </a:solidFill>
          <a:latin typeface="+mn-lt"/>
          <a:ea typeface="+mn-ea"/>
          <a:cs typeface="+mn-cs"/>
        </a:defRPr>
      </a:lvl4pPr>
      <a:lvl5pPr marL="1511869" algn="l" defTabSz="755934" rtl="0" eaLnBrk="1" latinLnBrk="0" hangingPunct="1">
        <a:defRPr sz="1488" kern="1200">
          <a:solidFill>
            <a:schemeClr val="tx1"/>
          </a:solidFill>
          <a:latin typeface="+mn-lt"/>
          <a:ea typeface="+mn-ea"/>
          <a:cs typeface="+mn-cs"/>
        </a:defRPr>
      </a:lvl5pPr>
      <a:lvl6pPr marL="1889836" algn="l" defTabSz="755934" rtl="0" eaLnBrk="1" latinLnBrk="0" hangingPunct="1">
        <a:defRPr sz="1488" kern="1200">
          <a:solidFill>
            <a:schemeClr val="tx1"/>
          </a:solidFill>
          <a:latin typeface="+mn-lt"/>
          <a:ea typeface="+mn-ea"/>
          <a:cs typeface="+mn-cs"/>
        </a:defRPr>
      </a:lvl6pPr>
      <a:lvl7pPr marL="2267803" algn="l" defTabSz="755934" rtl="0" eaLnBrk="1" latinLnBrk="0" hangingPunct="1">
        <a:defRPr sz="1488" kern="1200">
          <a:solidFill>
            <a:schemeClr val="tx1"/>
          </a:solidFill>
          <a:latin typeface="+mn-lt"/>
          <a:ea typeface="+mn-ea"/>
          <a:cs typeface="+mn-cs"/>
        </a:defRPr>
      </a:lvl7pPr>
      <a:lvl8pPr marL="2645771" algn="l" defTabSz="755934" rtl="0" eaLnBrk="1" latinLnBrk="0" hangingPunct="1">
        <a:defRPr sz="1488" kern="1200">
          <a:solidFill>
            <a:schemeClr val="tx1"/>
          </a:solidFill>
          <a:latin typeface="+mn-lt"/>
          <a:ea typeface="+mn-ea"/>
          <a:cs typeface="+mn-cs"/>
        </a:defRPr>
      </a:lvl8pPr>
      <a:lvl9pPr marL="3023738" algn="l" defTabSz="755934" rtl="0" eaLnBrk="1" latinLnBrk="0" hangingPunct="1">
        <a:defRPr sz="1488"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3232" userDrawn="1">
          <p15:clr>
            <a:srgbClr val="F26B43"/>
          </p15:clr>
        </p15:guide>
        <p15:guide id="4" pos="238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13.xml"/><Relationship Id="rId6" Type="http://schemas.openxmlformats.org/officeDocument/2006/relationships/image" Target="../media/image15.jpe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1.png"/><Relationship Id="rId7" Type="http://schemas.openxmlformats.org/officeDocument/2006/relationships/image" Target="../media/image19.sv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18.jpeg"/><Relationship Id="rId11"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22.svg"/><Relationship Id="rId4" Type="http://schemas.openxmlformats.org/officeDocument/2006/relationships/image" Target="../media/image12.png"/><Relationship Id="rId9" Type="http://schemas.openxmlformats.org/officeDocument/2006/relationships/image" Target="../media/image21.sv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 Id="rId6" Type="http://schemas.openxmlformats.org/officeDocument/2006/relationships/image" Target="../media/image23.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1.png"/><Relationship Id="rId7" Type="http://schemas.openxmlformats.org/officeDocument/2006/relationships/image" Target="../media/image25.jpe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24.jpe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26.jpeg"/></Relationships>
</file>

<file path=ppt/slides/_rels/slide8.xml.rels><?xml version="1.0" encoding="UTF-8" standalone="yes"?>
<Relationships xmlns="http://schemas.openxmlformats.org/package/2006/relationships"><Relationship Id="rId8" Type="http://schemas.openxmlformats.org/officeDocument/2006/relationships/image" Target="../media/image29.jpeg"/><Relationship Id="rId3" Type="http://schemas.openxmlformats.org/officeDocument/2006/relationships/image" Target="../media/image12.png"/><Relationship Id="rId7" Type="http://schemas.openxmlformats.org/officeDocument/2006/relationships/image" Target="../media/image28.jpeg"/><Relationship Id="rId2" Type="http://schemas.openxmlformats.org/officeDocument/2006/relationships/image" Target="../media/image11.png"/><Relationship Id="rId1" Type="http://schemas.openxmlformats.org/officeDocument/2006/relationships/slideLayout" Target="../slideLayouts/slideLayout13.xml"/><Relationship Id="rId6" Type="http://schemas.openxmlformats.org/officeDocument/2006/relationships/image" Target="../media/image27.jpeg"/><Relationship Id="rId5" Type="http://schemas.openxmlformats.org/officeDocument/2006/relationships/image" Target="../media/image14.png"/><Relationship Id="rId10" Type="http://schemas.openxmlformats.org/officeDocument/2006/relationships/image" Target="../media/image31.jpeg"/><Relationship Id="rId4" Type="http://schemas.openxmlformats.org/officeDocument/2006/relationships/image" Target="../media/image13.png"/><Relationship Id="rId9" Type="http://schemas.openxmlformats.org/officeDocument/2006/relationships/image" Target="../media/image30.jpe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32.jpe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1.png"/><Relationship Id="rId7" Type="http://schemas.openxmlformats.org/officeDocument/2006/relationships/image" Target="../media/image34.jpe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33.jpe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35.jpeg"/></Relationships>
</file>

<file path=ppt/slides/_rels/slide13.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11.png"/><Relationship Id="rId7" Type="http://schemas.openxmlformats.org/officeDocument/2006/relationships/image" Target="../media/image36.jpe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14.png"/><Relationship Id="rId11" Type="http://schemas.openxmlformats.org/officeDocument/2006/relationships/image" Target="../media/image40.png"/><Relationship Id="rId5" Type="http://schemas.openxmlformats.org/officeDocument/2006/relationships/image" Target="../media/image13.png"/><Relationship Id="rId10" Type="http://schemas.openxmlformats.org/officeDocument/2006/relationships/image" Target="../media/image39.png"/><Relationship Id="rId4" Type="http://schemas.openxmlformats.org/officeDocument/2006/relationships/image" Target="../media/image12.png"/><Relationship Id="rId9" Type="http://schemas.openxmlformats.org/officeDocument/2006/relationships/image" Target="../media/image38.png"/></Relationships>
</file>

<file path=ppt/slides/_rels/slide1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1.png"/><Relationship Id="rId7" Type="http://schemas.openxmlformats.org/officeDocument/2006/relationships/image" Target="../media/image42.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41.png"/><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1.png"/><Relationship Id="rId7" Type="http://schemas.openxmlformats.org/officeDocument/2006/relationships/image" Target="../media/image44.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43.png"/><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8" Type="http://schemas.openxmlformats.org/officeDocument/2006/relationships/image" Target="../media/image47.jpeg"/><Relationship Id="rId3" Type="http://schemas.openxmlformats.org/officeDocument/2006/relationships/image" Target="../media/image11.png"/><Relationship Id="rId7" Type="http://schemas.openxmlformats.org/officeDocument/2006/relationships/image" Target="../media/image46.jpeg"/><Relationship Id="rId12"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45.jpeg"/><Relationship Id="rId11" Type="http://schemas.openxmlformats.org/officeDocument/2006/relationships/image" Target="../media/image50.jpeg"/><Relationship Id="rId5" Type="http://schemas.openxmlformats.org/officeDocument/2006/relationships/image" Target="../media/image13.png"/><Relationship Id="rId10" Type="http://schemas.openxmlformats.org/officeDocument/2006/relationships/image" Target="../media/image49.jpeg"/><Relationship Id="rId4" Type="http://schemas.openxmlformats.org/officeDocument/2006/relationships/image" Target="../media/image12.png"/><Relationship Id="rId9" Type="http://schemas.openxmlformats.org/officeDocument/2006/relationships/image" Target="../media/image48.jpeg"/></Relationships>
</file>

<file path=ppt/slides/_rels/slide17.xml.rels><?xml version="1.0" encoding="UTF-8" standalone="yes"?>
<Relationships xmlns="http://schemas.openxmlformats.org/package/2006/relationships"><Relationship Id="rId8" Type="http://schemas.openxmlformats.org/officeDocument/2006/relationships/image" Target="../media/image52.jpeg"/><Relationship Id="rId3" Type="http://schemas.openxmlformats.org/officeDocument/2006/relationships/image" Target="../media/image11.png"/><Relationship Id="rId7" Type="http://schemas.openxmlformats.org/officeDocument/2006/relationships/image" Target="../media/image51.jpe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14.png"/><Relationship Id="rId11" Type="http://schemas.openxmlformats.org/officeDocument/2006/relationships/image" Target="../media/image55.jpeg"/><Relationship Id="rId5" Type="http://schemas.openxmlformats.org/officeDocument/2006/relationships/image" Target="../media/image13.png"/><Relationship Id="rId10" Type="http://schemas.openxmlformats.org/officeDocument/2006/relationships/image" Target="../media/image54.jpeg"/><Relationship Id="rId4" Type="http://schemas.openxmlformats.org/officeDocument/2006/relationships/image" Target="../media/image12.png"/><Relationship Id="rId9" Type="http://schemas.openxmlformats.org/officeDocument/2006/relationships/image" Target="../media/image53.jpeg"/></Relationships>
</file>

<file path=ppt/slides/_rels/slide18.xml.rels><?xml version="1.0" encoding="UTF-8" standalone="yes"?>
<Relationships xmlns="http://schemas.openxmlformats.org/package/2006/relationships"><Relationship Id="rId8" Type="http://schemas.openxmlformats.org/officeDocument/2006/relationships/image" Target="../media/image58.jpeg"/><Relationship Id="rId3" Type="http://schemas.openxmlformats.org/officeDocument/2006/relationships/image" Target="../media/image11.png"/><Relationship Id="rId7" Type="http://schemas.openxmlformats.org/officeDocument/2006/relationships/image" Target="../media/image57.jpeg"/><Relationship Id="rId12"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56.png"/><Relationship Id="rId11" Type="http://schemas.openxmlformats.org/officeDocument/2006/relationships/image" Target="../media/image61.jpeg"/><Relationship Id="rId5" Type="http://schemas.openxmlformats.org/officeDocument/2006/relationships/image" Target="../media/image13.png"/><Relationship Id="rId10" Type="http://schemas.openxmlformats.org/officeDocument/2006/relationships/image" Target="../media/image60.jpeg"/><Relationship Id="rId4" Type="http://schemas.openxmlformats.org/officeDocument/2006/relationships/image" Target="../media/image12.png"/><Relationship Id="rId9" Type="http://schemas.openxmlformats.org/officeDocument/2006/relationships/image" Target="../media/image59.jpeg"/></Relationships>
</file>

<file path=ppt/slides/_rels/slide19.xml.rels><?xml version="1.0" encoding="UTF-8" standalone="yes"?>
<Relationships xmlns="http://schemas.openxmlformats.org/package/2006/relationships"><Relationship Id="rId8" Type="http://schemas.openxmlformats.org/officeDocument/2006/relationships/image" Target="../media/image63.jpeg"/><Relationship Id="rId13" Type="http://schemas.openxmlformats.org/officeDocument/2006/relationships/image" Target="../media/image68.jpeg"/><Relationship Id="rId3" Type="http://schemas.openxmlformats.org/officeDocument/2006/relationships/image" Target="../media/image11.png"/><Relationship Id="rId7" Type="http://schemas.openxmlformats.org/officeDocument/2006/relationships/image" Target="../media/image62.jpeg"/><Relationship Id="rId12" Type="http://schemas.openxmlformats.org/officeDocument/2006/relationships/image" Target="../media/image67.jpeg"/><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14.png"/><Relationship Id="rId11" Type="http://schemas.openxmlformats.org/officeDocument/2006/relationships/image" Target="../media/image66.jpeg"/><Relationship Id="rId5" Type="http://schemas.openxmlformats.org/officeDocument/2006/relationships/image" Target="../media/image13.png"/><Relationship Id="rId10" Type="http://schemas.openxmlformats.org/officeDocument/2006/relationships/image" Target="../media/image65.jpeg"/><Relationship Id="rId4" Type="http://schemas.openxmlformats.org/officeDocument/2006/relationships/image" Target="../media/image12.png"/><Relationship Id="rId9" Type="http://schemas.openxmlformats.org/officeDocument/2006/relationships/image" Target="../media/image64.jpeg"/><Relationship Id="rId14" Type="http://schemas.openxmlformats.org/officeDocument/2006/relationships/image" Target="../media/image69.jpeg"/></Relationships>
</file>

<file path=ppt/slides/_rels/slide20.xml.rels><?xml version="1.0" encoding="UTF-8" standalone="yes"?>
<Relationships xmlns="http://schemas.openxmlformats.org/package/2006/relationships"><Relationship Id="rId8" Type="http://schemas.openxmlformats.org/officeDocument/2006/relationships/image" Target="../media/image72.jpeg"/><Relationship Id="rId3" Type="http://schemas.openxmlformats.org/officeDocument/2006/relationships/image" Target="../media/image11.png"/><Relationship Id="rId7" Type="http://schemas.openxmlformats.org/officeDocument/2006/relationships/image" Target="../media/image71.jpeg"/><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70.jpeg"/><Relationship Id="rId11"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74.jpeg"/><Relationship Id="rId4" Type="http://schemas.openxmlformats.org/officeDocument/2006/relationships/image" Target="../media/image12.png"/><Relationship Id="rId9" Type="http://schemas.openxmlformats.org/officeDocument/2006/relationships/image" Target="../media/image73.jpeg"/></Relationships>
</file>

<file path=ppt/slides/_rels/slide21.xml.rels><?xml version="1.0" encoding="UTF-8" standalone="yes"?>
<Relationships xmlns="http://schemas.openxmlformats.org/package/2006/relationships"><Relationship Id="rId8" Type="http://schemas.openxmlformats.org/officeDocument/2006/relationships/image" Target="../media/image76.jpeg"/><Relationship Id="rId3" Type="http://schemas.openxmlformats.org/officeDocument/2006/relationships/image" Target="../media/image11.png"/><Relationship Id="rId7" Type="http://schemas.openxmlformats.org/officeDocument/2006/relationships/image" Target="../media/image75.jpe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14.png"/><Relationship Id="rId11" Type="http://schemas.openxmlformats.org/officeDocument/2006/relationships/image" Target="../media/image78.jpeg"/><Relationship Id="rId5" Type="http://schemas.openxmlformats.org/officeDocument/2006/relationships/image" Target="../media/image13.png"/><Relationship Id="rId10" Type="http://schemas.openxmlformats.org/officeDocument/2006/relationships/image" Target="../media/image74.jpeg"/><Relationship Id="rId4" Type="http://schemas.openxmlformats.org/officeDocument/2006/relationships/image" Target="../media/image12.png"/><Relationship Id="rId9" Type="http://schemas.openxmlformats.org/officeDocument/2006/relationships/image" Target="../media/image77.jpeg"/></Relationships>
</file>

<file path=ppt/slides/_rels/slide22.xml.rels><?xml version="1.0" encoding="UTF-8" standalone="yes"?>
<Relationships xmlns="http://schemas.openxmlformats.org/package/2006/relationships"><Relationship Id="rId8" Type="http://schemas.openxmlformats.org/officeDocument/2006/relationships/image" Target="../media/image81.jpeg"/><Relationship Id="rId13" Type="http://schemas.openxmlformats.org/officeDocument/2006/relationships/image" Target="../media/image85.jpeg"/><Relationship Id="rId3" Type="http://schemas.openxmlformats.org/officeDocument/2006/relationships/image" Target="../media/image11.png"/><Relationship Id="rId7" Type="http://schemas.openxmlformats.org/officeDocument/2006/relationships/image" Target="../media/image80.jpeg"/><Relationship Id="rId12" Type="http://schemas.openxmlformats.org/officeDocument/2006/relationships/image" Target="../media/image84.jpe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79.jpeg"/><Relationship Id="rId11"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83.jpeg"/><Relationship Id="rId4" Type="http://schemas.openxmlformats.org/officeDocument/2006/relationships/image" Target="../media/image12.png"/><Relationship Id="rId9" Type="http://schemas.openxmlformats.org/officeDocument/2006/relationships/image" Target="../media/image82.jpe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4.png"/><Relationship Id="rId7" Type="http://schemas.openxmlformats.org/officeDocument/2006/relationships/image" Target="../media/image89.png"/><Relationship Id="rId2" Type="http://schemas.openxmlformats.org/officeDocument/2006/relationships/notesSlide" Target="../notesSlides/notesSlide22.xml"/><Relationship Id="rId1" Type="http://schemas.openxmlformats.org/officeDocument/2006/relationships/slideLayout" Target="../slideLayouts/slideLayout14.xml"/><Relationship Id="rId6" Type="http://schemas.openxmlformats.org/officeDocument/2006/relationships/image" Target="../media/image88.jpeg"/><Relationship Id="rId5" Type="http://schemas.openxmlformats.org/officeDocument/2006/relationships/image" Target="../media/image87.png"/><Relationship Id="rId4" Type="http://schemas.openxmlformats.org/officeDocument/2006/relationships/image" Target="../media/image86.jpeg"/><Relationship Id="rId9" Type="http://schemas.openxmlformats.org/officeDocument/2006/relationships/image" Target="../media/image9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3" name="图片 2"/>
          <p:cNvPicPr>
            <a:picLocks noChangeAspect="1"/>
          </p:cNvPicPr>
          <p:nvPr/>
        </p:nvPicPr>
        <p:blipFill rotWithShape="1">
          <a:blip r:embed="rId2"/>
          <a:srcRect l="9124" r="19006"/>
          <a:stretch/>
        </p:blipFill>
        <p:spPr>
          <a:xfrm>
            <a:off x="-35317" y="0"/>
            <a:ext cx="7559675" cy="10000821"/>
          </a:xfrm>
          <a:prstGeom prst="rect">
            <a:avLst/>
          </a:prstGeom>
        </p:spPr>
      </p:pic>
      <p:pic>
        <p:nvPicPr>
          <p:cNvPr id="3" name="图片 2" descr="一群人站在一起合影&#10;&#10;AI 生成的内容可能不正确。">
            <a:extLst>
              <a:ext uri="{FF2B5EF4-FFF2-40B4-BE49-F238E27FC236}">
                <a16:creationId xmlns:a16="http://schemas.microsoft.com/office/drawing/2014/main" id="{A8CC9906-4223-AC7F-BA19-2064AE853E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290" y="190500"/>
            <a:ext cx="7600965" cy="5039198"/>
          </a:xfrm>
          <a:prstGeom prst="rect">
            <a:avLst/>
          </a:prstGeom>
        </p:spPr>
      </p:pic>
      <p:pic>
        <p:nvPicPr>
          <p:cNvPr id="224" name="图片 4"/>
          <p:cNvPicPr>
            <a:picLocks noChangeAspect="1"/>
          </p:cNvPicPr>
          <p:nvPr/>
        </p:nvPicPr>
        <p:blipFill>
          <a:blip r:embed="rId4"/>
          <a:srcRect l="1" r="464"/>
          <a:stretch/>
        </p:blipFill>
        <p:spPr>
          <a:xfrm rot="10800000" flipV="1">
            <a:off x="-35317" y="5469214"/>
            <a:ext cx="7598381" cy="5188294"/>
          </a:xfrm>
          <a:prstGeom prst="rect">
            <a:avLst/>
          </a:prstGeom>
          <a:ln>
            <a:noFill/>
          </a:ln>
        </p:spPr>
      </p:pic>
      <p:sp>
        <p:nvSpPr>
          <p:cNvPr id="225" name="文本框 7"/>
          <p:cNvSpPr txBox="1"/>
          <p:nvPr/>
        </p:nvSpPr>
        <p:spPr>
          <a:xfrm>
            <a:off x="702032" y="5939763"/>
            <a:ext cx="6123682" cy="770852"/>
          </a:xfrm>
          <a:prstGeom prst="rect">
            <a:avLst/>
          </a:prstGeom>
          <a:noFill/>
        </p:spPr>
        <p:txBody>
          <a:bodyPr wrap="square" rtlCol="0">
            <a:spAutoFit/>
          </a:bodyPr>
          <a:lstStyle/>
          <a:p>
            <a:pPr>
              <a:defRPr/>
            </a:pPr>
            <a:r>
              <a:rPr lang="zh-CN" altLang="en-US" sz="4409" dirty="0">
                <a:solidFill>
                  <a:prstClr val="white"/>
                </a:solidFill>
                <a:latin typeface="微软雅黑" panose="020B0503020204020204" pitchFamily="34" charset="-122"/>
                <a:ea typeface="微软雅黑" panose="020B0503020204020204" pitchFamily="34" charset="-122"/>
              </a:rPr>
              <a:t>香港中文大学（深圳）</a:t>
            </a:r>
            <a:endParaRPr dirty="0"/>
          </a:p>
        </p:txBody>
      </p:sp>
      <p:sp>
        <p:nvSpPr>
          <p:cNvPr id="226" name="文本框 8"/>
          <p:cNvSpPr txBox="1"/>
          <p:nvPr/>
        </p:nvSpPr>
        <p:spPr>
          <a:xfrm>
            <a:off x="1135007" y="6739396"/>
            <a:ext cx="5257732" cy="954107"/>
          </a:xfrm>
          <a:prstGeom prst="rect">
            <a:avLst/>
          </a:prstGeom>
          <a:noFill/>
        </p:spPr>
        <p:txBody>
          <a:bodyPr wrap="square" rtlCol="0">
            <a:spAutoFit/>
          </a:bodyPr>
          <a:lstStyle/>
          <a:p>
            <a:pPr>
              <a:defRPr/>
            </a:pPr>
            <a:r>
              <a:rPr lang="zh-CN" altLang="en-US" sz="5600" b="1" dirty="0">
                <a:solidFill>
                  <a:prstClr val="white"/>
                </a:solidFill>
                <a:latin typeface="Microsoft YaHei" panose="020B0503020204020204" pitchFamily="34" charset="-122"/>
                <a:ea typeface="Microsoft YaHei" panose="020B0503020204020204" pitchFamily="34" charset="-122"/>
                <a:cs typeface="黑体" charset="0"/>
              </a:rPr>
              <a:t>程序设计竞赛队</a:t>
            </a:r>
            <a:endParaRPr sz="5600" dirty="0"/>
          </a:p>
        </p:txBody>
      </p:sp>
      <p:sp>
        <p:nvSpPr>
          <p:cNvPr id="228" name="矩形 19"/>
          <p:cNvSpPr/>
          <p:nvPr/>
        </p:nvSpPr>
        <p:spPr>
          <a:xfrm>
            <a:off x="-41341" y="0"/>
            <a:ext cx="7601016" cy="4945040"/>
          </a:xfrm>
          <a:prstGeom prst="rect">
            <a:avLst/>
          </a:prstGeom>
          <a:gradFill flip="none" rotWithShape="1">
            <a:gsLst>
              <a:gs pos="0">
                <a:schemeClr val="accent1">
                  <a:lumMod val="5000"/>
                  <a:lumOff val="95000"/>
                  <a:alpha val="0"/>
                </a:schemeClr>
              </a:gs>
              <a:gs pos="64000">
                <a:srgbClr val="D8D2F6">
                  <a:alpha val="46000"/>
                </a:srgbClr>
              </a:gs>
              <a:gs pos="87000">
                <a:srgbClr val="9C8AD0"/>
              </a:gs>
              <a:gs pos="98000">
                <a:srgbClr val="6556A3"/>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67" dirty="0"/>
          </a:p>
        </p:txBody>
      </p:sp>
      <p:sp>
        <p:nvSpPr>
          <p:cNvPr id="229" name="箭头: 五边形 17"/>
          <p:cNvSpPr/>
          <p:nvPr/>
        </p:nvSpPr>
        <p:spPr>
          <a:xfrm>
            <a:off x="-23283" y="4841979"/>
            <a:ext cx="7575913" cy="628814"/>
          </a:xfrm>
          <a:prstGeom prst="homePlate">
            <a:avLst>
              <a:gd name="adj" fmla="val 0"/>
            </a:avLst>
          </a:prstGeom>
          <a:gradFill>
            <a:gsLst>
              <a:gs pos="0">
                <a:srgbClr val="441D85"/>
              </a:gs>
              <a:gs pos="100000">
                <a:srgbClr val="441D85">
                  <a:alpha val="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defRPr/>
            </a:pPr>
            <a:endParaRPr lang="zh-CN" altLang="en-US" sz="311">
              <a:solidFill>
                <a:prstClr val="white"/>
              </a:solidFill>
              <a:latin typeface="Calibri" panose="020F0502020204030204"/>
              <a:ea typeface="等线" panose="02010600030101010101" pitchFamily="2" charset="-122"/>
            </a:endParaRPr>
          </a:p>
        </p:txBody>
      </p:sp>
      <p:sp>
        <p:nvSpPr>
          <p:cNvPr id="230" name="文本框 18"/>
          <p:cNvSpPr txBox="1"/>
          <p:nvPr/>
        </p:nvSpPr>
        <p:spPr>
          <a:xfrm>
            <a:off x="1828800" y="4860878"/>
            <a:ext cx="5730876" cy="584775"/>
          </a:xfrm>
          <a:prstGeom prst="rect">
            <a:avLst/>
          </a:prstGeom>
          <a:noFill/>
        </p:spPr>
        <p:txBody>
          <a:bodyPr wrap="square" rtlCol="0">
            <a:spAutoFit/>
          </a:bodyPr>
          <a:lstStyle/>
          <a:p>
            <a:pPr algn="l">
              <a:defRPr/>
            </a:pPr>
            <a:r>
              <a:rPr lang="en-CN" altLang="zh-CN" sz="3200" dirty="0">
                <a:solidFill>
                  <a:prstClr val="white"/>
                </a:solidFill>
                <a:latin typeface="Segoe UI Black" panose="020B0A02040204020203" pitchFamily="34" charset="0"/>
                <a:ea typeface="Segoe UI Black" panose="020B0A02040204020203" pitchFamily="34" charset="0"/>
              </a:rPr>
              <a:t>Programming </a:t>
            </a:r>
            <a:r>
              <a:rPr lang="en-US" altLang="zh-CN" sz="3200" dirty="0">
                <a:solidFill>
                  <a:prstClr val="white"/>
                </a:solidFill>
                <a:latin typeface="Segoe UI Black" panose="020B0A02040204020203" pitchFamily="34" charset="0"/>
                <a:ea typeface="Segoe UI Black" panose="020B0A02040204020203" pitchFamily="34" charset="0"/>
              </a:rPr>
              <a:t>contest</a:t>
            </a:r>
            <a:r>
              <a:rPr lang="en-CN" altLang="zh-CN" sz="3200" dirty="0">
                <a:solidFill>
                  <a:prstClr val="white"/>
                </a:solidFill>
                <a:latin typeface="Segoe UI Black" panose="020B0A02040204020203" pitchFamily="34" charset="0"/>
                <a:ea typeface="Segoe UI Black" panose="020B0A02040204020203" pitchFamily="34" charset="0"/>
              </a:rPr>
              <a:t> team</a:t>
            </a:r>
            <a:endParaRPr lang="zh-CN" altLang="en-US" sz="3200" dirty="0">
              <a:solidFill>
                <a:prstClr val="white"/>
              </a:solidFill>
              <a:latin typeface="Segoe UI Black" panose="020B0A02040204020203" pitchFamily="34" charset="0"/>
              <a:ea typeface="Microsoft YaHei Light" panose="020B0503020204020204" pitchFamily="34" charset="-122"/>
            </a:endParaRPr>
          </a:p>
        </p:txBody>
      </p:sp>
      <p:grpSp>
        <p:nvGrpSpPr>
          <p:cNvPr id="232" name="组合 25"/>
          <p:cNvGrpSpPr/>
          <p:nvPr/>
        </p:nvGrpSpPr>
        <p:grpSpPr>
          <a:xfrm>
            <a:off x="3465445" y="8196852"/>
            <a:ext cx="3620722" cy="1548024"/>
            <a:chOff x="15907559" y="9580972"/>
            <a:chExt cx="7691810" cy="3311332"/>
          </a:xfrm>
        </p:grpSpPr>
        <p:pic>
          <p:nvPicPr>
            <p:cNvPr id="233" name="图形 2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907559" y="11387354"/>
              <a:ext cx="7688926" cy="1504950"/>
            </a:xfrm>
            <a:prstGeom prst="rect">
              <a:avLst/>
            </a:prstGeom>
          </p:spPr>
        </p:pic>
        <p:pic>
          <p:nvPicPr>
            <p:cNvPr id="234" name="图形 24"/>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8011612" y="9580972"/>
              <a:ext cx="5587757" cy="1504950"/>
            </a:xfrm>
            <a:prstGeom prst="rect">
              <a:avLst/>
            </a:prstGeom>
          </p:spPr>
        </p:pic>
      </p:grpSp>
      <p:sp>
        <p:nvSpPr>
          <p:cNvPr id="235" name="文本框 5"/>
          <p:cNvSpPr txBox="1"/>
          <p:nvPr/>
        </p:nvSpPr>
        <p:spPr>
          <a:xfrm>
            <a:off x="-464363" y="4676212"/>
            <a:ext cx="2740638" cy="954107"/>
          </a:xfrm>
          <a:prstGeom prst="rect">
            <a:avLst/>
          </a:prstGeom>
          <a:noFill/>
        </p:spPr>
        <p:txBody>
          <a:bodyPr wrap="square" rtlCol="0">
            <a:spAutoFit/>
          </a:bodyPr>
          <a:lstStyle/>
          <a:p>
            <a:r>
              <a:rPr lang="en-US" altLang="zh-CN" sz="5600" dirty="0">
                <a:solidFill>
                  <a:schemeClr val="bg1"/>
                </a:solidFill>
                <a:latin typeface="Segoe UI Black" panose="020B0A02040204020203" pitchFamily="34" charset="0"/>
                <a:ea typeface="Segoe UI Black" panose="020B0A02040204020203" pitchFamily="34" charset="0"/>
              </a:rPr>
              <a:t>2026</a:t>
            </a:r>
            <a:endParaRPr lang="zh-CN" altLang="en-US" sz="5600" dirty="0">
              <a:solidFill>
                <a:schemeClr val="bg1"/>
              </a:solidFill>
              <a:latin typeface="Segoe UI Black" panose="020B0A02040204020203" pitchFamily="34" charset="0"/>
            </a:endParaRPr>
          </a:p>
        </p:txBody>
      </p:sp>
      <p:pic>
        <p:nvPicPr>
          <p:cNvPr id="7" name="图形 6">
            <a:extLst>
              <a:ext uri="{FF2B5EF4-FFF2-40B4-BE49-F238E27FC236}">
                <a16:creationId xmlns:a16="http://schemas.microsoft.com/office/drawing/2014/main" id="{F6A410B2-8D40-EBDB-B6D8-6CA1F7A6F64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293440" y="427879"/>
            <a:ext cx="4825983" cy="50136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grpSp>
        <p:nvGrpSpPr>
          <p:cNvPr id="508" name="组合 16"/>
          <p:cNvGrpSpPr/>
          <p:nvPr/>
        </p:nvGrpSpPr>
        <p:grpSpPr>
          <a:xfrm>
            <a:off x="9752" y="255633"/>
            <a:ext cx="7549923" cy="9999797"/>
            <a:chOff x="9752" y="255633"/>
            <a:chExt cx="7549923" cy="9999797"/>
          </a:xfrm>
        </p:grpSpPr>
        <p:pic>
          <p:nvPicPr>
            <p:cNvPr id="509" name="图片 1"/>
            <p:cNvPicPr>
              <a:picLocks noChangeAspect="1"/>
            </p:cNvPicPr>
            <p:nvPr/>
          </p:nvPicPr>
          <p:blipFill>
            <a:blip r:embed="rId3"/>
            <a:srcRect r="1505"/>
            <a:stretch/>
          </p:blipFill>
          <p:spPr>
            <a:xfrm>
              <a:off x="9752" y="255633"/>
              <a:ext cx="7549923" cy="9999797"/>
            </a:xfrm>
            <a:prstGeom prst="rect">
              <a:avLst/>
            </a:prstGeom>
          </p:spPr>
        </p:pic>
        <p:pic>
          <p:nvPicPr>
            <p:cNvPr id="510" name="图片 11"/>
            <p:cNvPicPr>
              <a:picLocks noChangeAspect="1"/>
            </p:cNvPicPr>
            <p:nvPr/>
          </p:nvPicPr>
          <p:blipFill>
            <a:blip r:embed="rId4"/>
            <a:stretch>
              <a:fillRect/>
            </a:stretch>
          </p:blipFill>
          <p:spPr>
            <a:xfrm>
              <a:off x="2733503" y="958361"/>
              <a:ext cx="4803852" cy="183897"/>
            </a:xfrm>
            <a:prstGeom prst="rect">
              <a:avLst/>
            </a:prstGeom>
          </p:spPr>
        </p:pic>
        <p:pic>
          <p:nvPicPr>
            <p:cNvPr id="511" name="图片 13"/>
            <p:cNvPicPr>
              <a:picLocks noChangeAspect="1"/>
            </p:cNvPicPr>
            <p:nvPr/>
          </p:nvPicPr>
          <p:blipFill>
            <a:blip r:embed="rId5"/>
            <a:stretch>
              <a:fillRect/>
            </a:stretch>
          </p:blipFill>
          <p:spPr>
            <a:xfrm>
              <a:off x="2955317" y="489607"/>
              <a:ext cx="4480144" cy="476842"/>
            </a:xfrm>
            <a:prstGeom prst="rect">
              <a:avLst/>
            </a:prstGeom>
          </p:spPr>
        </p:pic>
      </p:grpSp>
      <p:sp>
        <p:nvSpPr>
          <p:cNvPr id="512" name="矩形 2"/>
          <p:cNvSpPr/>
          <p:nvPr/>
        </p:nvSpPr>
        <p:spPr>
          <a:xfrm rot="5400000" flipH="1">
            <a:off x="-117542" y="2538149"/>
            <a:ext cx="7804511" cy="666000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513" name="Title Placeholder 1"/>
          <p:cNvSpPr txBox="1"/>
          <p:nvPr/>
        </p:nvSpPr>
        <p:spPr>
          <a:xfrm>
            <a:off x="597052" y="1043459"/>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endParaRPr lang="en-CN" sz="3968"/>
          </a:p>
        </p:txBody>
      </p:sp>
      <p:cxnSp>
        <p:nvCxnSpPr>
          <p:cNvPr id="514" name="图形"/>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515" name="文本框 4"/>
          <p:cNvSpPr txBox="1"/>
          <p:nvPr/>
        </p:nvSpPr>
        <p:spPr>
          <a:xfrm>
            <a:off x="594000" y="1997704"/>
            <a:ext cx="6120000" cy="8145115"/>
          </a:xfrm>
          <a:prstGeom prst="rect">
            <a:avLst/>
          </a:prstGeom>
          <a:noFill/>
        </p:spPr>
        <p:txBody>
          <a:bodyPr wrap="square">
            <a:spAutoFit/>
          </a:bodyPr>
          <a:lstStyle/>
          <a:p>
            <a:pPr algn="just">
              <a:lnSpc>
                <a:spcPct val="125000"/>
              </a:lnSpc>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        </a:t>
            </a:r>
            <a:r>
              <a:rPr lang="zh-CN" altLang="en-US" sz="1500" b="1" dirty="0">
                <a:solidFill>
                  <a:schemeClr val="tx1"/>
                </a:solidFill>
                <a:latin typeface="华文宋体" panose="02010600040101010101" pitchFamily="2" charset="-122"/>
                <a:ea typeface="华文宋体" panose="02010600040101010101" pitchFamily="2" charset="-122"/>
                <a:cs typeface="Times New Roman" panose="02020603050405020304"/>
              </a:rPr>
              <a:t>香港中文大学（深圳）程序设计竞赛队</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以下简称“竞赛队”）是代表香港中文大学（深圳）参加国际/国内大学生程序设计竞赛的组织，由数据科学学院方一向、马晨昊教授任指导老师，本科生孙悠然、何润元任学生队长，共29位学生队员。竞赛队向全校同学开放加入的机会。本年度，代表大学参赛的队员来自多个学院，横跨四个年级。</a:t>
            </a:r>
            <a:endParaRPr sz="1500" dirty="0">
              <a:latin typeface="华文宋体" panose="02010600040101010101" pitchFamily="2" charset="-122"/>
              <a:ea typeface="华文宋体" panose="02010600040101010101" pitchFamily="2" charset="-122"/>
            </a:endParaRPr>
          </a:p>
          <a:p>
            <a:pPr algn="just">
              <a:lnSpc>
                <a:spcPct val="125000"/>
              </a:lnSpc>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        竞赛队所参加的大学生程序设计竞赛是培养高端人才的重要途径。国际大学生程序设计竞赛（International Collegiate Programming Contest）是全球最具影响力的大学生计算机竞赛，被誉为计算机软件领域的奥林匹克。 竞赛队还积极参加中国大学生程序设计竞赛（China Collegiate Programming Contest）等知名赛事。自成立以来，竞赛队目前累计获得</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37</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枚金奖、</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34</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枚银奖、</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20</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枚铜奖。</a:t>
            </a:r>
            <a:endParaRPr lang="en-US" altLang="zh-CN" sz="1500" dirty="0">
              <a:latin typeface="华文宋体" panose="02010600040101010101" pitchFamily="2" charset="-122"/>
              <a:ea typeface="华文宋体" panose="02010600040101010101" pitchFamily="2" charset="-122"/>
            </a:endParaRPr>
          </a:p>
          <a:p>
            <a:pPr algn="just">
              <a:lnSpc>
                <a:spcPct val="125000"/>
              </a:lnSpc>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        参加国内外各类程序设计竞赛之余，竞赛队还成功举办了</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2023-2024</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年香港中文大学（深圳）程序设计竞赛、</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2025-2026</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年粤港澳大湾区国际编程大赛，吸引了全校、大湾区、乃至世界各地学生的参赛。于</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2026</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年</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4</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月</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11</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日，竞赛队成功举办了</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2026</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年国际大学生程序设计竞赛全国邀请赛（深圳），这是我校历史上首次承办</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ICPC</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系列赛事，标志着我校在计算机学科竞赛组织能力及学术影响力方面再上新台阶。此外，竞赛队还积极参与了大学本科生招生，协助附属学校信息学竞赛培训，举办各类编程相关的课程复习讲座，与大湾区其它高校、企业、中小学进行友好互动等。</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a:p>
            <a:pPr algn="just">
              <a:lnSpc>
                <a:spcPct val="125000"/>
              </a:lnSpc>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        竞赛队始终秉持着全栈式培养理念，积极搭建发展平台，为全体队员在校四年期间提供全面成长的机会。在队员大一、大二阶段，竞赛队精心规划，助力队员踊跃参与国内外各类编程赛事，在实战中锤炼技能、积累经验；待队员步入大三大四，竞赛队充分发挥资源优势，将队员推荐至专业课题组以及知名企业，让他们在科研探索与实习实践中深化专业认知、提升综合能力，为未来的职业发展筑牢坚实根基。目前，已毕业的多名队员在加州大学伯克利分校、滑铁卢大学、南洋理工大学等世界顶尖学府攻读博士学位。</a:t>
            </a:r>
            <a:endParaRPr sz="1500" dirty="0">
              <a:latin typeface="华文宋体" panose="02010600040101010101" pitchFamily="2" charset="-122"/>
              <a:ea typeface="华文宋体" panose="02010600040101010101" pitchFamily="2" charset="-122"/>
            </a:endParaRPr>
          </a:p>
        </p:txBody>
      </p:sp>
      <p:sp>
        <p:nvSpPr>
          <p:cNvPr id="516" name="Title Placeholder 1"/>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简介</a:t>
            </a:r>
            <a:endParaRPr lang="en-CN" sz="3200"/>
          </a:p>
        </p:txBody>
      </p:sp>
      <p:pic>
        <p:nvPicPr>
          <p:cNvPr id="517" name="图片 18"/>
          <p:cNvPicPr>
            <a:picLocks noChangeAspect="1"/>
          </p:cNvPicPr>
          <p:nvPr/>
        </p:nvPicPr>
        <p:blipFill>
          <a:blip r:embed="rId6" cstate="print"/>
          <a:stretch>
            <a:fillRect/>
          </a:stretch>
        </p:blipFill>
        <p:spPr>
          <a:xfrm>
            <a:off x="-401919" y="196268"/>
            <a:ext cx="6637825" cy="92559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9" name="组合 18"/>
          <p:cNvGrpSpPr/>
          <p:nvPr/>
        </p:nvGrpSpPr>
        <p:grpSpPr>
          <a:xfrm>
            <a:off x="9752" y="255633"/>
            <a:ext cx="7549923" cy="9999797"/>
            <a:chOff x="9752" y="255633"/>
            <a:chExt cx="7549923" cy="9999797"/>
          </a:xfrm>
        </p:grpSpPr>
        <p:pic>
          <p:nvPicPr>
            <p:cNvPr id="520" name="图片 20"/>
            <p:cNvPicPr>
              <a:picLocks noChangeAspect="1"/>
            </p:cNvPicPr>
            <p:nvPr/>
          </p:nvPicPr>
          <p:blipFill>
            <a:blip r:embed="rId2"/>
            <a:srcRect r="1505"/>
            <a:stretch/>
          </p:blipFill>
          <p:spPr>
            <a:xfrm>
              <a:off x="9752" y="255633"/>
              <a:ext cx="7549923" cy="9999797"/>
            </a:xfrm>
            <a:prstGeom prst="rect">
              <a:avLst/>
            </a:prstGeom>
          </p:spPr>
        </p:pic>
        <p:pic>
          <p:nvPicPr>
            <p:cNvPr id="521" name="图片 22"/>
            <p:cNvPicPr>
              <a:picLocks noChangeAspect="1"/>
            </p:cNvPicPr>
            <p:nvPr/>
          </p:nvPicPr>
          <p:blipFill>
            <a:blip r:embed="rId3"/>
            <a:stretch>
              <a:fillRect/>
            </a:stretch>
          </p:blipFill>
          <p:spPr>
            <a:xfrm>
              <a:off x="2733503" y="958361"/>
              <a:ext cx="4803852" cy="183897"/>
            </a:xfrm>
            <a:prstGeom prst="rect">
              <a:avLst/>
            </a:prstGeom>
          </p:spPr>
        </p:pic>
        <p:pic>
          <p:nvPicPr>
            <p:cNvPr id="522" name="图片 24"/>
            <p:cNvPicPr>
              <a:picLocks noChangeAspect="1"/>
            </p:cNvPicPr>
            <p:nvPr/>
          </p:nvPicPr>
          <p:blipFill>
            <a:blip r:embed="rId4"/>
            <a:stretch>
              <a:fillRect/>
            </a:stretch>
          </p:blipFill>
          <p:spPr>
            <a:xfrm>
              <a:off x="2955317" y="489607"/>
              <a:ext cx="4480144" cy="476842"/>
            </a:xfrm>
            <a:prstGeom prst="rect">
              <a:avLst/>
            </a:prstGeom>
          </p:spPr>
        </p:pic>
      </p:grpSp>
      <p:sp>
        <p:nvSpPr>
          <p:cNvPr id="523" name="矩形 3"/>
          <p:cNvSpPr/>
          <p:nvPr/>
        </p:nvSpPr>
        <p:spPr>
          <a:xfrm rot="10800000">
            <a:off x="469113" y="2351809"/>
            <a:ext cx="6860150" cy="7033799"/>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524" name="Title Placeholder 1"/>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目录</a:t>
            </a:r>
            <a:endParaRPr lang="en-CN" sz="3200"/>
          </a:p>
        </p:txBody>
      </p:sp>
      <p:cxnSp>
        <p:nvCxnSpPr>
          <p:cNvPr id="525" name="图形"/>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526" name="object 18"/>
          <p:cNvSpPr/>
          <p:nvPr/>
        </p:nvSpPr>
        <p:spPr>
          <a:xfrm rot="16200000" flipV="1">
            <a:off x="-2687034" y="5314140"/>
            <a:ext cx="6348755" cy="845456"/>
          </a:xfrm>
          <a:custGeom>
            <a:avLst/>
            <a:gdLst/>
            <a:ahLst/>
            <a:cxnLst/>
            <a:rect l="l" t="t" r="r" b="b"/>
            <a:pathLst>
              <a:path w="18185765">
                <a:moveTo>
                  <a:pt x="0" y="0"/>
                </a:moveTo>
                <a:lnTo>
                  <a:pt x="18185310" y="0"/>
                </a:lnTo>
              </a:path>
            </a:pathLst>
          </a:custGeom>
          <a:ln w="73025">
            <a:solidFill>
              <a:srgbClr val="FFA701"/>
            </a:solidFill>
          </a:ln>
        </p:spPr>
        <p:txBody>
          <a:bodyPr wrap="square" lIns="0" tIns="0" rIns="0" bIns="0" rtlCol="0"/>
          <a:lstStyle/>
          <a:p>
            <a:pPr>
              <a:defRPr/>
            </a:pPr>
            <a:endParaRPr sz="903">
              <a:latin typeface="Microsoft YaHei" panose="020B0503020204020204" pitchFamily="34" charset="-122"/>
              <a:ea typeface="Microsoft YaHei" panose="020B0503020204020204" pitchFamily="34" charset="-122"/>
              <a:cs typeface="Helvetica Neue"/>
            </a:endParaRPr>
          </a:p>
        </p:txBody>
      </p:sp>
      <p:sp>
        <p:nvSpPr>
          <p:cNvPr id="529" name="文本框 19"/>
          <p:cNvSpPr txBox="1"/>
          <p:nvPr/>
        </p:nvSpPr>
        <p:spPr>
          <a:xfrm>
            <a:off x="1125014" y="2576546"/>
            <a:ext cx="5983870" cy="6786473"/>
          </a:xfrm>
          <a:prstGeom prst="rect">
            <a:avLst/>
          </a:prstGeom>
          <a:noFill/>
        </p:spPr>
        <p:txBody>
          <a:bodyPr wrap="square">
            <a:spAutoFit/>
          </a:bodyPr>
          <a:lstStyle/>
          <a:p>
            <a:pPr algn="l" defTabSz="567066" hangingPunct="1">
              <a:defRPr/>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赛事简介   </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…………………………………………………………1</a:t>
            </a:r>
          </a:p>
          <a:p>
            <a:pPr algn="l" defTabSz="567066" hangingPunct="1">
              <a:defRPr/>
            </a:pP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a:p>
            <a:pPr algn="l" defTabSz="567066" hangingPunct="1">
              <a:defRPr/>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为什么参加竞赛   </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…………………………………………………2</a:t>
            </a:r>
          </a:p>
          <a:p>
            <a:pPr algn="l" defTabSz="567066" hangingPunct="1">
              <a:defRPr/>
            </a:pP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a:p>
            <a:pPr algn="l" defTabSz="567066" hangingPunct="1">
              <a:defRPr/>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竞赛队宗旨   </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………………………………………………………3</a:t>
            </a:r>
          </a:p>
          <a:p>
            <a:pPr algn="l" defTabSz="567066" hangingPunct="1">
              <a:defRPr/>
            </a:pPr>
            <a:endParaRPr lang="en-CN" altLang="zh-CN"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a:p>
            <a:pPr algn="l" defTabSz="567066" hangingPunct="1">
              <a:defRPr/>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指导教师   </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…………………………………………………………4</a:t>
            </a:r>
          </a:p>
          <a:p>
            <a:pPr algn="l" defTabSz="567066" hangingPunct="1">
              <a:defRPr/>
            </a:pPr>
            <a:endParaRPr lang="en-CN" altLang="zh-CN"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a:p>
            <a:pPr algn="l" defTabSz="567066" hangingPunct="1">
              <a:defRPr/>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历任队长   </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…………………………………………………………5</a:t>
            </a:r>
          </a:p>
          <a:p>
            <a:pPr algn="l" defTabSz="567066" hangingPunct="1">
              <a:defRPr/>
            </a:pPr>
            <a:endParaRPr lang="en-CN" altLang="zh-CN"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a:p>
            <a:pPr algn="l" defTabSz="567066" hangingPunct="1">
              <a:defRPr/>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全栈式培养   </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………………………………………………………6</a:t>
            </a:r>
          </a:p>
          <a:p>
            <a:pPr algn="l" defTabSz="567066" hangingPunct="1">
              <a:defRPr/>
            </a:pPr>
            <a:endParaRPr lang="en-CN" altLang="zh-CN"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a:p>
            <a:pPr algn="l" defTabSz="567066" hangingPunct="1">
              <a:defRPr/>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团队发展   </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…………………………………………………………7</a:t>
            </a:r>
          </a:p>
          <a:p>
            <a:pPr algn="l" defTabSz="567066" hangingPunct="1">
              <a:defRPr/>
            </a:pPr>
            <a:endParaRPr lang="en-CN" altLang="zh-CN"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a:p>
            <a:pPr algn="l" defTabSz="567066" hangingPunct="1">
              <a:defRPr/>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竞赛队成果   </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………………………………………………………8</a:t>
            </a:r>
          </a:p>
          <a:p>
            <a:pPr algn="l" defTabSz="567066" hangingPunct="1">
              <a:defRPr/>
            </a:pP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a:p>
            <a:pPr algn="l" defTabSz="567066" hangingPunct="1">
              <a:defRPr/>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优秀队伍   </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…………………………………………………………9</a:t>
            </a:r>
          </a:p>
          <a:p>
            <a:pPr algn="l" defTabSz="567066" hangingPunct="1">
              <a:defRPr/>
            </a:pP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a:p>
            <a:pPr algn="l" defTabSz="567066" hangingPunct="1">
              <a:defRPr/>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企业实习   </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…………………………………………………………10</a:t>
            </a:r>
          </a:p>
          <a:p>
            <a:pPr algn="l" defTabSz="567066" hangingPunct="1">
              <a:defRPr/>
            </a:pP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a:p>
            <a:pPr algn="l" defTabSz="567066" hangingPunct="1">
              <a:defRPr/>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科研活动   </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…………………………………………………………11</a:t>
            </a:r>
          </a:p>
          <a:p>
            <a:pPr algn="l" defTabSz="567066" hangingPunct="1">
              <a:defRPr/>
            </a:pPr>
            <a:endParaRPr lang="en-CN" altLang="zh-CN"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a:p>
            <a:pPr algn="l" defTabSz="567066" hangingPunct="1">
              <a:defRPr/>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活动风采   </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…………………………………………………………15</a:t>
            </a:r>
          </a:p>
          <a:p>
            <a:pPr algn="l" defTabSz="567066" hangingPunct="1">
              <a:defRPr/>
            </a:pPr>
            <a:endParaRPr lang="en-CN" altLang="zh-CN"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a:p>
            <a:pPr algn="l" defTabSz="567066" hangingPunct="1">
              <a:defRPr/>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曾获</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ICPC/CCPC</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奖项队员   </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………………………………………20</a:t>
            </a:r>
          </a:p>
          <a:p>
            <a:pPr algn="l" defTabSz="567066" hangingPunct="1">
              <a:defRPr/>
            </a:pPr>
            <a:endParaRPr lang="en-CN" altLang="zh-CN" sz="1500">
              <a:solidFill>
                <a:schemeClr val="tx1"/>
              </a:solidFill>
              <a:latin typeface="华文宋体" panose="02010600040101010101" pitchFamily="2" charset="-122"/>
              <a:ea typeface="华文宋体" panose="02010600040101010101" pitchFamily="2" charset="-122"/>
              <a:cs typeface="Times New Roman" panose="02020603050405020304"/>
            </a:endParaRPr>
          </a:p>
          <a:p>
            <a:pPr algn="l" defTabSz="567066" hangingPunct="1">
              <a:defRPr/>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优秀队员去向   </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……………………………………………………21</a:t>
            </a:r>
            <a:endParaRPr lang="en-CN" altLang="zh-CN" sz="1500">
              <a:solidFill>
                <a:schemeClr val="tx1"/>
              </a:solidFill>
              <a:latin typeface="华文宋体" panose="02010600040101010101" pitchFamily="2" charset="-122"/>
              <a:ea typeface="华文宋体" panose="02010600040101010101" pitchFamily="2" charset="-122"/>
              <a:cs typeface="Times New Roman" panose="02020603050405020304"/>
            </a:endParaRPr>
          </a:p>
          <a:p>
            <a:pPr algn="l" defTabSz="567066" hangingPunct="1">
              <a:defRPr/>
            </a:pPr>
            <a:endParaRPr lang="en-CN" altLang="zh-CN"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p:txBody>
      </p:sp>
      <p:pic>
        <p:nvPicPr>
          <p:cNvPr id="544" name="图片 29"/>
          <p:cNvPicPr>
            <a:picLocks noChangeAspect="1"/>
          </p:cNvPicPr>
          <p:nvPr/>
        </p:nvPicPr>
        <p:blipFill>
          <a:blip r:embed="rId5" cstate="print"/>
          <a:stretch>
            <a:fillRect/>
          </a:stretch>
        </p:blipFill>
        <p:spPr>
          <a:xfrm>
            <a:off x="1336928" y="196268"/>
            <a:ext cx="6637825" cy="92559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332F6-397E-4755-6C40-F85477DDA673}"/>
            </a:ext>
          </a:extLst>
        </p:cNvPr>
        <p:cNvGrpSpPr/>
        <p:nvPr/>
      </p:nvGrpSpPr>
      <p:grpSpPr>
        <a:xfrm>
          <a:off x="0" y="0"/>
          <a:ext cx="0" cy="0"/>
          <a:chOff x="0" y="0"/>
          <a:chExt cx="0" cy="0"/>
        </a:xfrm>
      </p:grpSpPr>
      <p:grpSp>
        <p:nvGrpSpPr>
          <p:cNvPr id="654" name="组合 6">
            <a:extLst>
              <a:ext uri="{FF2B5EF4-FFF2-40B4-BE49-F238E27FC236}">
                <a16:creationId xmlns:a16="http://schemas.microsoft.com/office/drawing/2014/main" id="{126102AC-0BF0-889B-A54E-0F5DEFDD88E6}"/>
              </a:ext>
            </a:extLst>
          </p:cNvPr>
          <p:cNvGrpSpPr/>
          <p:nvPr/>
        </p:nvGrpSpPr>
        <p:grpSpPr>
          <a:xfrm>
            <a:off x="9752" y="524078"/>
            <a:ext cx="7549923" cy="9999797"/>
            <a:chOff x="9752" y="255633"/>
            <a:chExt cx="7549923" cy="9999797"/>
          </a:xfrm>
        </p:grpSpPr>
        <p:pic>
          <p:nvPicPr>
            <p:cNvPr id="655" name="图片 7">
              <a:extLst>
                <a:ext uri="{FF2B5EF4-FFF2-40B4-BE49-F238E27FC236}">
                  <a16:creationId xmlns:a16="http://schemas.microsoft.com/office/drawing/2014/main" id="{1803F336-89AE-F12B-F495-5D42D41832EF}"/>
                </a:ext>
              </a:extLst>
            </p:cNvPr>
            <p:cNvPicPr>
              <a:picLocks noChangeAspect="1"/>
            </p:cNvPicPr>
            <p:nvPr/>
          </p:nvPicPr>
          <p:blipFill>
            <a:blip r:embed="rId2"/>
            <a:srcRect r="1505"/>
            <a:stretch/>
          </p:blipFill>
          <p:spPr>
            <a:xfrm>
              <a:off x="9752" y="255633"/>
              <a:ext cx="7549923" cy="9999797"/>
            </a:xfrm>
            <a:prstGeom prst="rect">
              <a:avLst/>
            </a:prstGeom>
          </p:spPr>
        </p:pic>
        <p:pic>
          <p:nvPicPr>
            <p:cNvPr id="656" name="图片 9">
              <a:extLst>
                <a:ext uri="{FF2B5EF4-FFF2-40B4-BE49-F238E27FC236}">
                  <a16:creationId xmlns:a16="http://schemas.microsoft.com/office/drawing/2014/main" id="{B9D659DF-9D61-1C85-301C-A035DAF5354D}"/>
                </a:ext>
              </a:extLst>
            </p:cNvPr>
            <p:cNvPicPr>
              <a:picLocks noChangeAspect="1"/>
            </p:cNvPicPr>
            <p:nvPr/>
          </p:nvPicPr>
          <p:blipFill>
            <a:blip r:embed="rId3"/>
            <a:stretch>
              <a:fillRect/>
            </a:stretch>
          </p:blipFill>
          <p:spPr>
            <a:xfrm>
              <a:off x="2733503" y="958361"/>
              <a:ext cx="4803852" cy="183897"/>
            </a:xfrm>
            <a:prstGeom prst="rect">
              <a:avLst/>
            </a:prstGeom>
          </p:spPr>
        </p:pic>
        <p:pic>
          <p:nvPicPr>
            <p:cNvPr id="657" name="图片 12">
              <a:extLst>
                <a:ext uri="{FF2B5EF4-FFF2-40B4-BE49-F238E27FC236}">
                  <a16:creationId xmlns:a16="http://schemas.microsoft.com/office/drawing/2014/main" id="{2BD3AF51-835D-715D-2B3A-057D36492B67}"/>
                </a:ext>
              </a:extLst>
            </p:cNvPr>
            <p:cNvPicPr>
              <a:picLocks noChangeAspect="1"/>
            </p:cNvPicPr>
            <p:nvPr/>
          </p:nvPicPr>
          <p:blipFill>
            <a:blip r:embed="rId4"/>
            <a:stretch>
              <a:fillRect/>
            </a:stretch>
          </p:blipFill>
          <p:spPr>
            <a:xfrm>
              <a:off x="2955317" y="489607"/>
              <a:ext cx="4480144" cy="476842"/>
            </a:xfrm>
            <a:prstGeom prst="rect">
              <a:avLst/>
            </a:prstGeom>
          </p:spPr>
        </p:pic>
      </p:grpSp>
      <p:pic>
        <p:nvPicPr>
          <p:cNvPr id="2" name="图片 18">
            <a:extLst>
              <a:ext uri="{FF2B5EF4-FFF2-40B4-BE49-F238E27FC236}">
                <a16:creationId xmlns:a16="http://schemas.microsoft.com/office/drawing/2014/main" id="{E9F2F4E9-FA18-5B4D-D030-D66900B3A803}"/>
              </a:ext>
            </a:extLst>
          </p:cNvPr>
          <p:cNvPicPr>
            <a:picLocks noChangeAspect="1"/>
          </p:cNvPicPr>
          <p:nvPr/>
        </p:nvPicPr>
        <p:blipFill>
          <a:blip r:embed="rId5" cstate="print"/>
          <a:stretch>
            <a:fillRect/>
          </a:stretch>
        </p:blipFill>
        <p:spPr>
          <a:xfrm>
            <a:off x="-401919" y="196268"/>
            <a:ext cx="6637825" cy="925594"/>
          </a:xfrm>
          <a:prstGeom prst="rect">
            <a:avLst/>
          </a:prstGeom>
        </p:spPr>
      </p:pic>
      <p:sp>
        <p:nvSpPr>
          <p:cNvPr id="3" name="矩形 4">
            <a:extLst>
              <a:ext uri="{FF2B5EF4-FFF2-40B4-BE49-F238E27FC236}">
                <a16:creationId xmlns:a16="http://schemas.microsoft.com/office/drawing/2014/main" id="{4082D9D0-7C9C-07DA-8884-0AD349AE4A62}"/>
              </a:ext>
            </a:extLst>
          </p:cNvPr>
          <p:cNvSpPr/>
          <p:nvPr/>
        </p:nvSpPr>
        <p:spPr>
          <a:xfrm rot="5400000" flipH="1">
            <a:off x="3694631" y="1387429"/>
            <a:ext cx="503492" cy="554400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4" name="矩形 7">
            <a:extLst>
              <a:ext uri="{FF2B5EF4-FFF2-40B4-BE49-F238E27FC236}">
                <a16:creationId xmlns:a16="http://schemas.microsoft.com/office/drawing/2014/main" id="{AA796CAA-B5B8-CDF1-E0D7-C7EF6FD47E55}"/>
              </a:ext>
            </a:extLst>
          </p:cNvPr>
          <p:cNvSpPr/>
          <p:nvPr/>
        </p:nvSpPr>
        <p:spPr>
          <a:xfrm rot="5400000" flipH="1">
            <a:off x="3550280" y="1990936"/>
            <a:ext cx="792196" cy="554400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5" name="矩形 3">
            <a:extLst>
              <a:ext uri="{FF2B5EF4-FFF2-40B4-BE49-F238E27FC236}">
                <a16:creationId xmlns:a16="http://schemas.microsoft.com/office/drawing/2014/main" id="{E8A0745D-4A47-122C-09BF-2EA478FAA189}"/>
              </a:ext>
            </a:extLst>
          </p:cNvPr>
          <p:cNvSpPr/>
          <p:nvPr/>
        </p:nvSpPr>
        <p:spPr>
          <a:xfrm rot="5400000" flipH="1">
            <a:off x="3675278" y="1004820"/>
            <a:ext cx="542198" cy="554400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dirty="0"/>
          </a:p>
        </p:txBody>
      </p:sp>
      <p:sp>
        <p:nvSpPr>
          <p:cNvPr id="6" name="文本框 32">
            <a:extLst>
              <a:ext uri="{FF2B5EF4-FFF2-40B4-BE49-F238E27FC236}">
                <a16:creationId xmlns:a16="http://schemas.microsoft.com/office/drawing/2014/main" id="{CBE49586-7CD6-69F9-5D56-621742C817B9}"/>
              </a:ext>
            </a:extLst>
          </p:cNvPr>
          <p:cNvSpPr txBox="1"/>
          <p:nvPr/>
        </p:nvSpPr>
        <p:spPr>
          <a:xfrm>
            <a:off x="1166951" y="3505722"/>
            <a:ext cx="5544000" cy="323165"/>
          </a:xfrm>
          <a:prstGeom prst="rect">
            <a:avLst/>
          </a:prstGeom>
          <a:noFill/>
        </p:spPr>
        <p:txBody>
          <a:bodyPr wrap="square" rtlCol="0">
            <a:spAutoFit/>
          </a:bodyPr>
          <a:lstStyle/>
          <a:p>
            <a:pPr algn="l" defTabSz="567066" hangingPunct="1"/>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以团队的形式代表学校参赛，每队由三名队员组成</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p:txBody>
      </p:sp>
      <p:cxnSp>
        <p:nvCxnSpPr>
          <p:cNvPr id="10" name="图形">
            <a:extLst>
              <a:ext uri="{FF2B5EF4-FFF2-40B4-BE49-F238E27FC236}">
                <a16:creationId xmlns:a16="http://schemas.microsoft.com/office/drawing/2014/main" id="{7D9822C6-C420-7A39-BF81-86216B1AFAC6}"/>
              </a:ext>
            </a:extLst>
          </p:cNvPr>
          <p:cNvCxnSpPr>
            <a:cxnSpLocks/>
          </p:cNvCxnSpPr>
          <p:nvPr/>
        </p:nvCxnSpPr>
        <p:spPr>
          <a:xfrm flipH="1">
            <a:off x="811052" y="3742613"/>
            <a:ext cx="4452" cy="720000"/>
          </a:xfrm>
          <a:prstGeom prst="line">
            <a:avLst/>
          </a:prstGeom>
          <a:ln w="19050">
            <a:solidFill>
              <a:schemeClr val="bg2">
                <a:lumMod val="50000"/>
              </a:schemeClr>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22" name="Title Placeholder 1">
            <a:extLst>
              <a:ext uri="{FF2B5EF4-FFF2-40B4-BE49-F238E27FC236}">
                <a16:creationId xmlns:a16="http://schemas.microsoft.com/office/drawing/2014/main" id="{D1A77D56-6A00-B905-40C4-5AAE02707833}"/>
              </a:ext>
            </a:extLst>
          </p:cNvPr>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赛事简介</a:t>
            </a:r>
            <a:endParaRPr lang="en-CN" sz="3200"/>
          </a:p>
        </p:txBody>
      </p:sp>
      <p:pic>
        <p:nvPicPr>
          <p:cNvPr id="23" name="IMG_0602.jpeg" descr="IMG_0602.jpeg">
            <a:extLst>
              <a:ext uri="{FF2B5EF4-FFF2-40B4-BE49-F238E27FC236}">
                <a16:creationId xmlns:a16="http://schemas.microsoft.com/office/drawing/2014/main" id="{9019FDCB-9B4E-BF1A-1BC8-FD23609E7FCF}"/>
              </a:ext>
            </a:extLst>
          </p:cNvPr>
          <p:cNvPicPr>
            <a:picLocks noChangeAspect="1"/>
          </p:cNvPicPr>
          <p:nvPr/>
        </p:nvPicPr>
        <p:blipFill rotWithShape="1">
          <a:blip r:embed="rId6">
            <a:alphaModFix/>
          </a:blip>
          <a:srcRect t="48698" r="5051" b="18011"/>
          <a:stretch>
            <a:fillRect/>
          </a:stretch>
        </p:blipFill>
        <p:spPr>
          <a:xfrm>
            <a:off x="1403037" y="1989675"/>
            <a:ext cx="4763353" cy="1252603"/>
          </a:xfrm>
          <a:prstGeom prst="rect">
            <a:avLst/>
          </a:prstGeom>
          <a:ln w="12700">
            <a:miter lim="400000"/>
            <a:headEnd/>
            <a:tailEnd/>
          </a:ln>
          <a:effectLst>
            <a:outerShdw blurRad="558800" dist="38100" dir="2700000" sx="96000" sy="96000" algn="tl" rotWithShape="0">
              <a:prstClr val="black">
                <a:alpha val="52000"/>
              </a:prstClr>
            </a:outerShdw>
          </a:effectLst>
        </p:spPr>
      </p:pic>
      <p:sp>
        <p:nvSpPr>
          <p:cNvPr id="24" name="图形">
            <a:extLst>
              <a:ext uri="{FF2B5EF4-FFF2-40B4-BE49-F238E27FC236}">
                <a16:creationId xmlns:a16="http://schemas.microsoft.com/office/drawing/2014/main" id="{BF411E2F-A019-C037-9EB1-FEC1BB63B0F0}"/>
              </a:ext>
            </a:extLst>
          </p:cNvPr>
          <p:cNvSpPr/>
          <p:nvPr/>
        </p:nvSpPr>
        <p:spPr>
          <a:xfrm rot="2700000">
            <a:off x="627878" y="3919515"/>
            <a:ext cx="370800" cy="371805"/>
          </a:xfrm>
          <a:prstGeom prst="ellipse">
            <a:avLst/>
          </a:prstGeom>
          <a:solidFill>
            <a:srgbClr val="FFA701"/>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27955" tIns="14568" rIns="27955" bIns="14568"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buFont typeface="阿里巴巴普惠体 Heavy" panose="00020600040101010101" charset="-122"/>
            </a:pPr>
            <a:endParaRPr lang="zh-CN" altLang="en-US" sz="558">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cxnSp>
        <p:nvCxnSpPr>
          <p:cNvPr id="26" name="图形">
            <a:extLst>
              <a:ext uri="{FF2B5EF4-FFF2-40B4-BE49-F238E27FC236}">
                <a16:creationId xmlns:a16="http://schemas.microsoft.com/office/drawing/2014/main" id="{20B1801A-FA40-B9F5-D2A9-F36BC7FEBBE1}"/>
              </a:ext>
            </a:extLst>
          </p:cNvPr>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27" name="文本框 11">
            <a:extLst>
              <a:ext uri="{FF2B5EF4-FFF2-40B4-BE49-F238E27FC236}">
                <a16:creationId xmlns:a16="http://schemas.microsoft.com/office/drawing/2014/main" id="{035E6066-7F24-E197-BFAC-00DD9322355F}"/>
              </a:ext>
            </a:extLst>
          </p:cNvPr>
          <p:cNvSpPr txBox="1"/>
          <p:nvPr/>
        </p:nvSpPr>
        <p:spPr>
          <a:xfrm>
            <a:off x="1166951" y="3907684"/>
            <a:ext cx="5544000" cy="323165"/>
          </a:xfrm>
          <a:prstGeom prst="rect">
            <a:avLst/>
          </a:prstGeom>
          <a:noFill/>
        </p:spPr>
        <p:txBody>
          <a:bodyPr wrap="square">
            <a:spAutoFit/>
          </a:bodyPr>
          <a:lstStyle/>
          <a:p>
            <a:pPr algn="l"/>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使用一台电脑在</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5</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小时内用编程解决</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7-13</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道程序设计问题</a:t>
            </a:r>
            <a:endParaRPr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p:txBody>
      </p:sp>
      <p:sp>
        <p:nvSpPr>
          <p:cNvPr id="28" name="文本框 13">
            <a:extLst>
              <a:ext uri="{FF2B5EF4-FFF2-40B4-BE49-F238E27FC236}">
                <a16:creationId xmlns:a16="http://schemas.microsoft.com/office/drawing/2014/main" id="{77765650-0F8A-28D0-D136-71AAC9AE788C}"/>
              </a:ext>
            </a:extLst>
          </p:cNvPr>
          <p:cNvSpPr txBox="1"/>
          <p:nvPr/>
        </p:nvSpPr>
        <p:spPr>
          <a:xfrm>
            <a:off x="1166951" y="4297051"/>
            <a:ext cx="5544000" cy="629596"/>
          </a:xfrm>
          <a:prstGeom prst="rect">
            <a:avLst/>
          </a:prstGeom>
          <a:noFill/>
        </p:spPr>
        <p:txBody>
          <a:bodyPr wrap="square">
            <a:spAutoFit/>
          </a:bodyPr>
          <a:lstStyle/>
          <a:p>
            <a:pPr algn="l" defTabSz="567066" hangingPunct="1">
              <a:lnSpc>
                <a:spcPct val="125000"/>
              </a:lnSpc>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旨在展示大学生创新能力、团队精神、和在压力下编写程序、分析和解决问题的能力</a:t>
            </a:r>
            <a:endParaRPr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p:txBody>
      </p:sp>
      <p:sp>
        <p:nvSpPr>
          <p:cNvPr id="29" name="椭圆 30">
            <a:extLst>
              <a:ext uri="{FF2B5EF4-FFF2-40B4-BE49-F238E27FC236}">
                <a16:creationId xmlns:a16="http://schemas.microsoft.com/office/drawing/2014/main" id="{61109F3E-1EED-ED36-40AF-F2AEA20F0E2A}"/>
              </a:ext>
            </a:extLst>
          </p:cNvPr>
          <p:cNvSpPr/>
          <p:nvPr/>
        </p:nvSpPr>
        <p:spPr>
          <a:xfrm>
            <a:off x="1327759" y="5837239"/>
            <a:ext cx="1177445" cy="1803638"/>
          </a:xfrm>
          <a:prstGeom prst="ellipse">
            <a:avLst/>
          </a:prstGeom>
          <a:gradFill>
            <a:gsLst>
              <a:gs pos="0">
                <a:schemeClr val="bg1">
                  <a:alpha val="0"/>
                </a:schemeClr>
              </a:gs>
              <a:gs pos="100000">
                <a:schemeClr val="bg1">
                  <a:alpha val="45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30" name="Google Shape;1092;p45">
            <a:extLst>
              <a:ext uri="{FF2B5EF4-FFF2-40B4-BE49-F238E27FC236}">
                <a16:creationId xmlns:a16="http://schemas.microsoft.com/office/drawing/2014/main" id="{463C24A7-74B1-CEE1-4DBE-13375BB470DD}"/>
              </a:ext>
            </a:extLst>
          </p:cNvPr>
          <p:cNvSpPr/>
          <p:nvPr/>
        </p:nvSpPr>
        <p:spPr>
          <a:xfrm>
            <a:off x="2116354" y="5836168"/>
            <a:ext cx="4710331" cy="586585"/>
          </a:xfrm>
          <a:prstGeom prst="roundRect">
            <a:avLst>
              <a:gd name="adj" fmla="val 50000"/>
            </a:avLst>
          </a:prstGeom>
          <a:solidFill>
            <a:schemeClr val="bg1"/>
          </a:solidFill>
          <a:ln w="6350" cap="flat" cmpd="sng">
            <a:noFill/>
            <a:prstDash val="solid"/>
            <a:round/>
            <a:headEnd type="none" w="sm" len="sm"/>
            <a:tailEnd type="none" w="sm" len="sm"/>
          </a:ln>
          <a:effectLst>
            <a:outerShdw blurRad="254000" sx="102000" sy="102000" algn="ctr" rotWithShape="0">
              <a:srgbClr val="441D85">
                <a:alpha val="10000"/>
              </a:srgbClr>
            </a:outerShdw>
          </a:effectLst>
        </p:spPr>
        <p:txBody>
          <a:bodyPr spcFirstLastPara="1" wrap="square" lIns="37792" tIns="37792" rIns="37792" bIns="37792" anchor="ctr" anchorCtr="0">
            <a:noAutofit/>
          </a:bodyPr>
          <a:lstStyle/>
          <a:p>
            <a:pPr algn="l" defTabSz="378035" hangingPunct="1">
              <a:buClr>
                <a:srgbClr val="000000"/>
              </a:buClr>
              <a:defRPr/>
            </a:pPr>
            <a:endParaRPr sz="579">
              <a:solidFill>
                <a:schemeClr val="tx1">
                  <a:lumMod val="50000"/>
                  <a:lumOff val="50000"/>
                </a:schemeClr>
              </a:solidFill>
              <a:latin typeface="思源宋体 CN" panose="02020400000000000000" pitchFamily="18" charset="-122"/>
              <a:ea typeface="思源宋体 CN" panose="02020400000000000000" pitchFamily="18" charset="-122"/>
              <a:cs typeface="阿里巴巴普惠体" panose="00020600040101010101" pitchFamily="18" charset="-122"/>
              <a:sym typeface="思源宋体 CN" panose="02020400000000000000" pitchFamily="18" charset="-122"/>
            </a:endParaRPr>
          </a:p>
        </p:txBody>
      </p:sp>
      <p:sp>
        <p:nvSpPr>
          <p:cNvPr id="31" name="文本框 5">
            <a:extLst>
              <a:ext uri="{FF2B5EF4-FFF2-40B4-BE49-F238E27FC236}">
                <a16:creationId xmlns:a16="http://schemas.microsoft.com/office/drawing/2014/main" id="{A8D39725-7E2A-808B-EBB0-0990A501CC5B}"/>
              </a:ext>
            </a:extLst>
          </p:cNvPr>
          <p:cNvSpPr txBox="1"/>
          <p:nvPr/>
        </p:nvSpPr>
        <p:spPr>
          <a:xfrm>
            <a:off x="2229787" y="5814662"/>
            <a:ext cx="4360993" cy="629596"/>
          </a:xfrm>
          <a:prstGeom prst="rect">
            <a:avLst/>
          </a:prstGeom>
          <a:noFill/>
        </p:spPr>
        <p:txBody>
          <a:bodyPr wrap="square" rtlCol="0">
            <a:spAutoFit/>
          </a:bodyPr>
          <a:lstStyle/>
          <a:p>
            <a:pPr marL="360480" lvl="1" indent="0" algn="l" defTabSz="1007943" hangingPunct="1">
              <a:lnSpc>
                <a:spcPct val="125000"/>
              </a:lnSpc>
              <a:spcBef>
                <a:spcPts val="551"/>
              </a:spcBef>
              <a:buClr>
                <a:schemeClr val="accent2">
                  <a:lumMod val="25000"/>
                </a:schemeClr>
              </a:buClr>
              <a:buSzPct val="60000"/>
              <a:defRPr sz="2200">
                <a:solidFill>
                  <a:srgbClr val="2E063D"/>
                </a:solidFill>
              </a:defRPr>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由美国计算机协会</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ACM</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主办，</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AWS</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、华为和</a:t>
            </a:r>
            <a:r>
              <a:rPr lang="en-US" altLang="zh-CN" sz="1500" dirty="0" err="1">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Jetbrains</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赞助</a:t>
            </a:r>
            <a:endParaRPr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p:txBody>
      </p:sp>
      <p:pic>
        <p:nvPicPr>
          <p:cNvPr id="32" name="IMG_0598.jpeg" descr="IMG_0598.jpeg">
            <a:extLst>
              <a:ext uri="{FF2B5EF4-FFF2-40B4-BE49-F238E27FC236}">
                <a16:creationId xmlns:a16="http://schemas.microsoft.com/office/drawing/2014/main" id="{95D5A57E-7828-13B8-023E-44CA2112CB44}"/>
              </a:ext>
            </a:extLst>
          </p:cNvPr>
          <p:cNvPicPr>
            <a:picLocks noChangeAspect="1"/>
          </p:cNvPicPr>
          <p:nvPr/>
        </p:nvPicPr>
        <p:blipFill>
          <a:blip r:embed="rId7"/>
          <a:stretch>
            <a:fillRect/>
          </a:stretch>
        </p:blipFill>
        <p:spPr>
          <a:xfrm>
            <a:off x="1011930" y="5924920"/>
            <a:ext cx="978981" cy="977520"/>
          </a:xfrm>
          <a:prstGeom prst="rect">
            <a:avLst/>
          </a:prstGeom>
          <a:ln w="12700">
            <a:miter lim="400000"/>
            <a:headEnd/>
            <a:tailEnd/>
          </a:ln>
          <a:effectLst>
            <a:outerShdw blurRad="558800" dist="38100" sx="96000" sy="96000" algn="l" rotWithShape="0">
              <a:srgbClr val="441D85">
                <a:alpha val="52000"/>
              </a:srgbClr>
            </a:outerShdw>
          </a:effectLst>
        </p:spPr>
      </p:pic>
      <p:sp>
        <p:nvSpPr>
          <p:cNvPr id="33" name="文本框 66">
            <a:extLst>
              <a:ext uri="{FF2B5EF4-FFF2-40B4-BE49-F238E27FC236}">
                <a16:creationId xmlns:a16="http://schemas.microsoft.com/office/drawing/2014/main" id="{BF7BC2A2-0537-9326-7ABF-078A179E500D}"/>
              </a:ext>
            </a:extLst>
          </p:cNvPr>
          <p:cNvSpPr txBox="1"/>
          <p:nvPr/>
        </p:nvSpPr>
        <p:spPr>
          <a:xfrm>
            <a:off x="838889" y="5361170"/>
            <a:ext cx="6496431" cy="400110"/>
          </a:xfrm>
          <a:prstGeom prst="rect">
            <a:avLst/>
          </a:prstGeom>
          <a:noFill/>
        </p:spPr>
        <p:txBody>
          <a:bodyPr wrap="square">
            <a:spAutoFit/>
          </a:bodyPr>
          <a:lstStyle/>
          <a:p>
            <a:pPr algn="l" defTabSz="1007943" hangingPunct="1">
              <a:spcBef>
                <a:spcPts val="551"/>
              </a:spcBef>
              <a:buClr>
                <a:schemeClr val="bg1">
                  <a:lumMod val="10000"/>
                </a:schemeClr>
              </a:buClr>
              <a:buSzPct val="65000"/>
              <a:defRPr/>
            </a:pPr>
            <a:r>
              <a:rPr lang="en-US" altLang="zh-CN" sz="2000" b="1" kern="1200" dirty="0">
                <a:solidFill>
                  <a:srgbClr val="441D85"/>
                </a:solidFill>
                <a:latin typeface="+mj-ea"/>
                <a:ea typeface="+mj-ea"/>
                <a:cs typeface="+mj-cs"/>
                <a:sym typeface="Times New Roman" panose="02020603050405020304"/>
              </a:rPr>
              <a:t>ICPC </a:t>
            </a:r>
            <a:r>
              <a:rPr lang="zh-CN" altLang="en-US" sz="2000" b="1" kern="1200" dirty="0">
                <a:solidFill>
                  <a:srgbClr val="441D85"/>
                </a:solidFill>
                <a:latin typeface="+mj-ea"/>
                <a:ea typeface="+mj-ea"/>
                <a:cs typeface="+mj-cs"/>
                <a:sym typeface="Times New Roman" panose="02020603050405020304"/>
              </a:rPr>
              <a:t>国际大学生程序设计竞赛</a:t>
            </a:r>
            <a:endParaRPr sz="2000" b="1" kern="1200" dirty="0">
              <a:solidFill>
                <a:srgbClr val="441D85"/>
              </a:solidFill>
              <a:latin typeface="+mj-ea"/>
              <a:ea typeface="+mj-ea"/>
              <a:cs typeface="+mj-cs"/>
            </a:endParaRPr>
          </a:p>
        </p:txBody>
      </p:sp>
      <p:cxnSp>
        <p:nvCxnSpPr>
          <p:cNvPr id="34" name="图形">
            <a:extLst>
              <a:ext uri="{FF2B5EF4-FFF2-40B4-BE49-F238E27FC236}">
                <a16:creationId xmlns:a16="http://schemas.microsoft.com/office/drawing/2014/main" id="{4046B818-223C-B830-B18D-3616200BFBBC}"/>
              </a:ext>
            </a:extLst>
          </p:cNvPr>
          <p:cNvCxnSpPr>
            <a:cxnSpLocks/>
          </p:cNvCxnSpPr>
          <p:nvPr/>
        </p:nvCxnSpPr>
        <p:spPr>
          <a:xfrm>
            <a:off x="811447" y="5320971"/>
            <a:ext cx="0" cy="510577"/>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35" name="Google Shape;1095;p45">
            <a:extLst>
              <a:ext uri="{FF2B5EF4-FFF2-40B4-BE49-F238E27FC236}">
                <a16:creationId xmlns:a16="http://schemas.microsoft.com/office/drawing/2014/main" id="{7E38466E-0038-72B7-78D4-ACBCD62D4615}"/>
              </a:ext>
            </a:extLst>
          </p:cNvPr>
          <p:cNvSpPr/>
          <p:nvPr/>
        </p:nvSpPr>
        <p:spPr>
          <a:xfrm>
            <a:off x="2257088" y="5977287"/>
            <a:ext cx="298222" cy="304346"/>
          </a:xfrm>
          <a:custGeom>
            <a:avLst/>
            <a:gdLst/>
            <a:ahLst/>
            <a:cxnLst/>
            <a:rect l="l" t="t" r="r" b="b"/>
            <a:pathLst>
              <a:path w="17120" h="17120" extrusionOk="0">
                <a:moveTo>
                  <a:pt x="8560" y="1"/>
                </a:moveTo>
                <a:cubicBezTo>
                  <a:pt x="3812" y="1"/>
                  <a:pt x="1" y="3904"/>
                  <a:pt x="1" y="8560"/>
                </a:cubicBezTo>
                <a:cubicBezTo>
                  <a:pt x="1" y="13331"/>
                  <a:pt x="3812" y="17120"/>
                  <a:pt x="8560" y="17120"/>
                </a:cubicBezTo>
                <a:cubicBezTo>
                  <a:pt x="13330" y="17120"/>
                  <a:pt x="17119" y="13331"/>
                  <a:pt x="17119" y="8560"/>
                </a:cubicBezTo>
                <a:cubicBezTo>
                  <a:pt x="17119" y="3904"/>
                  <a:pt x="13330" y="1"/>
                  <a:pt x="8560" y="1"/>
                </a:cubicBezTo>
                <a:close/>
              </a:path>
            </a:pathLst>
          </a:custGeom>
          <a:solidFill>
            <a:srgbClr val="FFA701"/>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27955" tIns="14568" rIns="27955" bIns="14568" anchor="ctr"/>
          <a:lstStyle/>
          <a:p>
            <a:pPr hangingPunct="1"/>
            <a:endParaRPr sz="1117" b="1">
              <a:solidFill>
                <a:srgbClr val="FFFFFF"/>
              </a:solidFill>
              <a:latin typeface="Arial" panose="020B0604020202020204" pitchFamily="34" charset="0"/>
              <a:ea typeface="思源宋体 CN" panose="02020400000000000000" pitchFamily="18" charset="-122"/>
              <a:cs typeface="Arial" panose="020B0604020202020204" pitchFamily="34" charset="0"/>
              <a:sym typeface="思源宋体 CN" panose="02020400000000000000" pitchFamily="18" charset="-122"/>
            </a:endParaRPr>
          </a:p>
        </p:txBody>
      </p:sp>
      <p:sp>
        <p:nvSpPr>
          <p:cNvPr id="36" name="Google Shape;1092;p45">
            <a:extLst>
              <a:ext uri="{FF2B5EF4-FFF2-40B4-BE49-F238E27FC236}">
                <a16:creationId xmlns:a16="http://schemas.microsoft.com/office/drawing/2014/main" id="{AB4EC36A-054E-949A-6B23-ECDB1F283E02}"/>
              </a:ext>
            </a:extLst>
          </p:cNvPr>
          <p:cNvSpPr/>
          <p:nvPr/>
        </p:nvSpPr>
        <p:spPr>
          <a:xfrm>
            <a:off x="2105916" y="6557514"/>
            <a:ext cx="4720769" cy="595046"/>
          </a:xfrm>
          <a:prstGeom prst="roundRect">
            <a:avLst>
              <a:gd name="adj" fmla="val 50000"/>
            </a:avLst>
          </a:prstGeom>
          <a:solidFill>
            <a:schemeClr val="bg1"/>
          </a:solidFill>
          <a:ln w="6350" cap="flat" cmpd="sng">
            <a:noFill/>
            <a:prstDash val="solid"/>
            <a:round/>
            <a:headEnd type="none" w="sm" len="sm"/>
            <a:tailEnd type="none" w="sm" len="sm"/>
          </a:ln>
          <a:effectLst>
            <a:outerShdw blurRad="254000" sx="102000" sy="102000" algn="ctr" rotWithShape="0">
              <a:srgbClr val="441D85">
                <a:alpha val="10000"/>
              </a:srgbClr>
            </a:outerShdw>
          </a:effectLst>
        </p:spPr>
        <p:txBody>
          <a:bodyPr spcFirstLastPara="1" wrap="square" lIns="37792" tIns="37792" rIns="37792" bIns="37792" anchor="ctr" anchorCtr="0">
            <a:noAutofit/>
          </a:bodyPr>
          <a:lstStyle/>
          <a:p>
            <a:pPr algn="l" defTabSz="378035" hangingPunct="1">
              <a:buClr>
                <a:srgbClr val="000000"/>
              </a:buClr>
              <a:defRPr/>
            </a:pPr>
            <a:endParaRPr sz="579">
              <a:solidFill>
                <a:schemeClr val="tx1">
                  <a:lumMod val="50000"/>
                  <a:lumOff val="50000"/>
                </a:schemeClr>
              </a:solidFill>
              <a:latin typeface="思源宋体 CN" panose="02020400000000000000" pitchFamily="18" charset="-122"/>
              <a:ea typeface="思源宋体 CN" panose="02020400000000000000" pitchFamily="18" charset="-122"/>
              <a:cs typeface="阿里巴巴普惠体" panose="00020600040101010101" pitchFamily="18" charset="-122"/>
              <a:sym typeface="思源宋体 CN" panose="02020400000000000000" pitchFamily="18" charset="-122"/>
            </a:endParaRPr>
          </a:p>
        </p:txBody>
      </p:sp>
      <p:sp>
        <p:nvSpPr>
          <p:cNvPr id="37" name="文本框 5">
            <a:extLst>
              <a:ext uri="{FF2B5EF4-FFF2-40B4-BE49-F238E27FC236}">
                <a16:creationId xmlns:a16="http://schemas.microsoft.com/office/drawing/2014/main" id="{E903A83A-09C7-76CA-487D-E1AC8F5B81DB}"/>
              </a:ext>
            </a:extLst>
          </p:cNvPr>
          <p:cNvSpPr txBox="1"/>
          <p:nvPr/>
        </p:nvSpPr>
        <p:spPr>
          <a:xfrm>
            <a:off x="2192055" y="6540239"/>
            <a:ext cx="4409162" cy="629596"/>
          </a:xfrm>
          <a:prstGeom prst="rect">
            <a:avLst/>
          </a:prstGeom>
          <a:noFill/>
        </p:spPr>
        <p:txBody>
          <a:bodyPr wrap="square" rtlCol="0">
            <a:spAutoFit/>
          </a:bodyPr>
          <a:lstStyle/>
          <a:p>
            <a:pPr marL="360480" lvl="1" indent="0" algn="l" defTabSz="1007943" hangingPunct="1">
              <a:lnSpc>
                <a:spcPct val="125000"/>
              </a:lnSpc>
              <a:spcBef>
                <a:spcPts val="551"/>
              </a:spcBef>
              <a:buClr>
                <a:schemeClr val="accent2">
                  <a:lumMod val="25000"/>
                </a:schemeClr>
              </a:buClr>
              <a:buSzPct val="60000"/>
              <a:defRPr sz="2200">
                <a:solidFill>
                  <a:srgbClr val="2E063D"/>
                </a:solidFill>
              </a:defRPr>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具体赛事：亚洲区域赛</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(6</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场</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、亚洲区域赛总决赛</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场</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、全球总决赛</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场</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endPar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p:txBody>
      </p:sp>
      <p:sp>
        <p:nvSpPr>
          <p:cNvPr id="38" name="椭圆 30">
            <a:extLst>
              <a:ext uri="{FF2B5EF4-FFF2-40B4-BE49-F238E27FC236}">
                <a16:creationId xmlns:a16="http://schemas.microsoft.com/office/drawing/2014/main" id="{FB2FEECA-D941-680B-C3B3-F2745A5CEB21}"/>
              </a:ext>
            </a:extLst>
          </p:cNvPr>
          <p:cNvSpPr/>
          <p:nvPr/>
        </p:nvSpPr>
        <p:spPr>
          <a:xfrm>
            <a:off x="1317321" y="7672103"/>
            <a:ext cx="1177445" cy="1803638"/>
          </a:xfrm>
          <a:prstGeom prst="ellipse">
            <a:avLst/>
          </a:prstGeom>
          <a:gradFill>
            <a:gsLst>
              <a:gs pos="0">
                <a:schemeClr val="bg1">
                  <a:alpha val="0"/>
                </a:schemeClr>
              </a:gs>
              <a:gs pos="100000">
                <a:schemeClr val="bg1">
                  <a:alpha val="45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39" name="Google Shape;1092;p45">
            <a:extLst>
              <a:ext uri="{FF2B5EF4-FFF2-40B4-BE49-F238E27FC236}">
                <a16:creationId xmlns:a16="http://schemas.microsoft.com/office/drawing/2014/main" id="{438D82E2-9353-9A8E-B0DD-4AC496DF4DC6}"/>
              </a:ext>
            </a:extLst>
          </p:cNvPr>
          <p:cNvSpPr/>
          <p:nvPr/>
        </p:nvSpPr>
        <p:spPr>
          <a:xfrm>
            <a:off x="2105916" y="7959168"/>
            <a:ext cx="4733295" cy="586800"/>
          </a:xfrm>
          <a:prstGeom prst="roundRect">
            <a:avLst>
              <a:gd name="adj" fmla="val 50000"/>
            </a:avLst>
          </a:prstGeom>
          <a:solidFill>
            <a:schemeClr val="bg1"/>
          </a:solidFill>
          <a:ln w="6350" cap="flat" cmpd="sng">
            <a:noFill/>
            <a:prstDash val="solid"/>
            <a:round/>
            <a:headEnd type="none" w="sm" len="sm"/>
            <a:tailEnd type="none" w="sm" len="sm"/>
          </a:ln>
          <a:effectLst>
            <a:outerShdw blurRad="254000" sx="102000" sy="102000" algn="ctr" rotWithShape="0">
              <a:srgbClr val="441D85">
                <a:alpha val="10000"/>
              </a:srgbClr>
            </a:outerShdw>
          </a:effectLst>
        </p:spPr>
        <p:txBody>
          <a:bodyPr spcFirstLastPara="1" wrap="square" lIns="37792" tIns="37792" rIns="37792" bIns="37792" anchor="ctr" anchorCtr="0">
            <a:noAutofit/>
          </a:bodyPr>
          <a:lstStyle/>
          <a:p>
            <a:pPr algn="l" defTabSz="378035" hangingPunct="1">
              <a:buClr>
                <a:srgbClr val="000000"/>
              </a:buClr>
              <a:defRPr/>
            </a:pPr>
            <a:endParaRPr sz="579">
              <a:solidFill>
                <a:schemeClr val="tx1">
                  <a:lumMod val="50000"/>
                  <a:lumOff val="50000"/>
                </a:schemeClr>
              </a:solidFill>
              <a:latin typeface="思源宋体 CN" panose="02020400000000000000" pitchFamily="18" charset="-122"/>
              <a:ea typeface="思源宋体 CN" panose="02020400000000000000" pitchFamily="18" charset="-122"/>
              <a:cs typeface="阿里巴巴普惠体" panose="00020600040101010101" pitchFamily="18" charset="-122"/>
              <a:sym typeface="思源宋体 CN" panose="02020400000000000000" pitchFamily="18" charset="-122"/>
            </a:endParaRPr>
          </a:p>
        </p:txBody>
      </p:sp>
      <p:sp>
        <p:nvSpPr>
          <p:cNvPr id="40" name="文本框 5">
            <a:extLst>
              <a:ext uri="{FF2B5EF4-FFF2-40B4-BE49-F238E27FC236}">
                <a16:creationId xmlns:a16="http://schemas.microsoft.com/office/drawing/2014/main" id="{7D5F02C1-5615-7779-50D4-D6D32D6B6988}"/>
              </a:ext>
            </a:extLst>
          </p:cNvPr>
          <p:cNvSpPr txBox="1"/>
          <p:nvPr/>
        </p:nvSpPr>
        <p:spPr>
          <a:xfrm>
            <a:off x="2219350" y="7937770"/>
            <a:ext cx="4381868" cy="629596"/>
          </a:xfrm>
          <a:prstGeom prst="rect">
            <a:avLst/>
          </a:prstGeom>
          <a:noFill/>
        </p:spPr>
        <p:txBody>
          <a:bodyPr wrap="square" rtlCol="0">
            <a:spAutoFit/>
          </a:bodyPr>
          <a:lstStyle/>
          <a:p>
            <a:pPr marL="360480" lvl="1" indent="0" algn="l" defTabSz="1007943" hangingPunct="1">
              <a:lnSpc>
                <a:spcPct val="125000"/>
              </a:lnSpc>
              <a:spcBef>
                <a:spcPts val="551"/>
              </a:spcBef>
              <a:buClr>
                <a:schemeClr val="accent2">
                  <a:lumMod val="25000"/>
                </a:schemeClr>
              </a:buClr>
              <a:buSzPct val="60000"/>
              <a:defRPr sz="2200">
                <a:solidFill>
                  <a:srgbClr val="2E063D"/>
                </a:solidFill>
              </a:defRPr>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由教育部高等学校计算机类专业教学指导委员会主办，由红旗、腾讯等赞助</a:t>
            </a:r>
            <a:endPar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p:txBody>
      </p:sp>
      <p:sp>
        <p:nvSpPr>
          <p:cNvPr id="42" name="文本框 66">
            <a:extLst>
              <a:ext uri="{FF2B5EF4-FFF2-40B4-BE49-F238E27FC236}">
                <a16:creationId xmlns:a16="http://schemas.microsoft.com/office/drawing/2014/main" id="{9C9F0FEA-1FC1-95E5-56B7-773899F5C8F9}"/>
              </a:ext>
            </a:extLst>
          </p:cNvPr>
          <p:cNvSpPr txBox="1"/>
          <p:nvPr/>
        </p:nvSpPr>
        <p:spPr>
          <a:xfrm>
            <a:off x="828451" y="7484132"/>
            <a:ext cx="6496431" cy="400110"/>
          </a:xfrm>
          <a:prstGeom prst="rect">
            <a:avLst/>
          </a:prstGeom>
          <a:noFill/>
        </p:spPr>
        <p:txBody>
          <a:bodyPr wrap="square">
            <a:spAutoFit/>
          </a:bodyPr>
          <a:lstStyle/>
          <a:p>
            <a:pPr algn="l" defTabSz="1007943" hangingPunct="1">
              <a:spcBef>
                <a:spcPts val="551"/>
              </a:spcBef>
              <a:buClr>
                <a:schemeClr val="bg1">
                  <a:lumMod val="10000"/>
                </a:schemeClr>
              </a:buClr>
              <a:buSzPct val="65000"/>
              <a:defRPr/>
            </a:pPr>
            <a:r>
              <a:rPr lang="en-US" altLang="zh-CN" sz="2000" b="1" kern="1200" dirty="0">
                <a:solidFill>
                  <a:srgbClr val="441D85"/>
                </a:solidFill>
                <a:latin typeface="+mj-ea"/>
                <a:ea typeface="+mj-ea"/>
                <a:cs typeface="+mj-cs"/>
                <a:sym typeface="Times New Roman" panose="02020603050405020304"/>
              </a:rPr>
              <a:t>CCPC</a:t>
            </a:r>
            <a:r>
              <a:rPr lang="zh-CN" altLang="en-US" sz="2000" b="1" kern="1200" dirty="0">
                <a:solidFill>
                  <a:srgbClr val="441D85"/>
                </a:solidFill>
                <a:latin typeface="+mj-ea"/>
                <a:ea typeface="+mj-ea"/>
                <a:cs typeface="+mj-cs"/>
                <a:sym typeface="Times New Roman" panose="02020603050405020304"/>
              </a:rPr>
              <a:t>中国大学生程序设计竞赛</a:t>
            </a:r>
            <a:endParaRPr lang="zh-CN" altLang="en-US" sz="2000" b="1" kern="1200" dirty="0">
              <a:solidFill>
                <a:srgbClr val="441D85"/>
              </a:solidFill>
              <a:latin typeface="+mj-ea"/>
              <a:ea typeface="+mj-ea"/>
              <a:cs typeface="+mj-cs"/>
            </a:endParaRPr>
          </a:p>
        </p:txBody>
      </p:sp>
      <p:cxnSp>
        <p:nvCxnSpPr>
          <p:cNvPr id="43" name="图形">
            <a:extLst>
              <a:ext uri="{FF2B5EF4-FFF2-40B4-BE49-F238E27FC236}">
                <a16:creationId xmlns:a16="http://schemas.microsoft.com/office/drawing/2014/main" id="{0BA433A1-B23C-0BE4-B067-ECED431DE9BE}"/>
              </a:ext>
            </a:extLst>
          </p:cNvPr>
          <p:cNvCxnSpPr>
            <a:cxnSpLocks/>
          </p:cNvCxnSpPr>
          <p:nvPr/>
        </p:nvCxnSpPr>
        <p:spPr>
          <a:xfrm>
            <a:off x="811447" y="7443933"/>
            <a:ext cx="0" cy="510577"/>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44" name="Google Shape;1092;p45">
            <a:extLst>
              <a:ext uri="{FF2B5EF4-FFF2-40B4-BE49-F238E27FC236}">
                <a16:creationId xmlns:a16="http://schemas.microsoft.com/office/drawing/2014/main" id="{4F944140-17FE-07EE-792E-8F57DDA680F3}"/>
              </a:ext>
            </a:extLst>
          </p:cNvPr>
          <p:cNvSpPr/>
          <p:nvPr/>
        </p:nvSpPr>
        <p:spPr>
          <a:xfrm>
            <a:off x="2095478" y="8679831"/>
            <a:ext cx="4756259" cy="586800"/>
          </a:xfrm>
          <a:prstGeom prst="roundRect">
            <a:avLst>
              <a:gd name="adj" fmla="val 50000"/>
            </a:avLst>
          </a:prstGeom>
          <a:solidFill>
            <a:schemeClr val="bg1"/>
          </a:solidFill>
          <a:ln w="6350" cap="flat" cmpd="sng">
            <a:noFill/>
            <a:prstDash val="solid"/>
            <a:round/>
            <a:headEnd type="none" w="sm" len="sm"/>
            <a:tailEnd type="none" w="sm" len="sm"/>
          </a:ln>
          <a:effectLst>
            <a:outerShdw blurRad="254000" sx="102000" sy="102000" algn="ctr" rotWithShape="0">
              <a:srgbClr val="441D85">
                <a:alpha val="10000"/>
              </a:srgbClr>
            </a:outerShdw>
          </a:effectLst>
        </p:spPr>
        <p:txBody>
          <a:bodyPr spcFirstLastPara="1" wrap="square" lIns="37792" tIns="37792" rIns="37792" bIns="37792" anchor="ctr" anchorCtr="0">
            <a:noAutofit/>
          </a:bodyPr>
          <a:lstStyle/>
          <a:p>
            <a:pPr algn="l" defTabSz="378035" hangingPunct="1">
              <a:buClr>
                <a:srgbClr val="000000"/>
              </a:buClr>
              <a:defRPr/>
            </a:pPr>
            <a:endParaRPr sz="579">
              <a:solidFill>
                <a:schemeClr val="tx1">
                  <a:lumMod val="50000"/>
                  <a:lumOff val="50000"/>
                </a:schemeClr>
              </a:solidFill>
              <a:latin typeface="思源宋体 CN" panose="02020400000000000000" pitchFamily="18" charset="-122"/>
              <a:ea typeface="思源宋体 CN" panose="02020400000000000000" pitchFamily="18" charset="-122"/>
              <a:cs typeface="阿里巴巴普惠体" panose="00020600040101010101" pitchFamily="18" charset="-122"/>
              <a:sym typeface="思源宋体 CN" panose="02020400000000000000" pitchFamily="18" charset="-122"/>
            </a:endParaRPr>
          </a:p>
        </p:txBody>
      </p:sp>
      <p:sp>
        <p:nvSpPr>
          <p:cNvPr id="45" name="文本框 5">
            <a:extLst>
              <a:ext uri="{FF2B5EF4-FFF2-40B4-BE49-F238E27FC236}">
                <a16:creationId xmlns:a16="http://schemas.microsoft.com/office/drawing/2014/main" id="{8DF92696-BEC4-3CC6-55BE-44FD53B2ECCC}"/>
              </a:ext>
            </a:extLst>
          </p:cNvPr>
          <p:cNvSpPr txBox="1"/>
          <p:nvPr/>
        </p:nvSpPr>
        <p:spPr>
          <a:xfrm>
            <a:off x="2217108" y="8658433"/>
            <a:ext cx="4373672" cy="629596"/>
          </a:xfrm>
          <a:prstGeom prst="rect">
            <a:avLst/>
          </a:prstGeom>
          <a:noFill/>
        </p:spPr>
        <p:txBody>
          <a:bodyPr wrap="square" rtlCol="0">
            <a:spAutoFit/>
          </a:bodyPr>
          <a:lstStyle/>
          <a:p>
            <a:pPr marL="360480" lvl="1" indent="0" algn="l" defTabSz="1007943" hangingPunct="1">
              <a:lnSpc>
                <a:spcPct val="125000"/>
              </a:lnSpc>
              <a:spcBef>
                <a:spcPts val="551"/>
              </a:spcBef>
              <a:buClr>
                <a:schemeClr val="accent2">
                  <a:lumMod val="25000"/>
                </a:schemeClr>
              </a:buClr>
              <a:buSzPct val="60000"/>
              <a:defRPr sz="2200">
                <a:solidFill>
                  <a:srgbClr val="2E063D"/>
                </a:solidFill>
              </a:defRPr>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具体赛事：女生赛</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场</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、省赛</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场</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、区域赛</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(4</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场</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、总决赛</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场</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endPar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p:txBody>
      </p:sp>
      <p:sp>
        <p:nvSpPr>
          <p:cNvPr id="46" name="文本框 20">
            <a:extLst>
              <a:ext uri="{FF2B5EF4-FFF2-40B4-BE49-F238E27FC236}">
                <a16:creationId xmlns:a16="http://schemas.microsoft.com/office/drawing/2014/main" id="{F8A2B84D-DE2E-E1F9-A43F-C480A84DC075}"/>
              </a:ext>
            </a:extLst>
          </p:cNvPr>
          <p:cNvSpPr txBox="1"/>
          <p:nvPr/>
        </p:nvSpPr>
        <p:spPr>
          <a:xfrm>
            <a:off x="-1817145" y="9557605"/>
            <a:ext cx="4633521" cy="323165"/>
          </a:xfrm>
          <a:prstGeom prst="rect">
            <a:avLst/>
          </a:prstGeom>
          <a:noFill/>
        </p:spPr>
        <p:txBody>
          <a:bodyPr wrap="square">
            <a:spAutoFit/>
          </a:bodyPr>
          <a:lstStyle/>
          <a:p>
            <a:r>
              <a:rPr lang="en-US" altLang="zh-CN" sz="1500" dirty="0">
                <a:solidFill>
                  <a:schemeClr val="tx1">
                    <a:lumMod val="85000"/>
                    <a:lumOff val="15000"/>
                  </a:schemeClr>
                </a:solidFill>
                <a:latin typeface="华文宋体" panose="02010600040101010101" pitchFamily="2" charset="-122"/>
                <a:ea typeface="华文宋体" panose="02010600040101010101" pitchFamily="2" charset="-122"/>
                <a:cs typeface="+mn-ea"/>
              </a:rPr>
              <a:t>1</a:t>
            </a:r>
            <a:endParaRPr lang="zh-CN" altLang="en-US" sz="1500" dirty="0"/>
          </a:p>
        </p:txBody>
      </p:sp>
      <p:sp>
        <p:nvSpPr>
          <p:cNvPr id="47" name="Google Shape;1095;p45">
            <a:extLst>
              <a:ext uri="{FF2B5EF4-FFF2-40B4-BE49-F238E27FC236}">
                <a16:creationId xmlns:a16="http://schemas.microsoft.com/office/drawing/2014/main" id="{7AA5EEFE-0A3E-D395-8E07-2C5BADC64A4C}"/>
              </a:ext>
            </a:extLst>
          </p:cNvPr>
          <p:cNvSpPr/>
          <p:nvPr/>
        </p:nvSpPr>
        <p:spPr>
          <a:xfrm>
            <a:off x="2259175" y="8100395"/>
            <a:ext cx="298222" cy="304346"/>
          </a:xfrm>
          <a:custGeom>
            <a:avLst/>
            <a:gdLst/>
            <a:ahLst/>
            <a:cxnLst/>
            <a:rect l="l" t="t" r="r" b="b"/>
            <a:pathLst>
              <a:path w="17120" h="17120" extrusionOk="0">
                <a:moveTo>
                  <a:pt x="8560" y="1"/>
                </a:moveTo>
                <a:cubicBezTo>
                  <a:pt x="3812" y="1"/>
                  <a:pt x="1" y="3904"/>
                  <a:pt x="1" y="8560"/>
                </a:cubicBezTo>
                <a:cubicBezTo>
                  <a:pt x="1" y="13331"/>
                  <a:pt x="3812" y="17120"/>
                  <a:pt x="8560" y="17120"/>
                </a:cubicBezTo>
                <a:cubicBezTo>
                  <a:pt x="13330" y="17120"/>
                  <a:pt x="17119" y="13331"/>
                  <a:pt x="17119" y="8560"/>
                </a:cubicBezTo>
                <a:cubicBezTo>
                  <a:pt x="17119" y="3904"/>
                  <a:pt x="13330" y="1"/>
                  <a:pt x="8560" y="1"/>
                </a:cubicBezTo>
                <a:close/>
              </a:path>
            </a:pathLst>
          </a:custGeom>
          <a:solidFill>
            <a:srgbClr val="FFA701"/>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27955" tIns="14568" rIns="27955" bIns="14568" anchor="ctr"/>
          <a:lstStyle/>
          <a:p>
            <a:pPr hangingPunct="1"/>
            <a:endParaRPr sz="1117" b="1">
              <a:solidFill>
                <a:srgbClr val="FFFFFF"/>
              </a:solidFill>
              <a:latin typeface="Arial" panose="020B0604020202020204" pitchFamily="34" charset="0"/>
              <a:ea typeface="思源宋体 CN" panose="02020400000000000000" pitchFamily="18" charset="-122"/>
              <a:cs typeface="Arial" panose="020B0604020202020204" pitchFamily="34" charset="0"/>
              <a:sym typeface="思源宋体 CN" panose="02020400000000000000" pitchFamily="18" charset="-122"/>
            </a:endParaRPr>
          </a:p>
        </p:txBody>
      </p:sp>
      <p:sp>
        <p:nvSpPr>
          <p:cNvPr id="48" name="Google Shape;1095;p45">
            <a:extLst>
              <a:ext uri="{FF2B5EF4-FFF2-40B4-BE49-F238E27FC236}">
                <a16:creationId xmlns:a16="http://schemas.microsoft.com/office/drawing/2014/main" id="{0EBB8490-3894-4D15-8E36-DE21C05E7588}"/>
              </a:ext>
            </a:extLst>
          </p:cNvPr>
          <p:cNvSpPr/>
          <p:nvPr/>
        </p:nvSpPr>
        <p:spPr>
          <a:xfrm>
            <a:off x="2257088" y="8821058"/>
            <a:ext cx="298222" cy="304346"/>
          </a:xfrm>
          <a:custGeom>
            <a:avLst/>
            <a:gdLst/>
            <a:ahLst/>
            <a:cxnLst/>
            <a:rect l="l" t="t" r="r" b="b"/>
            <a:pathLst>
              <a:path w="17120" h="17120" extrusionOk="0">
                <a:moveTo>
                  <a:pt x="8560" y="1"/>
                </a:moveTo>
                <a:cubicBezTo>
                  <a:pt x="3812" y="1"/>
                  <a:pt x="1" y="3904"/>
                  <a:pt x="1" y="8560"/>
                </a:cubicBezTo>
                <a:cubicBezTo>
                  <a:pt x="1" y="13331"/>
                  <a:pt x="3812" y="17120"/>
                  <a:pt x="8560" y="17120"/>
                </a:cubicBezTo>
                <a:cubicBezTo>
                  <a:pt x="13330" y="17120"/>
                  <a:pt x="17119" y="13331"/>
                  <a:pt x="17119" y="8560"/>
                </a:cubicBezTo>
                <a:cubicBezTo>
                  <a:pt x="17119" y="3904"/>
                  <a:pt x="13330" y="1"/>
                  <a:pt x="8560" y="1"/>
                </a:cubicBezTo>
                <a:close/>
              </a:path>
            </a:pathLst>
          </a:custGeom>
          <a:solidFill>
            <a:srgbClr val="FFA701"/>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27955" tIns="14568" rIns="27955" bIns="14568" anchor="ctr"/>
          <a:lstStyle/>
          <a:p>
            <a:pPr hangingPunct="1"/>
            <a:endParaRPr sz="1117" b="1">
              <a:solidFill>
                <a:srgbClr val="FFFFFF"/>
              </a:solidFill>
              <a:latin typeface="Arial" panose="020B0604020202020204" pitchFamily="34" charset="0"/>
              <a:ea typeface="思源宋体 CN" panose="02020400000000000000" pitchFamily="18" charset="-122"/>
              <a:cs typeface="Arial" panose="020B0604020202020204" pitchFamily="34" charset="0"/>
              <a:sym typeface="思源宋体 CN" panose="02020400000000000000" pitchFamily="18" charset="-122"/>
            </a:endParaRPr>
          </a:p>
        </p:txBody>
      </p:sp>
      <p:sp>
        <p:nvSpPr>
          <p:cNvPr id="49" name="Google Shape;1095;p45">
            <a:extLst>
              <a:ext uri="{FF2B5EF4-FFF2-40B4-BE49-F238E27FC236}">
                <a16:creationId xmlns:a16="http://schemas.microsoft.com/office/drawing/2014/main" id="{2CE305A0-244D-027C-4B2E-CBF36B282444}"/>
              </a:ext>
            </a:extLst>
          </p:cNvPr>
          <p:cNvSpPr/>
          <p:nvPr/>
        </p:nvSpPr>
        <p:spPr>
          <a:xfrm>
            <a:off x="2257088" y="6702864"/>
            <a:ext cx="298222" cy="304346"/>
          </a:xfrm>
          <a:custGeom>
            <a:avLst/>
            <a:gdLst/>
            <a:ahLst/>
            <a:cxnLst/>
            <a:rect l="l" t="t" r="r" b="b"/>
            <a:pathLst>
              <a:path w="17120" h="17120" extrusionOk="0">
                <a:moveTo>
                  <a:pt x="8560" y="1"/>
                </a:moveTo>
                <a:cubicBezTo>
                  <a:pt x="3812" y="1"/>
                  <a:pt x="1" y="3904"/>
                  <a:pt x="1" y="8560"/>
                </a:cubicBezTo>
                <a:cubicBezTo>
                  <a:pt x="1" y="13331"/>
                  <a:pt x="3812" y="17120"/>
                  <a:pt x="8560" y="17120"/>
                </a:cubicBezTo>
                <a:cubicBezTo>
                  <a:pt x="13330" y="17120"/>
                  <a:pt x="17119" y="13331"/>
                  <a:pt x="17119" y="8560"/>
                </a:cubicBezTo>
                <a:cubicBezTo>
                  <a:pt x="17119" y="3904"/>
                  <a:pt x="13330" y="1"/>
                  <a:pt x="8560" y="1"/>
                </a:cubicBezTo>
                <a:close/>
              </a:path>
            </a:pathLst>
          </a:custGeom>
          <a:solidFill>
            <a:srgbClr val="FFA701"/>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27955" tIns="14568" rIns="27955" bIns="14568" anchor="ctr"/>
          <a:lstStyle/>
          <a:p>
            <a:pPr hangingPunct="1"/>
            <a:endParaRPr sz="1117" b="1">
              <a:solidFill>
                <a:srgbClr val="FFFFFF"/>
              </a:solidFill>
              <a:latin typeface="Arial" panose="020B0604020202020204" pitchFamily="34" charset="0"/>
              <a:ea typeface="思源宋体 CN" panose="02020400000000000000" pitchFamily="18" charset="-122"/>
              <a:cs typeface="Arial" panose="020B0604020202020204" pitchFamily="34" charset="0"/>
              <a:sym typeface="思源宋体 CN" panose="02020400000000000000" pitchFamily="18" charset="-122"/>
            </a:endParaRPr>
          </a:p>
        </p:txBody>
      </p:sp>
      <p:pic>
        <p:nvPicPr>
          <p:cNvPr id="1026" name="Picture 2">
            <a:extLst>
              <a:ext uri="{FF2B5EF4-FFF2-40B4-BE49-F238E27FC236}">
                <a16:creationId xmlns:a16="http://schemas.microsoft.com/office/drawing/2014/main" id="{8528CA3D-5786-C3A1-9163-01A2AC84717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6160" y="8069926"/>
            <a:ext cx="1007991" cy="1007991"/>
          </a:xfrm>
          <a:prstGeom prst="rect">
            <a:avLst/>
          </a:prstGeom>
          <a:noFill/>
          <a:extLst>
            <a:ext uri="{909E8E84-426E-40DD-AFC4-6F175D3DCCD1}">
              <a14:hiddenFill xmlns:a14="http://schemas.microsoft.com/office/drawing/2010/main">
                <a:solidFill>
                  <a:srgbClr val="FFFFFF"/>
                </a:solidFill>
              </a14:hiddenFill>
            </a:ext>
          </a:extLst>
        </p:spPr>
      </p:pic>
      <p:sp>
        <p:nvSpPr>
          <p:cNvPr id="14" name="图形">
            <a:extLst>
              <a:ext uri="{FF2B5EF4-FFF2-40B4-BE49-F238E27FC236}">
                <a16:creationId xmlns:a16="http://schemas.microsoft.com/office/drawing/2014/main" id="{CC242669-EA7D-16B1-6977-6A16978B4A0F}"/>
              </a:ext>
            </a:extLst>
          </p:cNvPr>
          <p:cNvSpPr/>
          <p:nvPr/>
        </p:nvSpPr>
        <p:spPr>
          <a:xfrm rot="2700000">
            <a:off x="627878" y="4355545"/>
            <a:ext cx="370800" cy="370800"/>
          </a:xfrm>
          <a:prstGeom prst="ellipse">
            <a:avLst/>
          </a:prstGeom>
          <a:solidFill>
            <a:srgbClr val="9C8AD0"/>
          </a:solidFill>
          <a:ln w="12700" cap="flat" cmpd="sng" algn="ctr">
            <a:no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283540"/>
            <a:endParaRPr lang="zh-CN" altLang="en-US" sz="558" kern="0">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sp>
        <p:nvSpPr>
          <p:cNvPr id="15" name="图形">
            <a:extLst>
              <a:ext uri="{FF2B5EF4-FFF2-40B4-BE49-F238E27FC236}">
                <a16:creationId xmlns:a16="http://schemas.microsoft.com/office/drawing/2014/main" id="{26106C0F-F80D-D438-C182-1372DD5909C7}"/>
              </a:ext>
            </a:extLst>
          </p:cNvPr>
          <p:cNvSpPr/>
          <p:nvPr/>
        </p:nvSpPr>
        <p:spPr>
          <a:xfrm>
            <a:off x="627878" y="3508244"/>
            <a:ext cx="370800" cy="370800"/>
          </a:xfrm>
          <a:prstGeom prst="ellipse">
            <a:avLst/>
          </a:prstGeom>
          <a:gradFill>
            <a:gsLst>
              <a:gs pos="49000">
                <a:srgbClr val="441D85"/>
              </a:gs>
              <a:gs pos="100000">
                <a:srgbClr val="6556A3"/>
              </a:gs>
            </a:gsLst>
            <a:lin ang="2700000" scaled="0"/>
          </a:gra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27955" tIns="14568" rIns="27955" bIns="14568"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buFont typeface="阿里巴巴普惠体 Heavy" panose="00020600040101010101" charset="-122"/>
            </a:pPr>
            <a:endParaRPr lang="zh-CN" altLang="en-US" sz="558">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sp>
        <p:nvSpPr>
          <p:cNvPr id="16" name="图形">
            <a:extLst>
              <a:ext uri="{FF2B5EF4-FFF2-40B4-BE49-F238E27FC236}">
                <a16:creationId xmlns:a16="http://schemas.microsoft.com/office/drawing/2014/main" id="{CD3C3D48-AF70-7BED-7E94-FF09DFDFABAF}"/>
              </a:ext>
            </a:extLst>
          </p:cNvPr>
          <p:cNvSpPr txBox="1"/>
          <p:nvPr/>
        </p:nvSpPr>
        <p:spPr>
          <a:xfrm>
            <a:off x="597704" y="3533839"/>
            <a:ext cx="431148" cy="3231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altLang="zh-CN" sz="1500" b="1" kern="0" spc="-46" dirty="0">
                <a:solidFill>
                  <a:prstClr val="white"/>
                </a:solidFill>
                <a:latin typeface="Arial" panose="020B0604020202020204" pitchFamily="34" charset="0"/>
                <a:ea typeface="思源宋体 CN" panose="02020400000000000000" pitchFamily="18" charset="-122"/>
                <a:cs typeface="Arial" panose="020B0604020202020204" pitchFamily="34" charset="0"/>
                <a:sym typeface="思源宋体 CN" panose="02020400000000000000" pitchFamily="18" charset="-122"/>
              </a:rPr>
              <a:t>1</a:t>
            </a:r>
            <a:endParaRPr lang="zh-CN" altLang="en-US" sz="1500" b="1" kern="0" spc="-46" dirty="0">
              <a:solidFill>
                <a:prstClr val="white"/>
              </a:solidFill>
              <a:latin typeface="Arial" panose="020B0604020202020204" pitchFamily="34" charset="0"/>
              <a:ea typeface="思源宋体 CN" panose="02020400000000000000" pitchFamily="18" charset="-122"/>
              <a:cs typeface="Arial" panose="020B0604020202020204" pitchFamily="34" charset="0"/>
              <a:sym typeface="思源宋体 CN" panose="02020400000000000000" pitchFamily="18" charset="-122"/>
            </a:endParaRPr>
          </a:p>
        </p:txBody>
      </p:sp>
      <p:sp>
        <p:nvSpPr>
          <p:cNvPr id="17" name="图形">
            <a:extLst>
              <a:ext uri="{FF2B5EF4-FFF2-40B4-BE49-F238E27FC236}">
                <a16:creationId xmlns:a16="http://schemas.microsoft.com/office/drawing/2014/main" id="{9851B4CF-9720-FE0B-AA20-4EB675AF01ED}"/>
              </a:ext>
            </a:extLst>
          </p:cNvPr>
          <p:cNvSpPr txBox="1"/>
          <p:nvPr/>
        </p:nvSpPr>
        <p:spPr>
          <a:xfrm>
            <a:off x="576328" y="3942896"/>
            <a:ext cx="473901" cy="3231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altLang="zh-CN" sz="1500" b="1" kern="0" spc="-46" dirty="0">
                <a:solidFill>
                  <a:prstClr val="white"/>
                </a:solidFill>
                <a:latin typeface="Arial" panose="020B0604020202020204" pitchFamily="34" charset="0"/>
                <a:ea typeface="思源宋体 CN" panose="02020400000000000000" pitchFamily="18" charset="-122"/>
                <a:cs typeface="Arial" panose="020B0604020202020204" pitchFamily="34" charset="0"/>
                <a:sym typeface="思源宋体 CN" panose="02020400000000000000" pitchFamily="18" charset="-122"/>
              </a:rPr>
              <a:t>2</a:t>
            </a:r>
            <a:endParaRPr lang="zh-CN" altLang="en-US" sz="1500" b="1" kern="0" spc="-46" dirty="0">
              <a:solidFill>
                <a:prstClr val="white"/>
              </a:solidFill>
              <a:latin typeface="Arial" panose="020B0604020202020204" pitchFamily="34" charset="0"/>
              <a:ea typeface="思源宋体 CN" panose="02020400000000000000" pitchFamily="18" charset="-122"/>
              <a:cs typeface="Arial" panose="020B0604020202020204" pitchFamily="34" charset="0"/>
              <a:sym typeface="思源宋体 CN" panose="02020400000000000000" pitchFamily="18" charset="-122"/>
            </a:endParaRPr>
          </a:p>
        </p:txBody>
      </p:sp>
      <p:sp>
        <p:nvSpPr>
          <p:cNvPr id="18" name="图形">
            <a:extLst>
              <a:ext uri="{FF2B5EF4-FFF2-40B4-BE49-F238E27FC236}">
                <a16:creationId xmlns:a16="http://schemas.microsoft.com/office/drawing/2014/main" id="{6F2D0AAE-1BE3-FC5C-84FE-A4066162EF2A}"/>
              </a:ext>
            </a:extLst>
          </p:cNvPr>
          <p:cNvSpPr txBox="1"/>
          <p:nvPr/>
        </p:nvSpPr>
        <p:spPr>
          <a:xfrm>
            <a:off x="631475" y="4377417"/>
            <a:ext cx="363607" cy="3231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altLang="zh-CN" sz="1500" b="1" kern="0" spc="-46" dirty="0">
                <a:solidFill>
                  <a:prstClr val="white"/>
                </a:solidFill>
                <a:latin typeface="Arial" panose="020B0604020202020204" pitchFamily="34" charset="0"/>
                <a:ea typeface="思源宋体 CN" panose="02020400000000000000" pitchFamily="18" charset="-122"/>
                <a:cs typeface="Arial" panose="020B0604020202020204" pitchFamily="34" charset="0"/>
                <a:sym typeface="思源宋体 CN" panose="02020400000000000000" pitchFamily="18" charset="-122"/>
              </a:rPr>
              <a:t>3</a:t>
            </a:r>
            <a:endParaRPr lang="zh-CN" altLang="en-US" sz="1500" b="1" kern="0" spc="-46" dirty="0">
              <a:solidFill>
                <a:prstClr val="white"/>
              </a:solidFill>
              <a:latin typeface="Arial" panose="020B0604020202020204" pitchFamily="34" charset="0"/>
              <a:ea typeface="思源宋体 CN" panose="02020400000000000000" pitchFamily="18" charset="-122"/>
              <a:cs typeface="Arial" panose="020B0604020202020204" pitchFamily="34" charset="0"/>
              <a:sym typeface="思源宋体 CN" panose="02020400000000000000" pitchFamily="18" charset="-122"/>
            </a:endParaRPr>
          </a:p>
        </p:txBody>
      </p:sp>
    </p:spTree>
    <p:extLst>
      <p:ext uri="{BB962C8B-B14F-4D97-AF65-F5344CB8AC3E}">
        <p14:creationId xmlns:p14="http://schemas.microsoft.com/office/powerpoint/2010/main" val="3838016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8" name="组合 10"/>
          <p:cNvGrpSpPr/>
          <p:nvPr/>
        </p:nvGrpSpPr>
        <p:grpSpPr>
          <a:xfrm>
            <a:off x="9752" y="255633"/>
            <a:ext cx="7549923" cy="9999797"/>
            <a:chOff x="9752" y="255633"/>
            <a:chExt cx="7549923" cy="9999797"/>
          </a:xfrm>
        </p:grpSpPr>
        <p:pic>
          <p:nvPicPr>
            <p:cNvPr id="599" name="图片 11"/>
            <p:cNvPicPr>
              <a:picLocks noChangeAspect="1"/>
            </p:cNvPicPr>
            <p:nvPr/>
          </p:nvPicPr>
          <p:blipFill>
            <a:blip r:embed="rId3"/>
            <a:srcRect r="1505"/>
            <a:stretch/>
          </p:blipFill>
          <p:spPr>
            <a:xfrm>
              <a:off x="9752" y="255633"/>
              <a:ext cx="7549923" cy="9999797"/>
            </a:xfrm>
            <a:prstGeom prst="rect">
              <a:avLst/>
            </a:prstGeom>
          </p:spPr>
        </p:pic>
        <p:pic>
          <p:nvPicPr>
            <p:cNvPr id="600" name="图片 12"/>
            <p:cNvPicPr>
              <a:picLocks noChangeAspect="1"/>
            </p:cNvPicPr>
            <p:nvPr/>
          </p:nvPicPr>
          <p:blipFill>
            <a:blip r:embed="rId4"/>
            <a:stretch>
              <a:fillRect/>
            </a:stretch>
          </p:blipFill>
          <p:spPr>
            <a:xfrm>
              <a:off x="2733503" y="958361"/>
              <a:ext cx="4803852" cy="183897"/>
            </a:xfrm>
            <a:prstGeom prst="rect">
              <a:avLst/>
            </a:prstGeom>
          </p:spPr>
        </p:pic>
        <p:pic>
          <p:nvPicPr>
            <p:cNvPr id="601" name="图片 13"/>
            <p:cNvPicPr>
              <a:picLocks noChangeAspect="1"/>
            </p:cNvPicPr>
            <p:nvPr/>
          </p:nvPicPr>
          <p:blipFill>
            <a:blip r:embed="rId5"/>
            <a:stretch>
              <a:fillRect/>
            </a:stretch>
          </p:blipFill>
          <p:spPr>
            <a:xfrm>
              <a:off x="2955317" y="489607"/>
              <a:ext cx="4480144" cy="476842"/>
            </a:xfrm>
            <a:prstGeom prst="rect">
              <a:avLst/>
            </a:prstGeom>
          </p:spPr>
        </p:pic>
      </p:grpSp>
      <p:sp>
        <p:nvSpPr>
          <p:cNvPr id="608" name="矩形: 圆角 71"/>
          <p:cNvSpPr/>
          <p:nvPr/>
        </p:nvSpPr>
        <p:spPr>
          <a:xfrm>
            <a:off x="4580716" y="7699818"/>
            <a:ext cx="2461261" cy="1820332"/>
          </a:xfrm>
          <a:prstGeom prst="rect">
            <a:avLst/>
          </a:prstGeom>
          <a:solidFill>
            <a:srgbClr val="9C8AD0"/>
          </a:solidFill>
          <a:ln w="9525">
            <a:noFill/>
          </a:ln>
          <a:effectLst>
            <a:outerShdw blurRad="44450" dist="27940" dir="5400000" algn="ctr">
              <a:srgbClr val="000000">
                <a:alpha val="32000"/>
              </a:srgbClr>
            </a:outerShdw>
          </a:effectLst>
        </p:spPr>
        <p:txBody>
          <a:bodyPr lIns="27955" tIns="14568" rIns="27955" bIns="14568" anchor="ctr"/>
          <a:lstStyle/>
          <a:p>
            <a:pPr algn="l" defTabSz="283534" hangingPunct="1">
              <a:buFont typeface="阿里巴巴普惠体 Heavy" panose="00020600040101010101" charset="-122"/>
            </a:pPr>
            <a:endParaRPr lang="zh-CN" altLang="en-US" sz="558" kern="1200">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sp>
        <p:nvSpPr>
          <p:cNvPr id="609" name="Title Placeholder 1"/>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为什么参加竞赛</a:t>
            </a:r>
            <a:endParaRPr lang="en-CN" altLang="zh-CN" sz="3200"/>
          </a:p>
        </p:txBody>
      </p:sp>
      <p:pic>
        <p:nvPicPr>
          <p:cNvPr id="610" name="IMG_0601.jpeg" descr="IMG_0601.jpeg"/>
          <p:cNvPicPr>
            <a:picLocks noChangeAspect="1"/>
          </p:cNvPicPr>
          <p:nvPr/>
        </p:nvPicPr>
        <p:blipFill rotWithShape="1">
          <a:blip r:embed="rId6"/>
          <a:srcRect l="6144" r="11058"/>
          <a:stretch/>
        </p:blipFill>
        <p:spPr>
          <a:xfrm>
            <a:off x="4073762" y="7447764"/>
            <a:ext cx="2832839" cy="1924546"/>
          </a:xfrm>
          <a:prstGeom prst="rect">
            <a:avLst/>
          </a:prstGeom>
          <a:ln w="50800">
            <a:noFill/>
            <a:miter lim="400000"/>
            <a:headEnd/>
            <a:tailEnd/>
          </a:ln>
          <a:effectLst>
            <a:outerShdw blurRad="558800" dist="38100" dir="13500000" sx="96000" sy="96000" algn="br" rotWithShape="0">
              <a:schemeClr val="bg1">
                <a:lumMod val="50000"/>
                <a:alpha val="52000"/>
              </a:schemeClr>
            </a:outerShdw>
          </a:effectLst>
        </p:spPr>
      </p:pic>
      <p:grpSp>
        <p:nvGrpSpPr>
          <p:cNvPr id="4" name="组合 3">
            <a:extLst>
              <a:ext uri="{FF2B5EF4-FFF2-40B4-BE49-F238E27FC236}">
                <a16:creationId xmlns:a16="http://schemas.microsoft.com/office/drawing/2014/main" id="{1105055E-EE4C-94CE-4F27-2DCA25D7EF01}"/>
              </a:ext>
            </a:extLst>
          </p:cNvPr>
          <p:cNvGrpSpPr/>
          <p:nvPr/>
        </p:nvGrpSpPr>
        <p:grpSpPr>
          <a:xfrm>
            <a:off x="458218" y="3521910"/>
            <a:ext cx="7278435" cy="1152000"/>
            <a:chOff x="492115" y="3521910"/>
            <a:chExt cx="7278435" cy="1152000"/>
          </a:xfrm>
        </p:grpSpPr>
        <p:sp>
          <p:nvSpPr>
            <p:cNvPr id="603" name="矩形 1"/>
            <p:cNvSpPr/>
            <p:nvPr/>
          </p:nvSpPr>
          <p:spPr>
            <a:xfrm rot="10800000">
              <a:off x="495303" y="3521910"/>
              <a:ext cx="7082341" cy="115200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606" name="文本框 5"/>
            <p:cNvSpPr txBox="1"/>
            <p:nvPr/>
          </p:nvSpPr>
          <p:spPr>
            <a:xfrm>
              <a:off x="492115" y="4186024"/>
              <a:ext cx="7278435" cy="332399"/>
            </a:xfrm>
            <a:prstGeom prst="rect">
              <a:avLst/>
            </a:prstGeom>
            <a:noFill/>
          </p:spPr>
          <p:txBody>
            <a:bodyPr wrap="square" rtlCol="0">
              <a:spAutoFit/>
            </a:bodyPr>
            <a:lstStyle/>
            <a:p>
              <a:pPr marL="766457" lvl="2" indent="-377979" algn="l" defTabSz="967345" hangingPunct="1">
                <a:lnSpc>
                  <a:spcPct val="120000"/>
                </a:lnSpc>
                <a:spcBef>
                  <a:spcPts val="551"/>
                </a:spcBef>
                <a:buClr>
                  <a:schemeClr val="accent2">
                    <a:lumMod val="25000"/>
                  </a:schemeClr>
                </a:buClr>
                <a:buSzPct val="65000"/>
                <a:buFont typeface="Wingdings" panose="05000000000000000000" pitchFamily="2" charset="2"/>
                <a:buChar char="Ø"/>
                <a:defRPr sz="2305"/>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导师优先录取有编程竞赛经历的学生</a:t>
              </a:r>
              <a:endParaRPr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p:txBody>
        </p:sp>
        <p:sp>
          <p:nvSpPr>
            <p:cNvPr id="613" name="文本框 32"/>
            <p:cNvSpPr txBox="1"/>
            <p:nvPr/>
          </p:nvSpPr>
          <p:spPr>
            <a:xfrm>
              <a:off x="1194691" y="3682000"/>
              <a:ext cx="1893266" cy="400110"/>
            </a:xfrm>
            <a:prstGeom prst="rect">
              <a:avLst/>
            </a:prstGeom>
            <a:noFill/>
          </p:spPr>
          <p:txBody>
            <a:bodyPr wrap="square" rtlCol="0">
              <a:spAutoFit/>
            </a:bodyPr>
            <a:lstStyle/>
            <a:p>
              <a:pPr algn="l" defTabSz="567066" hangingPunct="1"/>
              <a:r>
                <a:rPr lang="zh-CN" altLang="en-US" sz="2000" b="1" kern="1200" dirty="0">
                  <a:solidFill>
                    <a:srgbClr val="441D85"/>
                  </a:solidFill>
                  <a:latin typeface="微软雅黑" panose="020F0502020204030204"/>
                  <a:ea typeface="微软雅黑"/>
                  <a:cs typeface="+mn-ea"/>
                  <a:sym typeface="+mn-lt"/>
                </a:rPr>
                <a:t>升学优势</a:t>
              </a:r>
              <a:endParaRPr lang="en-US" altLang="zh-CN" sz="2000" b="1" kern="1200" dirty="0">
                <a:solidFill>
                  <a:srgbClr val="441D85"/>
                </a:solidFill>
                <a:latin typeface="微软雅黑" panose="020F0502020204030204"/>
                <a:ea typeface="微软雅黑"/>
                <a:cs typeface="+mn-ea"/>
                <a:sym typeface="+mn-lt"/>
              </a:endParaRPr>
            </a:p>
          </p:txBody>
        </p:sp>
        <p:grpSp>
          <p:nvGrpSpPr>
            <p:cNvPr id="614" name="组合 106"/>
            <p:cNvGrpSpPr/>
            <p:nvPr/>
          </p:nvGrpSpPr>
          <p:grpSpPr>
            <a:xfrm>
              <a:off x="1124919" y="4093066"/>
              <a:ext cx="1127244" cy="3275"/>
              <a:chOff x="7036209" y="3156098"/>
              <a:chExt cx="3635963" cy="10562"/>
            </a:xfrm>
          </p:grpSpPr>
          <p:cxnSp>
            <p:nvCxnSpPr>
              <p:cNvPr id="615" name="图形"/>
              <p:cNvCxnSpPr/>
              <p:nvPr/>
            </p:nvCxnSpPr>
            <p:spPr>
              <a:xfrm>
                <a:off x="7036209" y="3166660"/>
                <a:ext cx="248383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16" name="图形"/>
              <p:cNvCxnSpPr/>
              <p:nvPr/>
            </p:nvCxnSpPr>
            <p:spPr>
              <a:xfrm>
                <a:off x="7595013" y="3156098"/>
                <a:ext cx="3077159"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617" name="组合 107"/>
            <p:cNvGrpSpPr/>
            <p:nvPr/>
          </p:nvGrpSpPr>
          <p:grpSpPr>
            <a:xfrm>
              <a:off x="6250318" y="4626216"/>
              <a:ext cx="770054" cy="3272"/>
              <a:chOff x="7036209" y="3156109"/>
              <a:chExt cx="2483835" cy="10551"/>
            </a:xfrm>
          </p:grpSpPr>
          <p:cxnSp>
            <p:nvCxnSpPr>
              <p:cNvPr id="618" name="图形"/>
              <p:cNvCxnSpPr/>
              <p:nvPr/>
            </p:nvCxnSpPr>
            <p:spPr>
              <a:xfrm>
                <a:off x="7036209" y="3166660"/>
                <a:ext cx="248383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19" name="图形"/>
              <p:cNvCxnSpPr/>
              <p:nvPr/>
            </p:nvCxnSpPr>
            <p:spPr>
              <a:xfrm>
                <a:off x="7036209" y="3156109"/>
                <a:ext cx="894606"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624" name="组合 112"/>
            <p:cNvGrpSpPr/>
            <p:nvPr/>
          </p:nvGrpSpPr>
          <p:grpSpPr>
            <a:xfrm>
              <a:off x="618577" y="3598876"/>
              <a:ext cx="535111" cy="535934"/>
              <a:chOff x="-1369275" y="3340749"/>
              <a:chExt cx="485443" cy="486190"/>
            </a:xfrm>
          </p:grpSpPr>
          <p:sp>
            <p:nvSpPr>
              <p:cNvPr id="625" name="图形"/>
              <p:cNvSpPr/>
              <p:nvPr/>
            </p:nvSpPr>
            <p:spPr>
              <a:xfrm>
                <a:off x="-1369275" y="3340749"/>
                <a:ext cx="485443" cy="486190"/>
              </a:xfrm>
              <a:prstGeom prst="ellipse">
                <a:avLst/>
              </a:prstGeom>
              <a:gradFill>
                <a:gsLst>
                  <a:gs pos="46000">
                    <a:srgbClr val="441D85"/>
                  </a:gs>
                  <a:gs pos="100000">
                    <a:srgbClr val="6556A3"/>
                  </a:gs>
                </a:gsLst>
                <a:lin ang="2700000" scaled="0"/>
              </a:gra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27955" tIns="14568" rIns="27955" bIns="14568" anchor="ctr"/>
              <a:lstStyle/>
              <a:p>
                <a:pPr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pic>
            <p:nvPicPr>
              <p:cNvPr id="626" name="图形 79"/>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235382" y="3471125"/>
                <a:ext cx="241905" cy="231877"/>
              </a:xfrm>
              <a:prstGeom prst="rect">
                <a:avLst/>
              </a:prstGeom>
            </p:spPr>
          </p:pic>
        </p:grpSp>
      </p:grpSp>
      <p:grpSp>
        <p:nvGrpSpPr>
          <p:cNvPr id="6" name="组合 5">
            <a:extLst>
              <a:ext uri="{FF2B5EF4-FFF2-40B4-BE49-F238E27FC236}">
                <a16:creationId xmlns:a16="http://schemas.microsoft.com/office/drawing/2014/main" id="{492860E6-73F0-5009-023B-080399B36D11}"/>
              </a:ext>
            </a:extLst>
          </p:cNvPr>
          <p:cNvGrpSpPr/>
          <p:nvPr/>
        </p:nvGrpSpPr>
        <p:grpSpPr>
          <a:xfrm>
            <a:off x="458218" y="6271516"/>
            <a:ext cx="7278653" cy="1440000"/>
            <a:chOff x="458218" y="6271516"/>
            <a:chExt cx="7278653" cy="1440000"/>
          </a:xfrm>
        </p:grpSpPr>
        <p:sp>
          <p:nvSpPr>
            <p:cNvPr id="604" name="矩形 125"/>
            <p:cNvSpPr/>
            <p:nvPr/>
          </p:nvSpPr>
          <p:spPr>
            <a:xfrm rot="10800000">
              <a:off x="458218" y="6271516"/>
              <a:ext cx="7119425" cy="144000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612" name="文本框 5"/>
            <p:cNvSpPr txBox="1"/>
            <p:nvPr/>
          </p:nvSpPr>
          <p:spPr>
            <a:xfrm>
              <a:off x="458436" y="6905540"/>
              <a:ext cx="7278435" cy="686342"/>
            </a:xfrm>
            <a:prstGeom prst="rect">
              <a:avLst/>
            </a:prstGeom>
            <a:noFill/>
          </p:spPr>
          <p:txBody>
            <a:bodyPr wrap="square" rtlCol="0">
              <a:spAutoFit/>
            </a:bodyPr>
            <a:lstStyle/>
            <a:p>
              <a:pPr marL="766457" lvl="2" indent="-377979" algn="l" defTabSz="967345" hangingPunct="1">
                <a:lnSpc>
                  <a:spcPct val="120000"/>
                </a:lnSpc>
                <a:spcBef>
                  <a:spcPts val="551"/>
                </a:spcBef>
                <a:buClr>
                  <a:schemeClr val="accent2">
                    <a:lumMod val="25000"/>
                  </a:schemeClr>
                </a:buClr>
                <a:buSzPct val="65000"/>
                <a:buFont typeface="Wingdings" panose="05000000000000000000" pitchFamily="2" charset="2"/>
                <a:buChar char="Ø"/>
                <a:defRPr sz="2305"/>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去世界</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全国各地免费旅行</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marL="766457" lvl="2" indent="-377979" algn="l" defTabSz="967345" hangingPunct="1">
                <a:lnSpc>
                  <a:spcPct val="120000"/>
                </a:lnSpc>
                <a:spcBef>
                  <a:spcPts val="551"/>
                </a:spcBef>
                <a:buClr>
                  <a:schemeClr val="accent2">
                    <a:lumMod val="25000"/>
                  </a:schemeClr>
                </a:buClr>
                <a:buSzPct val="65000"/>
                <a:buFont typeface="Wingdings" panose="05000000000000000000" pitchFamily="2" charset="2"/>
                <a:buChar char="Ø"/>
                <a:defRPr sz="2305"/>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结识志同道合的队友</a:t>
              </a:r>
              <a:endParaRPr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p:txBody>
        </p:sp>
        <p:sp>
          <p:nvSpPr>
            <p:cNvPr id="637" name="文本框 32"/>
            <p:cNvSpPr txBox="1"/>
            <p:nvPr/>
          </p:nvSpPr>
          <p:spPr>
            <a:xfrm>
              <a:off x="1178941" y="6401517"/>
              <a:ext cx="1893266" cy="400110"/>
            </a:xfrm>
            <a:prstGeom prst="rect">
              <a:avLst/>
            </a:prstGeom>
            <a:noFill/>
          </p:spPr>
          <p:txBody>
            <a:bodyPr wrap="square" rtlCol="0">
              <a:spAutoFit/>
            </a:bodyPr>
            <a:lstStyle/>
            <a:p>
              <a:pPr algn="l" defTabSz="567066" hangingPunct="1"/>
              <a:r>
                <a:rPr lang="zh-CN" altLang="en-US" sz="2000" b="1" kern="1200">
                  <a:solidFill>
                    <a:srgbClr val="441D85"/>
                  </a:solidFill>
                  <a:latin typeface="微软雅黑" panose="020F0502020204030204"/>
                  <a:ea typeface="微软雅黑"/>
                  <a:cs typeface="+mn-ea"/>
                  <a:sym typeface="+mn-lt"/>
                </a:rPr>
                <a:t>其它</a:t>
              </a:r>
              <a:endParaRPr sz="2000"/>
            </a:p>
          </p:txBody>
        </p:sp>
        <p:grpSp>
          <p:nvGrpSpPr>
            <p:cNvPr id="638" name="组合 128"/>
            <p:cNvGrpSpPr/>
            <p:nvPr/>
          </p:nvGrpSpPr>
          <p:grpSpPr>
            <a:xfrm>
              <a:off x="1109169" y="6812582"/>
              <a:ext cx="770054" cy="3275"/>
              <a:chOff x="7036209" y="3156098"/>
              <a:chExt cx="2483835" cy="10562"/>
            </a:xfrm>
          </p:grpSpPr>
          <p:cxnSp>
            <p:nvCxnSpPr>
              <p:cNvPr id="639" name="图形"/>
              <p:cNvCxnSpPr/>
              <p:nvPr/>
            </p:nvCxnSpPr>
            <p:spPr>
              <a:xfrm>
                <a:off x="7036209" y="3166660"/>
                <a:ext cx="248383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40" name="图形"/>
              <p:cNvCxnSpPr/>
              <p:nvPr/>
            </p:nvCxnSpPr>
            <p:spPr>
              <a:xfrm>
                <a:off x="7595013" y="3156098"/>
                <a:ext cx="1567609"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641" name="组合 134"/>
            <p:cNvGrpSpPr/>
            <p:nvPr/>
          </p:nvGrpSpPr>
          <p:grpSpPr>
            <a:xfrm>
              <a:off x="633136" y="6351652"/>
              <a:ext cx="535111" cy="535934"/>
              <a:chOff x="-1485368" y="5533574"/>
              <a:chExt cx="485443" cy="486190"/>
            </a:xfrm>
          </p:grpSpPr>
          <p:sp>
            <p:nvSpPr>
              <p:cNvPr id="642" name="图形"/>
              <p:cNvSpPr/>
              <p:nvPr/>
            </p:nvSpPr>
            <p:spPr>
              <a:xfrm>
                <a:off x="-1485368" y="5533574"/>
                <a:ext cx="485443" cy="486190"/>
              </a:xfrm>
              <a:prstGeom prst="ellipse">
                <a:avLst/>
              </a:prstGeom>
              <a:gradFill>
                <a:gsLst>
                  <a:gs pos="46000">
                    <a:srgbClr val="441D85"/>
                  </a:gs>
                  <a:gs pos="100000">
                    <a:srgbClr val="6556A3"/>
                  </a:gs>
                </a:gsLst>
                <a:lin ang="2700000" scaled="0"/>
              </a:gra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27955" tIns="14568" rIns="27955" bIns="14568" anchor="ctr"/>
              <a:lstStyle/>
              <a:p>
                <a:pPr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pic>
            <p:nvPicPr>
              <p:cNvPr id="643" name="图形 77"/>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378477" y="5649320"/>
                <a:ext cx="259523" cy="248129"/>
              </a:xfrm>
              <a:prstGeom prst="rect">
                <a:avLst/>
              </a:prstGeom>
            </p:spPr>
          </p:pic>
        </p:grpSp>
      </p:grpSp>
      <p:grpSp>
        <p:nvGrpSpPr>
          <p:cNvPr id="3" name="组合 2">
            <a:extLst>
              <a:ext uri="{FF2B5EF4-FFF2-40B4-BE49-F238E27FC236}">
                <a16:creationId xmlns:a16="http://schemas.microsoft.com/office/drawing/2014/main" id="{25611577-CD8E-E678-90C9-BA6BD87F39FC}"/>
              </a:ext>
            </a:extLst>
          </p:cNvPr>
          <p:cNvGrpSpPr/>
          <p:nvPr/>
        </p:nvGrpSpPr>
        <p:grpSpPr>
          <a:xfrm>
            <a:off x="458218" y="2150391"/>
            <a:ext cx="7278653" cy="1152000"/>
            <a:chOff x="488592" y="2150391"/>
            <a:chExt cx="7278653" cy="1152000"/>
          </a:xfrm>
        </p:grpSpPr>
        <p:sp>
          <p:nvSpPr>
            <p:cNvPr id="605" name="矩形 48"/>
            <p:cNvSpPr/>
            <p:nvPr/>
          </p:nvSpPr>
          <p:spPr>
            <a:xfrm rot="10800000">
              <a:off x="488592" y="2150391"/>
              <a:ext cx="7089051" cy="115200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607" name="文本框 5"/>
            <p:cNvSpPr txBox="1"/>
            <p:nvPr/>
          </p:nvSpPr>
          <p:spPr>
            <a:xfrm>
              <a:off x="488810" y="2810268"/>
              <a:ext cx="7278435" cy="332399"/>
            </a:xfrm>
            <a:prstGeom prst="rect">
              <a:avLst/>
            </a:prstGeom>
            <a:noFill/>
          </p:spPr>
          <p:txBody>
            <a:bodyPr wrap="square" rtlCol="0">
              <a:spAutoFit/>
            </a:bodyPr>
            <a:lstStyle/>
            <a:p>
              <a:pPr marL="766457" lvl="2" indent="-377979" algn="l" defTabSz="967345" hangingPunct="1">
                <a:lnSpc>
                  <a:spcPct val="120000"/>
                </a:lnSpc>
                <a:spcBef>
                  <a:spcPts val="551"/>
                </a:spcBef>
                <a:buClr>
                  <a:schemeClr val="accent2">
                    <a:lumMod val="25000"/>
                  </a:schemeClr>
                </a:buClr>
                <a:buSzPct val="65000"/>
                <a:buFont typeface="Wingdings" panose="05000000000000000000" pitchFamily="2" charset="2"/>
                <a:buChar char="Ø"/>
                <a:defRPr sz="2305"/>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提升</a:t>
              </a:r>
              <a:r>
                <a:rPr lang="en-US" altLang="zh-CN" sz="1500" dirty="0" err="1">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编程能力</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、强化算法思维、拓展专业知识</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p:txBody>
        </p:sp>
        <p:sp>
          <p:nvSpPr>
            <p:cNvPr id="620" name="文本框 32"/>
            <p:cNvSpPr txBox="1"/>
            <p:nvPr/>
          </p:nvSpPr>
          <p:spPr>
            <a:xfrm>
              <a:off x="1209316" y="2306244"/>
              <a:ext cx="1893266" cy="400110"/>
            </a:xfrm>
            <a:prstGeom prst="rect">
              <a:avLst/>
            </a:prstGeom>
            <a:noFill/>
          </p:spPr>
          <p:txBody>
            <a:bodyPr wrap="square" rtlCol="0">
              <a:spAutoFit/>
            </a:bodyPr>
            <a:lstStyle/>
            <a:p>
              <a:pPr algn="l" defTabSz="567066" hangingPunct="1"/>
              <a:r>
                <a:rPr lang="zh-CN" altLang="en-US" sz="2000" b="1" kern="1200" dirty="0">
                  <a:solidFill>
                    <a:srgbClr val="441D85"/>
                  </a:solidFill>
                  <a:latin typeface="微软雅黑" panose="020F0502020204030204"/>
                  <a:ea typeface="微软雅黑"/>
                  <a:cs typeface="+mn-ea"/>
                  <a:sym typeface="+mn-lt"/>
                </a:rPr>
                <a:t>能力提升</a:t>
              </a:r>
              <a:endParaRPr sz="2000" dirty="0"/>
            </a:p>
          </p:txBody>
        </p:sp>
        <p:grpSp>
          <p:nvGrpSpPr>
            <p:cNvPr id="621" name="组合 52"/>
            <p:cNvGrpSpPr/>
            <p:nvPr/>
          </p:nvGrpSpPr>
          <p:grpSpPr>
            <a:xfrm>
              <a:off x="1139544" y="2717309"/>
              <a:ext cx="1127245" cy="3275"/>
              <a:chOff x="7036209" y="3156098"/>
              <a:chExt cx="3635964" cy="10562"/>
            </a:xfrm>
          </p:grpSpPr>
          <p:cxnSp>
            <p:nvCxnSpPr>
              <p:cNvPr id="622" name="图形"/>
              <p:cNvCxnSpPr/>
              <p:nvPr/>
            </p:nvCxnSpPr>
            <p:spPr>
              <a:xfrm>
                <a:off x="7036209" y="3166660"/>
                <a:ext cx="248383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3" name="图形"/>
              <p:cNvCxnSpPr/>
              <p:nvPr/>
            </p:nvCxnSpPr>
            <p:spPr>
              <a:xfrm>
                <a:off x="7595016" y="3156098"/>
                <a:ext cx="3077157"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627" name="组合 101"/>
            <p:cNvGrpSpPr/>
            <p:nvPr/>
          </p:nvGrpSpPr>
          <p:grpSpPr>
            <a:xfrm>
              <a:off x="633136" y="2246670"/>
              <a:ext cx="535111" cy="535934"/>
              <a:chOff x="-7387965" y="1893718"/>
              <a:chExt cx="485443" cy="486190"/>
            </a:xfrm>
          </p:grpSpPr>
          <p:sp>
            <p:nvSpPr>
              <p:cNvPr id="628" name="图形"/>
              <p:cNvSpPr/>
              <p:nvPr/>
            </p:nvSpPr>
            <p:spPr>
              <a:xfrm>
                <a:off x="-7387965" y="1893718"/>
                <a:ext cx="485443" cy="486190"/>
              </a:xfrm>
              <a:prstGeom prst="ellipse">
                <a:avLst/>
              </a:prstGeom>
              <a:gradFill>
                <a:gsLst>
                  <a:gs pos="46000">
                    <a:srgbClr val="441D85"/>
                  </a:gs>
                  <a:gs pos="100000">
                    <a:srgbClr val="6556A3"/>
                  </a:gs>
                </a:gsLst>
                <a:lin ang="2700000" scaled="0"/>
              </a:gra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27955" tIns="14568" rIns="27955" bIns="14568" anchor="ctr"/>
              <a:lstStyle/>
              <a:p>
                <a:pPr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pic>
            <p:nvPicPr>
              <p:cNvPr id="629" name="图形 85"/>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308284" y="1982289"/>
                <a:ext cx="308434" cy="302265"/>
              </a:xfrm>
              <a:prstGeom prst="rect">
                <a:avLst/>
              </a:prstGeom>
            </p:spPr>
          </p:pic>
        </p:grpSp>
        <p:grpSp>
          <p:nvGrpSpPr>
            <p:cNvPr id="644" name="组合 135"/>
            <p:cNvGrpSpPr/>
            <p:nvPr/>
          </p:nvGrpSpPr>
          <p:grpSpPr>
            <a:xfrm>
              <a:off x="6264942" y="3251835"/>
              <a:ext cx="770054" cy="3272"/>
              <a:chOff x="7036209" y="3156109"/>
              <a:chExt cx="2483835" cy="10551"/>
            </a:xfrm>
          </p:grpSpPr>
          <p:cxnSp>
            <p:nvCxnSpPr>
              <p:cNvPr id="645" name="图形"/>
              <p:cNvCxnSpPr/>
              <p:nvPr/>
            </p:nvCxnSpPr>
            <p:spPr>
              <a:xfrm>
                <a:off x="7036209" y="3166660"/>
                <a:ext cx="248383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46" name="图形"/>
              <p:cNvCxnSpPr/>
              <p:nvPr/>
            </p:nvCxnSpPr>
            <p:spPr>
              <a:xfrm>
                <a:off x="7036209" y="3156109"/>
                <a:ext cx="894606"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grpSp>
        <p:nvGrpSpPr>
          <p:cNvPr id="5" name="组合 4">
            <a:extLst>
              <a:ext uri="{FF2B5EF4-FFF2-40B4-BE49-F238E27FC236}">
                <a16:creationId xmlns:a16="http://schemas.microsoft.com/office/drawing/2014/main" id="{70A0D163-9A3F-9787-FAD2-D0DFB07AAEF4}"/>
              </a:ext>
            </a:extLst>
          </p:cNvPr>
          <p:cNvGrpSpPr/>
          <p:nvPr/>
        </p:nvGrpSpPr>
        <p:grpSpPr>
          <a:xfrm>
            <a:off x="458218" y="4888450"/>
            <a:ext cx="7278435" cy="1152000"/>
            <a:chOff x="494294" y="4888450"/>
            <a:chExt cx="7278435" cy="1152000"/>
          </a:xfrm>
        </p:grpSpPr>
        <p:sp>
          <p:nvSpPr>
            <p:cNvPr id="602" name="矩形 2"/>
            <p:cNvSpPr/>
            <p:nvPr/>
          </p:nvSpPr>
          <p:spPr>
            <a:xfrm rot="10800000">
              <a:off x="499380" y="4888450"/>
              <a:ext cx="7078263" cy="115200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611" name="文本框 5"/>
            <p:cNvSpPr txBox="1"/>
            <p:nvPr/>
          </p:nvSpPr>
          <p:spPr>
            <a:xfrm>
              <a:off x="494294" y="5531509"/>
              <a:ext cx="7278435" cy="332399"/>
            </a:xfrm>
            <a:prstGeom prst="rect">
              <a:avLst/>
            </a:prstGeom>
            <a:noFill/>
          </p:spPr>
          <p:txBody>
            <a:bodyPr wrap="square" rtlCol="0">
              <a:spAutoFit/>
            </a:bodyPr>
            <a:lstStyle/>
            <a:p>
              <a:pPr marL="766457" lvl="2" indent="-377979" algn="l" defTabSz="967345" hangingPunct="1">
                <a:lnSpc>
                  <a:spcPct val="120000"/>
                </a:lnSpc>
                <a:spcBef>
                  <a:spcPts val="551"/>
                </a:spcBef>
                <a:buClr>
                  <a:schemeClr val="accent2">
                    <a:lumMod val="25000"/>
                  </a:schemeClr>
                </a:buClr>
                <a:buSzPct val="65000"/>
                <a:buFont typeface="Wingdings" panose="05000000000000000000" pitchFamily="2" charset="2"/>
                <a:buChar char="Ø"/>
                <a:defRPr sz="2305"/>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企业优先招聘有编程竞赛经历的学生</a:t>
              </a:r>
              <a:endParaRPr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p:txBody>
        </p:sp>
        <p:sp>
          <p:nvSpPr>
            <p:cNvPr id="630" name="文本框 32"/>
            <p:cNvSpPr txBox="1"/>
            <p:nvPr/>
          </p:nvSpPr>
          <p:spPr>
            <a:xfrm>
              <a:off x="1178941" y="5027486"/>
              <a:ext cx="1893266" cy="400110"/>
            </a:xfrm>
            <a:prstGeom prst="rect">
              <a:avLst/>
            </a:prstGeom>
            <a:noFill/>
          </p:spPr>
          <p:txBody>
            <a:bodyPr wrap="square" rtlCol="0">
              <a:spAutoFit/>
            </a:bodyPr>
            <a:lstStyle/>
            <a:p>
              <a:pPr algn="l" defTabSz="567066" hangingPunct="1"/>
              <a:r>
                <a:rPr lang="zh-CN" altLang="en-US" sz="2000" b="1" kern="1200" dirty="0">
                  <a:solidFill>
                    <a:srgbClr val="441D85"/>
                  </a:solidFill>
                  <a:latin typeface="微软雅黑" panose="020F0502020204030204"/>
                  <a:ea typeface="微软雅黑"/>
                  <a:cs typeface="+mn-ea"/>
                  <a:sym typeface="+mn-lt"/>
                </a:rPr>
                <a:t>就业优势</a:t>
              </a:r>
              <a:endParaRPr sz="2000" dirty="0"/>
            </a:p>
          </p:txBody>
        </p:sp>
        <p:grpSp>
          <p:nvGrpSpPr>
            <p:cNvPr id="631" name="组合 117"/>
            <p:cNvGrpSpPr/>
            <p:nvPr/>
          </p:nvGrpSpPr>
          <p:grpSpPr>
            <a:xfrm>
              <a:off x="1109169" y="5438551"/>
              <a:ext cx="1127244" cy="3275"/>
              <a:chOff x="7036209" y="3156098"/>
              <a:chExt cx="3635963" cy="10562"/>
            </a:xfrm>
          </p:grpSpPr>
          <p:cxnSp>
            <p:nvCxnSpPr>
              <p:cNvPr id="632" name="图形"/>
              <p:cNvCxnSpPr/>
              <p:nvPr/>
            </p:nvCxnSpPr>
            <p:spPr>
              <a:xfrm>
                <a:off x="7036209" y="3166660"/>
                <a:ext cx="248383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33" name="图形"/>
              <p:cNvCxnSpPr/>
              <p:nvPr/>
            </p:nvCxnSpPr>
            <p:spPr>
              <a:xfrm>
                <a:off x="7595013" y="3156098"/>
                <a:ext cx="3077159"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634" name="组合 123"/>
            <p:cNvGrpSpPr/>
            <p:nvPr/>
          </p:nvGrpSpPr>
          <p:grpSpPr>
            <a:xfrm>
              <a:off x="637144" y="4951803"/>
              <a:ext cx="535111" cy="535934"/>
              <a:chOff x="-1384474" y="4317671"/>
              <a:chExt cx="485443" cy="486190"/>
            </a:xfrm>
          </p:grpSpPr>
          <p:sp>
            <p:nvSpPr>
              <p:cNvPr id="635" name="图形"/>
              <p:cNvSpPr/>
              <p:nvPr/>
            </p:nvSpPr>
            <p:spPr>
              <a:xfrm>
                <a:off x="-1384474" y="4317671"/>
                <a:ext cx="485443" cy="486190"/>
              </a:xfrm>
              <a:prstGeom prst="ellipse">
                <a:avLst/>
              </a:prstGeom>
              <a:gradFill>
                <a:gsLst>
                  <a:gs pos="46000">
                    <a:srgbClr val="441D85"/>
                  </a:gs>
                  <a:gs pos="100000">
                    <a:srgbClr val="6556A3"/>
                  </a:gs>
                </a:gsLst>
                <a:lin ang="2700000" scaled="0"/>
              </a:gra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27955" tIns="14568" rIns="27955" bIns="14568" anchor="ctr"/>
              <a:lstStyle/>
              <a:p>
                <a:pPr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pic>
            <p:nvPicPr>
              <p:cNvPr id="636" name="图形 87"/>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268267" y="4424729"/>
                <a:ext cx="251608" cy="250111"/>
              </a:xfrm>
              <a:prstGeom prst="rect">
                <a:avLst/>
              </a:prstGeom>
            </p:spPr>
          </p:pic>
        </p:grpSp>
        <p:grpSp>
          <p:nvGrpSpPr>
            <p:cNvPr id="647" name="组合 138"/>
            <p:cNvGrpSpPr/>
            <p:nvPr/>
          </p:nvGrpSpPr>
          <p:grpSpPr>
            <a:xfrm>
              <a:off x="6264942" y="6034813"/>
              <a:ext cx="770054" cy="3272"/>
              <a:chOff x="7036209" y="3156109"/>
              <a:chExt cx="2483835" cy="10551"/>
            </a:xfrm>
          </p:grpSpPr>
          <p:cxnSp>
            <p:nvCxnSpPr>
              <p:cNvPr id="648" name="图形"/>
              <p:cNvCxnSpPr/>
              <p:nvPr/>
            </p:nvCxnSpPr>
            <p:spPr>
              <a:xfrm>
                <a:off x="7036209" y="3166660"/>
                <a:ext cx="248383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49" name="图形"/>
              <p:cNvCxnSpPr/>
              <p:nvPr/>
            </p:nvCxnSpPr>
            <p:spPr>
              <a:xfrm>
                <a:off x="7036209" y="3156109"/>
                <a:ext cx="894606"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cxnSp>
        <p:nvCxnSpPr>
          <p:cNvPr id="650" name="图形"/>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595" name="文本框 17"/>
          <p:cNvSpPr txBox="1"/>
          <p:nvPr/>
        </p:nvSpPr>
        <p:spPr>
          <a:xfrm>
            <a:off x="4778527" y="9557605"/>
            <a:ext cx="4633521" cy="323165"/>
          </a:xfrm>
          <a:prstGeom prst="rect">
            <a:avLst/>
          </a:prstGeom>
          <a:noFill/>
        </p:spPr>
        <p:txBody>
          <a:bodyPr wrap="square">
            <a:spAutoFit/>
          </a:bodyPr>
          <a:lstStyle/>
          <a:p>
            <a:r>
              <a:rPr lang="en-US" altLang="zh-CN" sz="1500">
                <a:solidFill>
                  <a:schemeClr val="tx1">
                    <a:lumMod val="85000"/>
                    <a:lumOff val="15000"/>
                  </a:schemeClr>
                </a:solidFill>
                <a:latin typeface="华文宋体" panose="02010600040101010101" pitchFamily="2" charset="-122"/>
                <a:ea typeface="华文宋体" panose="02010600040101010101" pitchFamily="2" charset="-122"/>
                <a:cs typeface="+mn-ea"/>
              </a:rPr>
              <a:t>2</a:t>
            </a:r>
            <a:endParaRPr lang="zh-CN" altLang="en-US" sz="1500">
              <a:solidFill>
                <a:schemeClr val="tx1">
                  <a:lumMod val="85000"/>
                  <a:lumOff val="15000"/>
                </a:schemeClr>
              </a:solidFill>
              <a:latin typeface="华文宋体" panose="02010600040101010101" pitchFamily="2" charset="-122"/>
              <a:ea typeface="华文宋体" panose="02010600040101010101" pitchFamily="2" charset="-122"/>
              <a:cs typeface="+mn-ea"/>
            </a:endParaRPr>
          </a:p>
        </p:txBody>
      </p:sp>
      <p:pic>
        <p:nvPicPr>
          <p:cNvPr id="2" name="图片 29">
            <a:extLst>
              <a:ext uri="{FF2B5EF4-FFF2-40B4-BE49-F238E27FC236}">
                <a16:creationId xmlns:a16="http://schemas.microsoft.com/office/drawing/2014/main" id="{DBEBA5F9-5F0B-FBFA-73D7-459D89E77D4B}"/>
              </a:ext>
            </a:extLst>
          </p:cNvPr>
          <p:cNvPicPr>
            <a:picLocks noChangeAspect="1"/>
          </p:cNvPicPr>
          <p:nvPr/>
        </p:nvPicPr>
        <p:blipFill>
          <a:blip r:embed="rId11" cstate="print"/>
          <a:stretch>
            <a:fillRect/>
          </a:stretch>
        </p:blipFill>
        <p:spPr>
          <a:xfrm>
            <a:off x="1336928" y="196268"/>
            <a:ext cx="6637825" cy="92559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AE06E-1FF2-215D-F659-07AB4B236AB6}"/>
            </a:ext>
          </a:extLst>
        </p:cNvPr>
        <p:cNvGrpSpPr/>
        <p:nvPr/>
      </p:nvGrpSpPr>
      <p:grpSpPr>
        <a:xfrm>
          <a:off x="0" y="0"/>
          <a:ext cx="0" cy="0"/>
          <a:chOff x="0" y="0"/>
          <a:chExt cx="0" cy="0"/>
        </a:xfrm>
      </p:grpSpPr>
      <p:grpSp>
        <p:nvGrpSpPr>
          <p:cNvPr id="654" name="组合 6">
            <a:extLst>
              <a:ext uri="{FF2B5EF4-FFF2-40B4-BE49-F238E27FC236}">
                <a16:creationId xmlns:a16="http://schemas.microsoft.com/office/drawing/2014/main" id="{F074C15F-21FD-C4A2-FFC9-8BA69C0304EC}"/>
              </a:ext>
            </a:extLst>
          </p:cNvPr>
          <p:cNvGrpSpPr/>
          <p:nvPr/>
        </p:nvGrpSpPr>
        <p:grpSpPr>
          <a:xfrm>
            <a:off x="9752" y="260216"/>
            <a:ext cx="7549923" cy="9999797"/>
            <a:chOff x="9752" y="255633"/>
            <a:chExt cx="7549923" cy="9999797"/>
          </a:xfrm>
        </p:grpSpPr>
        <p:pic>
          <p:nvPicPr>
            <p:cNvPr id="655" name="图片 7">
              <a:extLst>
                <a:ext uri="{FF2B5EF4-FFF2-40B4-BE49-F238E27FC236}">
                  <a16:creationId xmlns:a16="http://schemas.microsoft.com/office/drawing/2014/main" id="{2CF92FB3-E042-2914-5AC4-6F85FE9AE4BB}"/>
                </a:ext>
              </a:extLst>
            </p:cNvPr>
            <p:cNvPicPr>
              <a:picLocks noChangeAspect="1"/>
            </p:cNvPicPr>
            <p:nvPr/>
          </p:nvPicPr>
          <p:blipFill>
            <a:blip r:embed="rId2"/>
            <a:srcRect r="1505"/>
            <a:stretch/>
          </p:blipFill>
          <p:spPr>
            <a:xfrm>
              <a:off x="9752" y="255633"/>
              <a:ext cx="7549923" cy="9999797"/>
            </a:xfrm>
            <a:prstGeom prst="rect">
              <a:avLst/>
            </a:prstGeom>
          </p:spPr>
        </p:pic>
        <p:pic>
          <p:nvPicPr>
            <p:cNvPr id="656" name="图片 9">
              <a:extLst>
                <a:ext uri="{FF2B5EF4-FFF2-40B4-BE49-F238E27FC236}">
                  <a16:creationId xmlns:a16="http://schemas.microsoft.com/office/drawing/2014/main" id="{1AC5A96F-AFC1-35AB-BAB8-BE4EADE2584B}"/>
                </a:ext>
              </a:extLst>
            </p:cNvPr>
            <p:cNvPicPr>
              <a:picLocks noChangeAspect="1"/>
            </p:cNvPicPr>
            <p:nvPr/>
          </p:nvPicPr>
          <p:blipFill>
            <a:blip r:embed="rId3"/>
            <a:stretch>
              <a:fillRect/>
            </a:stretch>
          </p:blipFill>
          <p:spPr>
            <a:xfrm>
              <a:off x="2733503" y="958361"/>
              <a:ext cx="4803852" cy="183897"/>
            </a:xfrm>
            <a:prstGeom prst="rect">
              <a:avLst/>
            </a:prstGeom>
          </p:spPr>
        </p:pic>
        <p:pic>
          <p:nvPicPr>
            <p:cNvPr id="657" name="图片 12">
              <a:extLst>
                <a:ext uri="{FF2B5EF4-FFF2-40B4-BE49-F238E27FC236}">
                  <a16:creationId xmlns:a16="http://schemas.microsoft.com/office/drawing/2014/main" id="{1019F411-2C5A-B836-FB34-D80154F54278}"/>
                </a:ext>
              </a:extLst>
            </p:cNvPr>
            <p:cNvPicPr>
              <a:picLocks noChangeAspect="1"/>
            </p:cNvPicPr>
            <p:nvPr/>
          </p:nvPicPr>
          <p:blipFill>
            <a:blip r:embed="rId4"/>
            <a:stretch>
              <a:fillRect/>
            </a:stretch>
          </p:blipFill>
          <p:spPr>
            <a:xfrm>
              <a:off x="2955317" y="489607"/>
              <a:ext cx="4480144" cy="476842"/>
            </a:xfrm>
            <a:prstGeom prst="rect">
              <a:avLst/>
            </a:prstGeom>
          </p:spPr>
        </p:pic>
      </p:grpSp>
      <p:pic>
        <p:nvPicPr>
          <p:cNvPr id="2" name="图片 18">
            <a:extLst>
              <a:ext uri="{FF2B5EF4-FFF2-40B4-BE49-F238E27FC236}">
                <a16:creationId xmlns:a16="http://schemas.microsoft.com/office/drawing/2014/main" id="{545D8AFD-D1AC-CE79-E37D-9D77CECA64C7}"/>
              </a:ext>
            </a:extLst>
          </p:cNvPr>
          <p:cNvPicPr>
            <a:picLocks noChangeAspect="1"/>
          </p:cNvPicPr>
          <p:nvPr/>
        </p:nvPicPr>
        <p:blipFill>
          <a:blip r:embed="rId5" cstate="print"/>
          <a:stretch>
            <a:fillRect/>
          </a:stretch>
        </p:blipFill>
        <p:spPr>
          <a:xfrm>
            <a:off x="-401919" y="196268"/>
            <a:ext cx="6637825" cy="925594"/>
          </a:xfrm>
          <a:prstGeom prst="rect">
            <a:avLst/>
          </a:prstGeom>
        </p:spPr>
      </p:pic>
      <p:sp>
        <p:nvSpPr>
          <p:cNvPr id="12" name="矩形 3">
            <a:extLst>
              <a:ext uri="{FF2B5EF4-FFF2-40B4-BE49-F238E27FC236}">
                <a16:creationId xmlns:a16="http://schemas.microsoft.com/office/drawing/2014/main" id="{8CE63255-3489-94B2-2932-19D07E7D0981}"/>
              </a:ext>
            </a:extLst>
          </p:cNvPr>
          <p:cNvSpPr/>
          <p:nvPr/>
        </p:nvSpPr>
        <p:spPr>
          <a:xfrm rot="5400000" flipH="1">
            <a:off x="2147228" y="1015759"/>
            <a:ext cx="3227312" cy="6620723"/>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14" name="Title Placeholder 1">
            <a:extLst>
              <a:ext uri="{FF2B5EF4-FFF2-40B4-BE49-F238E27FC236}">
                <a16:creationId xmlns:a16="http://schemas.microsoft.com/office/drawing/2014/main" id="{253CE324-072E-7B44-D8E5-A8106BC50BA9}"/>
              </a:ext>
            </a:extLst>
          </p:cNvPr>
          <p:cNvSpPr txBox="1"/>
          <p:nvPr/>
        </p:nvSpPr>
        <p:spPr>
          <a:xfrm>
            <a:off x="594000" y="954000"/>
            <a:ext cx="4910187"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竞赛队宗旨</a:t>
            </a:r>
            <a:endParaRPr lang="en-CN" sz="3200"/>
          </a:p>
        </p:txBody>
      </p:sp>
      <p:cxnSp>
        <p:nvCxnSpPr>
          <p:cNvPr id="15" name="图形">
            <a:extLst>
              <a:ext uri="{FF2B5EF4-FFF2-40B4-BE49-F238E27FC236}">
                <a16:creationId xmlns:a16="http://schemas.microsoft.com/office/drawing/2014/main" id="{7154B230-B388-47CC-A39C-D3422787D179}"/>
              </a:ext>
            </a:extLst>
          </p:cNvPr>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16" name="文本框 9">
            <a:extLst>
              <a:ext uri="{FF2B5EF4-FFF2-40B4-BE49-F238E27FC236}">
                <a16:creationId xmlns:a16="http://schemas.microsoft.com/office/drawing/2014/main" id="{029B34D0-A694-C1DB-1851-129369C56ACC}"/>
              </a:ext>
            </a:extLst>
          </p:cNvPr>
          <p:cNvSpPr txBox="1"/>
          <p:nvPr/>
        </p:nvSpPr>
        <p:spPr>
          <a:xfrm>
            <a:off x="452502" y="2786706"/>
            <a:ext cx="6620723" cy="1985993"/>
          </a:xfrm>
          <a:prstGeom prst="rect">
            <a:avLst/>
          </a:prstGeom>
          <a:noFill/>
        </p:spPr>
        <p:txBody>
          <a:bodyPr wrap="square">
            <a:spAutoFit/>
          </a:bodyPr>
          <a:lstStyle/>
          <a:p>
            <a:pPr algn="l">
              <a:lnSpc>
                <a:spcPct val="125000"/>
              </a:lnSpc>
            </a:pPr>
            <a:r>
              <a:rPr lang="zh-CN" altLang="en-US" sz="2000" dirty="0">
                <a:solidFill>
                  <a:schemeClr val="tx1">
                    <a:lumMod val="85000"/>
                    <a:lumOff val="15000"/>
                  </a:schemeClr>
                </a:solidFill>
                <a:latin typeface="华文宋体" panose="02010600040101010101" pitchFamily="2" charset="-122"/>
                <a:ea typeface="华文宋体" panose="02010600040101010101" pitchFamily="2" charset="-122"/>
                <a:cs typeface="+mn-ea"/>
              </a:rPr>
              <a:t>        </a:t>
            </a:r>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cs typeface="+mn-ea"/>
              </a:rPr>
              <a:t>核心目标通过一系列校内外编程活动，像“全民乒乓球运动”一样吸引全校大学生积极参与编程，“以赛促学”、“以赛促研”，以竞赛促进计算机本科教育水平的提高，最终全面提升我校学生的算法设计、逻辑推理、编程动手、科学研究等方面的能力。</a:t>
            </a:r>
            <a:endParaRPr sz="2000" dirty="0"/>
          </a:p>
        </p:txBody>
      </p:sp>
      <p:pic>
        <p:nvPicPr>
          <p:cNvPr id="17" name="图片 12">
            <a:extLst>
              <a:ext uri="{FF2B5EF4-FFF2-40B4-BE49-F238E27FC236}">
                <a16:creationId xmlns:a16="http://schemas.microsoft.com/office/drawing/2014/main" id="{31169323-4AF0-A745-54CD-316D328BB315}"/>
              </a:ext>
            </a:extLst>
          </p:cNvPr>
          <p:cNvPicPr>
            <a:picLocks noChangeAspect="1"/>
          </p:cNvPicPr>
          <p:nvPr/>
        </p:nvPicPr>
        <p:blipFill>
          <a:blip r:embed="rId6"/>
          <a:stretch>
            <a:fillRect/>
          </a:stretch>
        </p:blipFill>
        <p:spPr>
          <a:xfrm>
            <a:off x="4316136" y="5322049"/>
            <a:ext cx="2722524" cy="3543285"/>
          </a:xfrm>
          <a:prstGeom prst="rect">
            <a:avLst/>
          </a:prstGeom>
        </p:spPr>
      </p:pic>
      <p:sp>
        <p:nvSpPr>
          <p:cNvPr id="18" name="文本框 16">
            <a:extLst>
              <a:ext uri="{FF2B5EF4-FFF2-40B4-BE49-F238E27FC236}">
                <a16:creationId xmlns:a16="http://schemas.microsoft.com/office/drawing/2014/main" id="{E2157B43-8149-4488-D9B8-F813D3CF769E}"/>
              </a:ext>
            </a:extLst>
          </p:cNvPr>
          <p:cNvSpPr txBox="1"/>
          <p:nvPr/>
        </p:nvSpPr>
        <p:spPr>
          <a:xfrm>
            <a:off x="4212235" y="8911360"/>
            <a:ext cx="2941984" cy="323165"/>
          </a:xfrm>
          <a:prstGeom prst="rect">
            <a:avLst/>
          </a:prstGeom>
          <a:noFill/>
        </p:spPr>
        <p:txBody>
          <a:bodyPr wrap="square">
            <a:spAutoFit/>
          </a:bodyPr>
          <a:lstStyle/>
          <a:p>
            <a:r>
              <a:rPr lang="zh-CN" altLang="en-US" sz="1500" b="1" dirty="0">
                <a:solidFill>
                  <a:schemeClr val="tx1">
                    <a:lumMod val="85000"/>
                    <a:lumOff val="15000"/>
                  </a:schemeClr>
                </a:solidFill>
                <a:latin typeface="华文宋体" panose="02010600040101010101" pitchFamily="2" charset="-122"/>
                <a:ea typeface="华文宋体" panose="02010600040101010101" pitchFamily="2" charset="-122"/>
                <a:cs typeface="+mn-ea"/>
              </a:rPr>
              <a:t>数据科学学院副院长 查宏远教授</a:t>
            </a:r>
            <a:endParaRPr sz="1500" b="1" dirty="0"/>
          </a:p>
        </p:txBody>
      </p:sp>
      <p:sp>
        <p:nvSpPr>
          <p:cNvPr id="19" name="矩形 18">
            <a:extLst>
              <a:ext uri="{FF2B5EF4-FFF2-40B4-BE49-F238E27FC236}">
                <a16:creationId xmlns:a16="http://schemas.microsoft.com/office/drawing/2014/main" id="{C4B9AE5A-925B-15F0-1295-02D0AE11E1DD}"/>
              </a:ext>
            </a:extLst>
          </p:cNvPr>
          <p:cNvSpPr/>
          <p:nvPr/>
        </p:nvSpPr>
        <p:spPr>
          <a:xfrm rot="10800000">
            <a:off x="452502" y="2039360"/>
            <a:ext cx="6967461" cy="439431"/>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zh-CN" altLang="en-US" sz="311" dirty="0"/>
              <a:t>香港中文大学（深圳）程序设计竞赛队成立于</a:t>
            </a:r>
            <a:r>
              <a:rPr lang="en-US" altLang="zh-CN" sz="311" dirty="0"/>
              <a:t>2020</a:t>
            </a:r>
            <a:r>
              <a:rPr lang="zh-CN" altLang="en-US" sz="311" dirty="0"/>
              <a:t>年</a:t>
            </a:r>
            <a:r>
              <a:rPr lang="en-US" altLang="zh-CN" sz="311" dirty="0"/>
              <a:t>9</a:t>
            </a:r>
            <a:r>
              <a:rPr lang="zh-CN" altLang="en-US" sz="311" dirty="0"/>
              <a:t>月香港中文大学（深圳）程序设计竞赛队成立于</a:t>
            </a:r>
            <a:r>
              <a:rPr lang="en-US" altLang="zh-CN" sz="311" dirty="0"/>
              <a:t>2020</a:t>
            </a:r>
            <a:r>
              <a:rPr lang="zh-CN" altLang="en-US" sz="311" dirty="0"/>
              <a:t>年</a:t>
            </a:r>
            <a:r>
              <a:rPr lang="en-US" altLang="zh-CN" sz="311" dirty="0"/>
              <a:t>9</a:t>
            </a:r>
            <a:r>
              <a:rPr lang="zh-CN" altLang="en-US" sz="311" dirty="0"/>
              <a:t>月</a:t>
            </a:r>
          </a:p>
        </p:txBody>
      </p:sp>
      <p:sp>
        <p:nvSpPr>
          <p:cNvPr id="20" name="文本框 19">
            <a:extLst>
              <a:ext uri="{FF2B5EF4-FFF2-40B4-BE49-F238E27FC236}">
                <a16:creationId xmlns:a16="http://schemas.microsoft.com/office/drawing/2014/main" id="{4CBB8190-E99C-A6AB-671D-A36252F710C6}"/>
              </a:ext>
            </a:extLst>
          </p:cNvPr>
          <p:cNvSpPr txBox="1"/>
          <p:nvPr/>
        </p:nvSpPr>
        <p:spPr>
          <a:xfrm>
            <a:off x="452502" y="2072056"/>
            <a:ext cx="6620723" cy="400110"/>
          </a:xfrm>
          <a:prstGeom prst="rect">
            <a:avLst/>
          </a:prstGeom>
          <a:noFill/>
        </p:spPr>
        <p:txBody>
          <a:bodyPr wrap="none" rtlCol="0">
            <a:spAutoFit/>
          </a:bodyPr>
          <a:lstStyle/>
          <a:p>
            <a:r>
              <a:rPr kumimoji="1" lang="zh-CN" altLang="en-US" sz="2000" b="1" dirty="0">
                <a:latin typeface="Microsoft YaHei" panose="020B0503020204020204" pitchFamily="34" charset="-122"/>
                <a:ea typeface="Microsoft YaHei" panose="020B0503020204020204" pitchFamily="34" charset="-122"/>
              </a:rPr>
              <a:t>香港中文大学（深圳）程序设计竞赛队成立于</a:t>
            </a:r>
            <a:r>
              <a:rPr kumimoji="1" lang="en-US" altLang="zh-CN" sz="2000" b="1" dirty="0">
                <a:latin typeface="Microsoft YaHei" panose="020B0503020204020204" pitchFamily="34" charset="-122"/>
                <a:ea typeface="Microsoft YaHei" panose="020B0503020204020204" pitchFamily="34" charset="-122"/>
              </a:rPr>
              <a:t>2020</a:t>
            </a:r>
            <a:r>
              <a:rPr kumimoji="1" lang="zh-CN" altLang="en-US" sz="2000" b="1" dirty="0">
                <a:latin typeface="Microsoft YaHei" panose="020B0503020204020204" pitchFamily="34" charset="-122"/>
                <a:ea typeface="Microsoft YaHei" panose="020B0503020204020204" pitchFamily="34" charset="-122"/>
              </a:rPr>
              <a:t>年</a:t>
            </a:r>
            <a:r>
              <a:rPr kumimoji="1" lang="en-US" altLang="zh-CN" sz="2000" b="1" dirty="0">
                <a:latin typeface="Microsoft YaHei" panose="020B0503020204020204" pitchFamily="34" charset="-122"/>
                <a:ea typeface="Microsoft YaHei" panose="020B0503020204020204" pitchFamily="34" charset="-122"/>
              </a:rPr>
              <a:t>9</a:t>
            </a:r>
            <a:r>
              <a:rPr kumimoji="1" lang="zh-CN" altLang="en-US" sz="2000" b="1" dirty="0">
                <a:latin typeface="Microsoft YaHei" panose="020B0503020204020204" pitchFamily="34" charset="-122"/>
                <a:ea typeface="Microsoft YaHei" panose="020B0503020204020204" pitchFamily="34" charset="-122"/>
              </a:rPr>
              <a:t>月</a:t>
            </a:r>
          </a:p>
        </p:txBody>
      </p:sp>
      <p:sp>
        <p:nvSpPr>
          <p:cNvPr id="21" name="文本框 20">
            <a:extLst>
              <a:ext uri="{FF2B5EF4-FFF2-40B4-BE49-F238E27FC236}">
                <a16:creationId xmlns:a16="http://schemas.microsoft.com/office/drawing/2014/main" id="{1540129F-A3B2-5AF1-C2E8-5009C038AC04}"/>
              </a:ext>
            </a:extLst>
          </p:cNvPr>
          <p:cNvSpPr txBox="1"/>
          <p:nvPr/>
        </p:nvSpPr>
        <p:spPr>
          <a:xfrm>
            <a:off x="-1664745" y="9558000"/>
            <a:ext cx="4633521" cy="323165"/>
          </a:xfrm>
          <a:prstGeom prst="rect">
            <a:avLst/>
          </a:prstGeom>
          <a:noFill/>
        </p:spPr>
        <p:txBody>
          <a:bodyPr wrap="square">
            <a:spAutoFit/>
          </a:bodyPr>
          <a:lstStyle/>
          <a:p>
            <a:r>
              <a:rPr lang="en-US" altLang="zh-CN" sz="1500" dirty="0">
                <a:solidFill>
                  <a:schemeClr val="tx1">
                    <a:lumMod val="85000"/>
                    <a:lumOff val="15000"/>
                  </a:schemeClr>
                </a:solidFill>
                <a:latin typeface="华文宋体" panose="02010600040101010101" pitchFamily="2" charset="-122"/>
                <a:ea typeface="华文宋体" panose="02010600040101010101" pitchFamily="2" charset="-122"/>
                <a:cs typeface="+mn-ea"/>
              </a:rPr>
              <a:t>3</a:t>
            </a:r>
            <a:endParaRPr lang="zh-CN" altLang="en-US" sz="1500" dirty="0">
              <a:solidFill>
                <a:schemeClr val="tx1">
                  <a:lumMod val="85000"/>
                  <a:lumOff val="15000"/>
                </a:schemeClr>
              </a:solidFill>
              <a:latin typeface="华文宋体" panose="02010600040101010101" pitchFamily="2" charset="-122"/>
              <a:ea typeface="华文宋体" panose="02010600040101010101" pitchFamily="2" charset="-122"/>
              <a:cs typeface="+mn-ea"/>
            </a:endParaRPr>
          </a:p>
        </p:txBody>
      </p:sp>
    </p:spTree>
    <p:extLst>
      <p:ext uri="{BB962C8B-B14F-4D97-AF65-F5344CB8AC3E}">
        <p14:creationId xmlns:p14="http://schemas.microsoft.com/office/powerpoint/2010/main" val="28756798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 name="组合 5"/>
          <p:cNvGrpSpPr/>
          <p:nvPr/>
        </p:nvGrpSpPr>
        <p:grpSpPr>
          <a:xfrm>
            <a:off x="9752" y="255633"/>
            <a:ext cx="7549923" cy="9999797"/>
            <a:chOff x="9752" y="255633"/>
            <a:chExt cx="7549923" cy="9999797"/>
          </a:xfrm>
        </p:grpSpPr>
        <p:pic>
          <p:nvPicPr>
            <p:cNvPr id="62" name="图片 6"/>
            <p:cNvPicPr>
              <a:picLocks noChangeAspect="1"/>
            </p:cNvPicPr>
            <p:nvPr/>
          </p:nvPicPr>
          <p:blipFill>
            <a:blip r:embed="rId3"/>
            <a:srcRect r="1505"/>
            <a:stretch/>
          </p:blipFill>
          <p:spPr>
            <a:xfrm>
              <a:off x="9752" y="255633"/>
              <a:ext cx="7549923" cy="9999797"/>
            </a:xfrm>
            <a:prstGeom prst="rect">
              <a:avLst/>
            </a:prstGeom>
          </p:spPr>
        </p:pic>
        <p:pic>
          <p:nvPicPr>
            <p:cNvPr id="63" name="图片 7"/>
            <p:cNvPicPr>
              <a:picLocks noChangeAspect="1"/>
            </p:cNvPicPr>
            <p:nvPr/>
          </p:nvPicPr>
          <p:blipFill>
            <a:blip r:embed="rId4"/>
            <a:stretch>
              <a:fillRect/>
            </a:stretch>
          </p:blipFill>
          <p:spPr>
            <a:xfrm>
              <a:off x="2733503" y="958361"/>
              <a:ext cx="4803852" cy="183897"/>
            </a:xfrm>
            <a:prstGeom prst="rect">
              <a:avLst/>
            </a:prstGeom>
          </p:spPr>
        </p:pic>
        <p:pic>
          <p:nvPicPr>
            <p:cNvPr id="64" name="图片 8"/>
            <p:cNvPicPr>
              <a:picLocks noChangeAspect="1"/>
            </p:cNvPicPr>
            <p:nvPr/>
          </p:nvPicPr>
          <p:blipFill>
            <a:blip r:embed="rId5"/>
            <a:stretch>
              <a:fillRect/>
            </a:stretch>
          </p:blipFill>
          <p:spPr>
            <a:xfrm>
              <a:off x="2955317" y="489607"/>
              <a:ext cx="4480144" cy="476842"/>
            </a:xfrm>
            <a:prstGeom prst="rect">
              <a:avLst/>
            </a:prstGeom>
          </p:spPr>
        </p:pic>
      </p:grpSp>
      <p:sp>
        <p:nvSpPr>
          <p:cNvPr id="65" name="矩形 48"/>
          <p:cNvSpPr/>
          <p:nvPr/>
        </p:nvSpPr>
        <p:spPr>
          <a:xfrm rot="5400000" flipH="1">
            <a:off x="2204662" y="844032"/>
            <a:ext cx="3148413" cy="6632836"/>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66" name="Title Placeholder 1"/>
          <p:cNvSpPr txBox="1"/>
          <p:nvPr/>
        </p:nvSpPr>
        <p:spPr>
          <a:xfrm>
            <a:off x="594000" y="955534"/>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指导教师</a:t>
            </a:r>
            <a:endParaRPr lang="en-CN" sz="3200"/>
          </a:p>
        </p:txBody>
      </p:sp>
      <p:cxnSp>
        <p:nvCxnSpPr>
          <p:cNvPr id="67" name="图形"/>
          <p:cNvCxnSpPr/>
          <p:nvPr/>
        </p:nvCxnSpPr>
        <p:spPr>
          <a:xfrm rot="10800000" flipH="1">
            <a:off x="5015053" y="5230295"/>
            <a:ext cx="972000"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pic>
        <p:nvPicPr>
          <p:cNvPr id="68" name="IMG_0592.jpeg" descr="IMG_0592.jpeg"/>
          <p:cNvPicPr/>
          <p:nvPr/>
        </p:nvPicPr>
        <p:blipFill>
          <a:blip r:embed="rId6"/>
          <a:stretch>
            <a:fillRect/>
          </a:stretch>
        </p:blipFill>
        <p:spPr>
          <a:xfrm>
            <a:off x="566343" y="2918630"/>
            <a:ext cx="2083552" cy="2062177"/>
          </a:xfrm>
          <a:prstGeom prst="rect">
            <a:avLst/>
          </a:prstGeom>
          <a:ln w="12700">
            <a:miter lim="400000"/>
            <a:headEnd/>
            <a:tailEnd/>
          </a:ln>
        </p:spPr>
      </p:pic>
      <p:sp>
        <p:nvSpPr>
          <p:cNvPr id="69" name="贺品嘉教授主要研究兴趣包括软件工程、程序设计语言、系统软件、自然语言处理。发表ICSE, ESEC/FSE, OSDI等论文近30篇，谷歌学术引用超2200次，领导的的LogPAI项目在GitHub上被star超过3000次，被下载7万余次。"/>
          <p:cNvSpPr txBox="1"/>
          <p:nvPr/>
        </p:nvSpPr>
        <p:spPr>
          <a:xfrm>
            <a:off x="2870932" y="5301184"/>
            <a:ext cx="1823986" cy="3367012"/>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ctr">
              <a:lnSpc>
                <a:spcPct val="125000"/>
              </a:lnSpc>
            </a:pPr>
            <a:r>
              <a:rPr lang="zh-CN" altLang="en-US" sz="1200" b="1" dirty="0">
                <a:solidFill>
                  <a:schemeClr val="tx1"/>
                </a:solidFill>
                <a:latin typeface="微软雅黑" panose="020B0503020204020204" pitchFamily="34" charset="-122"/>
                <a:ea typeface="微软雅黑" panose="020B0503020204020204" pitchFamily="34" charset="-122"/>
              </a:rPr>
              <a:t>马晨昊教授</a:t>
            </a:r>
            <a:endParaRPr lang="en-US" altLang="zh-CN" sz="1200" b="1" dirty="0">
              <a:solidFill>
                <a:schemeClr val="tx1"/>
              </a:solidFill>
              <a:latin typeface="微软雅黑" panose="020B0503020204020204" pitchFamily="34" charset="-122"/>
              <a:ea typeface="微软雅黑" panose="020B0503020204020204" pitchFamily="34" charset="-122"/>
            </a:endParaRPr>
          </a:p>
          <a:p>
            <a:pPr algn="l">
              <a:lnSpc>
                <a:spcPct val="125000"/>
              </a:lnSpc>
            </a:pPr>
            <a:r>
              <a:rPr lang="zh-CN" altLang="en-US" sz="1200" dirty="0">
                <a:solidFill>
                  <a:schemeClr val="tx1"/>
                </a:solidFill>
                <a:latin typeface="华文宋体" panose="02010600040101010101" pitchFamily="2" charset="-122"/>
                <a:ea typeface="华文宋体" panose="02010600040101010101" pitchFamily="2" charset="-122"/>
              </a:rPr>
              <a:t>主要研究兴趣是大规模数据管理与挖掘，于</a:t>
            </a:r>
            <a:r>
              <a:rPr lang="en-US" altLang="zh-CN" sz="1200" dirty="0">
                <a:solidFill>
                  <a:schemeClr val="tx1"/>
                </a:solidFill>
                <a:latin typeface="华文宋体" panose="02010600040101010101" pitchFamily="2" charset="-122"/>
                <a:ea typeface="华文宋体" panose="02010600040101010101" pitchFamily="2" charset="-122"/>
              </a:rPr>
              <a:t>2021</a:t>
            </a:r>
            <a:r>
              <a:rPr lang="zh-CN" altLang="en-US" sz="1200" dirty="0">
                <a:solidFill>
                  <a:schemeClr val="tx1"/>
                </a:solidFill>
                <a:latin typeface="华文宋体" panose="02010600040101010101" pitchFamily="2" charset="-122"/>
                <a:ea typeface="华文宋体" panose="02010600040101010101" pitchFamily="2" charset="-122"/>
              </a:rPr>
              <a:t>年博士毕业于香港大学，研究工作主要发表在</a:t>
            </a:r>
            <a:r>
              <a:rPr lang="en-US" altLang="zh-CN" sz="1200" dirty="0">
                <a:solidFill>
                  <a:schemeClr val="tx1"/>
                </a:solidFill>
                <a:latin typeface="华文宋体" panose="02010600040101010101" pitchFamily="2" charset="-122"/>
                <a:ea typeface="华文宋体" panose="02010600040101010101" pitchFamily="2" charset="-122"/>
                <a:sym typeface="Helvetica Neue"/>
              </a:rPr>
              <a:t>SIGMOD</a:t>
            </a:r>
            <a:r>
              <a:rPr lang="zh-CN" altLang="en-US" sz="1200" dirty="0">
                <a:solidFill>
                  <a:schemeClr val="tx1"/>
                </a:solidFill>
                <a:latin typeface="华文宋体" panose="02010600040101010101" pitchFamily="2" charset="-122"/>
                <a:ea typeface="华文宋体" panose="02010600040101010101" pitchFamily="2" charset="-122"/>
                <a:sym typeface="Helvetica Neue"/>
              </a:rPr>
              <a:t>、</a:t>
            </a:r>
            <a:r>
              <a:rPr lang="en-US" altLang="zh-CN" sz="1200" dirty="0">
                <a:solidFill>
                  <a:schemeClr val="tx1"/>
                </a:solidFill>
                <a:latin typeface="华文宋体" panose="02010600040101010101" pitchFamily="2" charset="-122"/>
                <a:ea typeface="华文宋体" panose="02010600040101010101" pitchFamily="2" charset="-122"/>
                <a:sym typeface="Helvetica Neue"/>
              </a:rPr>
              <a:t>VLDB</a:t>
            </a:r>
            <a:r>
              <a:rPr lang="zh-CN" altLang="en-US" sz="1200" dirty="0">
                <a:solidFill>
                  <a:schemeClr val="tx1"/>
                </a:solidFill>
                <a:latin typeface="华文宋体" panose="02010600040101010101" pitchFamily="2" charset="-122"/>
                <a:ea typeface="华文宋体" panose="02010600040101010101" pitchFamily="2" charset="-122"/>
                <a:sym typeface="Helvetica Neue"/>
              </a:rPr>
              <a:t>、</a:t>
            </a:r>
            <a:r>
              <a:rPr lang="en-US" altLang="zh-CN" sz="1200" dirty="0">
                <a:solidFill>
                  <a:schemeClr val="tx1"/>
                </a:solidFill>
                <a:latin typeface="华文宋体" panose="02010600040101010101" pitchFamily="2" charset="-122"/>
                <a:ea typeface="华文宋体" panose="02010600040101010101" pitchFamily="2" charset="-122"/>
                <a:sym typeface="Helvetica Neue"/>
              </a:rPr>
              <a:t>ICDE</a:t>
            </a:r>
            <a:r>
              <a:rPr lang="zh-CN" altLang="en-US" sz="1200" dirty="0">
                <a:solidFill>
                  <a:schemeClr val="tx1"/>
                </a:solidFill>
                <a:latin typeface="华文宋体" panose="02010600040101010101" pitchFamily="2" charset="-122"/>
                <a:ea typeface="华文宋体" panose="02010600040101010101" pitchFamily="2" charset="-122"/>
                <a:sym typeface="Helvetica Neue"/>
              </a:rPr>
              <a:t>、</a:t>
            </a:r>
            <a:r>
              <a:rPr lang="en-US" altLang="zh-CN" sz="1200" dirty="0">
                <a:solidFill>
                  <a:schemeClr val="tx1"/>
                </a:solidFill>
                <a:latin typeface="华文宋体" panose="02010600040101010101" pitchFamily="2" charset="-122"/>
                <a:ea typeface="华文宋体" panose="02010600040101010101" pitchFamily="2" charset="-122"/>
                <a:sym typeface="Helvetica Neue"/>
              </a:rPr>
              <a:t>KDD</a:t>
            </a:r>
            <a:r>
              <a:rPr lang="zh-CN" altLang="en-US" sz="1200" dirty="0">
                <a:solidFill>
                  <a:schemeClr val="tx1"/>
                </a:solidFill>
                <a:latin typeface="华文宋体" panose="02010600040101010101" pitchFamily="2" charset="-122"/>
                <a:ea typeface="华文宋体" panose="02010600040101010101" pitchFamily="2" charset="-122"/>
                <a:sym typeface="Helvetica Neue"/>
              </a:rPr>
              <a:t>、</a:t>
            </a:r>
            <a:r>
              <a:rPr lang="en-US" altLang="zh-CN" sz="1200" dirty="0">
                <a:solidFill>
                  <a:schemeClr val="tx1"/>
                </a:solidFill>
                <a:latin typeface="华文宋体" panose="02010600040101010101" pitchFamily="2" charset="-122"/>
                <a:ea typeface="华文宋体" panose="02010600040101010101" pitchFamily="2" charset="-122"/>
                <a:sym typeface="Helvetica Neue"/>
              </a:rPr>
              <a:t>WWW</a:t>
            </a:r>
            <a:r>
              <a:rPr lang="zh-CN" altLang="en-US" sz="1200" dirty="0">
                <a:solidFill>
                  <a:schemeClr val="tx1"/>
                </a:solidFill>
                <a:latin typeface="华文宋体" panose="02010600040101010101" pitchFamily="2" charset="-122"/>
                <a:ea typeface="华文宋体" panose="02010600040101010101" pitchFamily="2" charset="-122"/>
                <a:sym typeface="Helvetica Neue"/>
              </a:rPr>
              <a:t>、</a:t>
            </a:r>
            <a:r>
              <a:rPr lang="en-US" altLang="zh-CN" sz="1200" dirty="0" err="1">
                <a:solidFill>
                  <a:schemeClr val="tx1"/>
                </a:solidFill>
                <a:latin typeface="华文宋体" panose="02010600040101010101" pitchFamily="2" charset="-122"/>
                <a:ea typeface="华文宋体" panose="02010600040101010101" pitchFamily="2" charset="-122"/>
                <a:sym typeface="Helvetica Neue"/>
              </a:rPr>
              <a:t>NeurIPS</a:t>
            </a:r>
            <a:r>
              <a:rPr lang="zh-CN" altLang="en-US" sz="1200" dirty="0">
                <a:solidFill>
                  <a:schemeClr val="tx1"/>
                </a:solidFill>
                <a:latin typeface="华文宋体" panose="02010600040101010101" pitchFamily="2" charset="-122"/>
                <a:ea typeface="华文宋体" panose="02010600040101010101" pitchFamily="2" charset="-122"/>
              </a:rPr>
              <a:t>等顶级会议，包括一篇</a:t>
            </a:r>
            <a:r>
              <a:rPr lang="en-US" altLang="zh-CN" sz="1200" dirty="0">
                <a:solidFill>
                  <a:schemeClr val="tx1"/>
                </a:solidFill>
                <a:latin typeface="华文宋体" panose="02010600040101010101" pitchFamily="2" charset="-122"/>
                <a:ea typeface="华文宋体" panose="02010600040101010101" pitchFamily="2" charset="-122"/>
                <a:sym typeface="Helvetica Neue"/>
              </a:rPr>
              <a:t>Best of SIGMOD </a:t>
            </a:r>
            <a:r>
              <a:rPr lang="en-US" altLang="zh-CN" sz="1200" dirty="0">
                <a:solidFill>
                  <a:schemeClr val="tx1"/>
                </a:solidFill>
                <a:latin typeface="华文宋体" panose="02010600040101010101" pitchFamily="2" charset="-122"/>
                <a:ea typeface="华文宋体" panose="02010600040101010101" pitchFamily="2" charset="-122"/>
              </a:rPr>
              <a:t>2020</a:t>
            </a:r>
            <a:r>
              <a:rPr lang="zh-CN" altLang="en-US" sz="1200" dirty="0">
                <a:solidFill>
                  <a:schemeClr val="tx1"/>
                </a:solidFill>
                <a:latin typeface="华文宋体" panose="02010600040101010101" pitchFamily="2" charset="-122"/>
                <a:ea typeface="华文宋体" panose="02010600040101010101" pitchFamily="2" charset="-122"/>
              </a:rPr>
              <a:t>，并获得次年</a:t>
            </a:r>
            <a:r>
              <a:rPr lang="en-US" altLang="zh-CN" sz="1200" dirty="0">
                <a:solidFill>
                  <a:schemeClr val="tx1"/>
                </a:solidFill>
                <a:latin typeface="华文宋体" panose="02010600040101010101" pitchFamily="2" charset="-122"/>
                <a:ea typeface="华文宋体" panose="02010600040101010101" pitchFamily="2" charset="-122"/>
                <a:sym typeface="Helvetica Neue"/>
              </a:rPr>
              <a:t>ACM SIGMOD </a:t>
            </a:r>
            <a:r>
              <a:rPr lang="en-US" sz="1200" dirty="0">
                <a:solidFill>
                  <a:schemeClr val="tx1"/>
                </a:solidFill>
                <a:latin typeface="华文宋体" panose="02010600040101010101" pitchFamily="2" charset="-122"/>
                <a:ea typeface="华文宋体" panose="02010600040101010101" pitchFamily="2" charset="-122"/>
                <a:sym typeface="Helvetica Neue"/>
              </a:rPr>
              <a:t>Research Highlight Award</a:t>
            </a:r>
            <a:r>
              <a:rPr lang="zh-CN" altLang="en-US" sz="1200" dirty="0">
                <a:solidFill>
                  <a:schemeClr val="tx1"/>
                </a:solidFill>
                <a:latin typeface="华文宋体" panose="02010600040101010101" pitchFamily="2" charset="-122"/>
                <a:ea typeface="华文宋体" panose="02010600040101010101" pitchFamily="2" charset="-122"/>
                <a:sym typeface="Helvetica Neue"/>
              </a:rPr>
              <a:t>，</a:t>
            </a:r>
            <a:r>
              <a:rPr lang="zh-CN" altLang="en-US" sz="1200" dirty="0">
                <a:solidFill>
                  <a:schemeClr val="tx1"/>
                </a:solidFill>
                <a:latin typeface="华文宋体" panose="02010600040101010101" pitchFamily="2" charset="-122"/>
                <a:ea typeface="华文宋体" panose="02010600040101010101" pitchFamily="2" charset="-122"/>
              </a:rPr>
              <a:t> 并担任多个顶级会议和期刊的审稿人 。</a:t>
            </a:r>
            <a:endParaRPr sz="1200" dirty="0">
              <a:solidFill>
                <a:schemeClr val="tx1"/>
              </a:solidFill>
              <a:latin typeface="华文宋体" panose="02010600040101010101" pitchFamily="2" charset="-122"/>
              <a:ea typeface="华文宋体" panose="02010600040101010101" pitchFamily="2" charset="-122"/>
            </a:endParaRPr>
          </a:p>
        </p:txBody>
      </p:sp>
      <p:cxnSp>
        <p:nvCxnSpPr>
          <p:cNvPr id="70" name="图形"/>
          <p:cNvCxnSpPr/>
          <p:nvPr/>
        </p:nvCxnSpPr>
        <p:spPr>
          <a:xfrm rot="10800000" flipH="1">
            <a:off x="1555775" y="5229317"/>
            <a:ext cx="972000"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71"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p:cNvSpPr txBox="1"/>
          <p:nvPr/>
        </p:nvSpPr>
        <p:spPr>
          <a:xfrm>
            <a:off x="666666" y="5295772"/>
            <a:ext cx="1789188" cy="3828549"/>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ctr">
              <a:lnSpc>
                <a:spcPct val="125000"/>
              </a:lnSpc>
            </a:pPr>
            <a:r>
              <a:rPr sz="1200" b="1" dirty="0" err="1">
                <a:solidFill>
                  <a:schemeClr val="tx1"/>
                </a:solidFill>
                <a:latin typeface="微软雅黑" panose="020B0503020204020204" pitchFamily="34" charset="-122"/>
                <a:ea typeface="微软雅黑" panose="020B0503020204020204" pitchFamily="34" charset="-122"/>
              </a:rPr>
              <a:t>方一向教授</a:t>
            </a:r>
            <a:endParaRPr lang="en-US" sz="1200" b="1" dirty="0">
              <a:solidFill>
                <a:schemeClr val="tx1"/>
              </a:solidFill>
              <a:latin typeface="微软雅黑" panose="020B0503020204020204" pitchFamily="34" charset="-122"/>
              <a:ea typeface="微软雅黑" panose="020B0503020204020204" pitchFamily="34" charset="-122"/>
            </a:endParaRPr>
          </a:p>
          <a:p>
            <a:pPr>
              <a:lnSpc>
                <a:spcPct val="125000"/>
              </a:lnSpc>
            </a:pPr>
            <a:r>
              <a:rPr sz="1200" dirty="0" err="1">
                <a:solidFill>
                  <a:schemeClr val="tx1"/>
                </a:solidFill>
                <a:latin typeface="华文宋体" panose="02010600040101010101" pitchFamily="2" charset="-122"/>
                <a:ea typeface="华文宋体" panose="02010600040101010101" pitchFamily="2" charset="-122"/>
              </a:rPr>
              <a:t>主要研究大数据管理、挖掘、人工智能等相关课题</a:t>
            </a:r>
            <a:r>
              <a:rPr sz="1200" dirty="0">
                <a:solidFill>
                  <a:schemeClr val="tx1"/>
                </a:solidFill>
                <a:latin typeface="华文宋体" panose="02010600040101010101" pitchFamily="2" charset="-122"/>
                <a:ea typeface="华文宋体" panose="02010600040101010101" pitchFamily="2" charset="-122"/>
              </a:rPr>
              <a:t>，</a:t>
            </a:r>
            <a:r>
              <a:rPr lang="zh-CN" altLang="en-US" sz="1200" dirty="0">
                <a:solidFill>
                  <a:schemeClr val="tx1"/>
                </a:solidFill>
                <a:latin typeface="华文宋体" panose="02010600040101010101" pitchFamily="2" charset="-122"/>
                <a:ea typeface="华文宋体" panose="02010600040101010101" pitchFamily="2" charset="-122"/>
              </a:rPr>
              <a:t>累计</a:t>
            </a:r>
            <a:r>
              <a:rPr sz="1200" dirty="0">
                <a:solidFill>
                  <a:schemeClr val="tx1"/>
                </a:solidFill>
                <a:latin typeface="华文宋体" panose="02010600040101010101" pitchFamily="2" charset="-122"/>
                <a:ea typeface="华文宋体" panose="02010600040101010101" pitchFamily="2" charset="-122"/>
              </a:rPr>
              <a:t>发表论文</a:t>
            </a:r>
            <a:r>
              <a:rPr lang="en-US" altLang="zh-CN" sz="1200" dirty="0">
                <a:solidFill>
                  <a:schemeClr val="tx1"/>
                </a:solidFill>
                <a:latin typeface="华文宋体" panose="02010600040101010101" pitchFamily="2" charset="-122"/>
                <a:ea typeface="华文宋体" panose="02010600040101010101" pitchFamily="2" charset="-122"/>
              </a:rPr>
              <a:t>100</a:t>
            </a:r>
            <a:r>
              <a:rPr lang="zh-CN" altLang="en-US" sz="1200" dirty="0">
                <a:solidFill>
                  <a:schemeClr val="tx1"/>
                </a:solidFill>
                <a:latin typeface="华文宋体" panose="02010600040101010101" pitchFamily="2" charset="-122"/>
                <a:ea typeface="华文宋体" panose="02010600040101010101" pitchFamily="2" charset="-122"/>
              </a:rPr>
              <a:t>余</a:t>
            </a:r>
            <a:r>
              <a:rPr sz="1200" dirty="0" err="1">
                <a:solidFill>
                  <a:schemeClr val="tx1"/>
                </a:solidFill>
                <a:latin typeface="华文宋体" panose="02010600040101010101" pitchFamily="2" charset="-122"/>
                <a:ea typeface="华文宋体" panose="02010600040101010101" pitchFamily="2" charset="-122"/>
              </a:rPr>
              <a:t>篇。其中一项代表性研究成果的论文被评为</a:t>
            </a:r>
            <a:r>
              <a:rPr sz="1200" dirty="0" err="1">
                <a:solidFill>
                  <a:schemeClr val="tx1"/>
                </a:solidFill>
                <a:latin typeface="华文宋体" panose="02010600040101010101" pitchFamily="2" charset="-122"/>
                <a:ea typeface="华文宋体" panose="02010600040101010101" pitchFamily="2" charset="-122"/>
                <a:sym typeface="Helvetica Neue"/>
              </a:rPr>
              <a:t>SIGMOD</a:t>
            </a:r>
            <a:r>
              <a:rPr sz="1200" dirty="0">
                <a:solidFill>
                  <a:schemeClr val="tx1"/>
                </a:solidFill>
                <a:latin typeface="华文宋体" panose="02010600040101010101" pitchFamily="2" charset="-122"/>
                <a:ea typeface="华文宋体" panose="02010600040101010101" pitchFamily="2" charset="-122"/>
              </a:rPr>
              <a:t> 2020会</a:t>
            </a:r>
            <a:r>
              <a:rPr lang="zh-CN" altLang="en-US" sz="1200" dirty="0">
                <a:solidFill>
                  <a:schemeClr val="tx1"/>
                </a:solidFill>
                <a:latin typeface="华文宋体" panose="02010600040101010101" pitchFamily="2" charset="-122"/>
                <a:ea typeface="华文宋体" panose="02010600040101010101" pitchFamily="2" charset="-122"/>
              </a:rPr>
              <a:t>议四篇</a:t>
            </a:r>
            <a:r>
              <a:rPr sz="1200" dirty="0">
                <a:solidFill>
                  <a:schemeClr val="tx1"/>
                </a:solidFill>
                <a:latin typeface="华文宋体" panose="02010600040101010101" pitchFamily="2" charset="-122"/>
                <a:ea typeface="华文宋体" panose="02010600040101010101" pitchFamily="2" charset="-122"/>
              </a:rPr>
              <a:t>最佳论文之一，并荣获2021 </a:t>
            </a:r>
            <a:r>
              <a:rPr sz="1200" dirty="0">
                <a:solidFill>
                  <a:schemeClr val="tx1"/>
                </a:solidFill>
                <a:latin typeface="华文宋体" panose="02010600040101010101" pitchFamily="2" charset="-122"/>
                <a:ea typeface="华文宋体" panose="02010600040101010101" pitchFamily="2" charset="-122"/>
                <a:sym typeface="Helvetica Neue"/>
              </a:rPr>
              <a:t>ACM SIGMOD</a:t>
            </a:r>
            <a:r>
              <a:rPr lang="en-US" sz="1200" dirty="0">
                <a:solidFill>
                  <a:schemeClr val="tx1"/>
                </a:solidFill>
                <a:latin typeface="华文宋体" panose="02010600040101010101" pitchFamily="2" charset="-122"/>
                <a:ea typeface="华文宋体" panose="02010600040101010101" pitchFamily="2" charset="-122"/>
                <a:sym typeface="Helvetica Neue"/>
              </a:rPr>
              <a:t> </a:t>
            </a:r>
            <a:r>
              <a:rPr sz="1200" dirty="0">
                <a:solidFill>
                  <a:schemeClr val="tx1"/>
                </a:solidFill>
                <a:latin typeface="华文宋体" panose="02010600040101010101" pitchFamily="2" charset="-122"/>
                <a:ea typeface="华文宋体" panose="02010600040101010101" pitchFamily="2" charset="-122"/>
                <a:sym typeface="Helvetica Neue"/>
              </a:rPr>
              <a:t>Research Highlight </a:t>
            </a:r>
            <a:r>
              <a:rPr sz="1200" dirty="0" err="1">
                <a:solidFill>
                  <a:schemeClr val="tx1"/>
                </a:solidFill>
                <a:latin typeface="华文宋体" panose="02010600040101010101" pitchFamily="2" charset="-122"/>
                <a:ea typeface="华文宋体" panose="02010600040101010101" pitchFamily="2" charset="-122"/>
                <a:sym typeface="Helvetica Neue"/>
              </a:rPr>
              <a:t>Award</a:t>
            </a:r>
            <a:r>
              <a:rPr sz="1200" dirty="0" err="1">
                <a:solidFill>
                  <a:schemeClr val="tx1"/>
                </a:solidFill>
                <a:latin typeface="华文宋体" panose="02010600040101010101" pitchFamily="2" charset="-122"/>
                <a:ea typeface="华文宋体" panose="02010600040101010101" pitchFamily="2" charset="-122"/>
              </a:rPr>
              <a:t>。目前担任国际知名期刊</a:t>
            </a:r>
            <a:r>
              <a:rPr sz="1200" dirty="0" err="1">
                <a:solidFill>
                  <a:schemeClr val="tx1"/>
                </a:solidFill>
                <a:latin typeface="华文宋体" panose="02010600040101010101" pitchFamily="2" charset="-122"/>
                <a:ea typeface="华文宋体" panose="02010600040101010101" pitchFamily="2" charset="-122"/>
                <a:sym typeface="Helvetica Neue"/>
              </a:rPr>
              <a:t>IPM（CCF-B类期刊）</a:t>
            </a:r>
            <a:r>
              <a:rPr sz="1200" dirty="0" err="1">
                <a:solidFill>
                  <a:schemeClr val="tx1"/>
                </a:solidFill>
                <a:latin typeface="华文宋体" panose="02010600040101010101" pitchFamily="2" charset="-122"/>
                <a:ea typeface="华文宋体" panose="02010600040101010101" pitchFamily="2" charset="-122"/>
              </a:rPr>
              <a:t>的编委</a:t>
            </a:r>
            <a:r>
              <a:rPr lang="zh-CN" altLang="en-US" sz="1200" dirty="0">
                <a:solidFill>
                  <a:schemeClr val="tx1"/>
                </a:solidFill>
                <a:latin typeface="华文宋体" panose="02010600040101010101" pitchFamily="2" charset="-122"/>
                <a:ea typeface="华文宋体" panose="02010600040101010101" pitchFamily="2" charset="-122"/>
              </a:rPr>
              <a:t>、</a:t>
            </a:r>
            <a:r>
              <a:rPr sz="1200" dirty="0" err="1">
                <a:solidFill>
                  <a:schemeClr val="tx1"/>
                </a:solidFill>
                <a:latin typeface="华文宋体" panose="02010600040101010101" pitchFamily="2" charset="-122"/>
                <a:ea typeface="华文宋体" panose="02010600040101010101" pitchFamily="2" charset="-122"/>
              </a:rPr>
              <a:t>多个顶级会议和期刊的审稿人</a:t>
            </a:r>
            <a:r>
              <a:rPr lang="zh-CN" altLang="en-US" sz="1200" dirty="0">
                <a:solidFill>
                  <a:schemeClr val="tx1"/>
                </a:solidFill>
                <a:latin typeface="华文宋体" panose="02010600040101010101" pitchFamily="2" charset="-122"/>
                <a:ea typeface="华文宋体" panose="02010600040101010101" pitchFamily="2" charset="-122"/>
              </a:rPr>
              <a:t>、以及中国计算机学会数据库专业委员会的执行委员</a:t>
            </a:r>
            <a:r>
              <a:rPr sz="1200" dirty="0">
                <a:solidFill>
                  <a:schemeClr val="tx1"/>
                </a:solidFill>
                <a:latin typeface="华文宋体" panose="02010600040101010101" pitchFamily="2" charset="-122"/>
                <a:ea typeface="华文宋体" panose="02010600040101010101" pitchFamily="2" charset="-122"/>
              </a:rPr>
              <a:t>。</a:t>
            </a:r>
            <a:endParaRPr sz="1200" dirty="0"/>
          </a:p>
        </p:txBody>
      </p:sp>
      <p:pic>
        <p:nvPicPr>
          <p:cNvPr id="72" name="Picture 4" descr="A person wearing glasses  Description automatically generated with medium confidence"/>
          <p:cNvPicPr>
            <a:picLocks noChangeAspect="1"/>
          </p:cNvPicPr>
          <p:nvPr/>
        </p:nvPicPr>
        <p:blipFill rotWithShape="1">
          <a:blip r:embed="rId7" cstate="print"/>
          <a:srcRect l="1" t="6743" r="56" b="26743"/>
          <a:stretch>
            <a:fillRect/>
          </a:stretch>
        </p:blipFill>
        <p:spPr>
          <a:xfrm>
            <a:off x="2752937" y="2913665"/>
            <a:ext cx="2099911" cy="2098021"/>
          </a:xfrm>
          <a:prstGeom prst="rect">
            <a:avLst/>
          </a:prstGeom>
        </p:spPr>
      </p:pic>
      <p:cxnSp>
        <p:nvCxnSpPr>
          <p:cNvPr id="73" name="图形"/>
          <p:cNvCxnSpPr>
            <a:cxnSpLocks/>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pic>
        <p:nvPicPr>
          <p:cNvPr id="2" name="图片 29">
            <a:extLst>
              <a:ext uri="{FF2B5EF4-FFF2-40B4-BE49-F238E27FC236}">
                <a16:creationId xmlns:a16="http://schemas.microsoft.com/office/drawing/2014/main" id="{A31BF8A9-5BA5-CE0B-8C0F-AA9E0A4910F7}"/>
              </a:ext>
            </a:extLst>
          </p:cNvPr>
          <p:cNvPicPr>
            <a:picLocks noChangeAspect="1"/>
          </p:cNvPicPr>
          <p:nvPr/>
        </p:nvPicPr>
        <p:blipFill>
          <a:blip r:embed="rId8" cstate="print"/>
          <a:stretch>
            <a:fillRect/>
          </a:stretch>
        </p:blipFill>
        <p:spPr>
          <a:xfrm>
            <a:off x="1336928" y="196268"/>
            <a:ext cx="6637825" cy="925594"/>
          </a:xfrm>
          <a:prstGeom prst="rect">
            <a:avLst/>
          </a:prstGeom>
        </p:spPr>
      </p:pic>
      <p:sp>
        <p:nvSpPr>
          <p:cNvPr id="5" name="文本框 17">
            <a:extLst>
              <a:ext uri="{FF2B5EF4-FFF2-40B4-BE49-F238E27FC236}">
                <a16:creationId xmlns:a16="http://schemas.microsoft.com/office/drawing/2014/main" id="{EE5DA04E-D746-A6B6-2BF4-6FAA17CEF2AE}"/>
              </a:ext>
            </a:extLst>
          </p:cNvPr>
          <p:cNvSpPr txBox="1"/>
          <p:nvPr/>
        </p:nvSpPr>
        <p:spPr>
          <a:xfrm>
            <a:off x="4778527" y="9557605"/>
            <a:ext cx="4633521" cy="323165"/>
          </a:xfrm>
          <a:prstGeom prst="rect">
            <a:avLst/>
          </a:prstGeom>
          <a:noFill/>
        </p:spPr>
        <p:txBody>
          <a:bodyPr wrap="square">
            <a:spAutoFit/>
          </a:bodyPr>
          <a:lstStyle/>
          <a:p>
            <a:r>
              <a:rPr lang="en-US" altLang="zh-CN" sz="1500" dirty="0">
                <a:solidFill>
                  <a:schemeClr val="tx1">
                    <a:lumMod val="85000"/>
                    <a:lumOff val="15000"/>
                  </a:schemeClr>
                </a:solidFill>
                <a:latin typeface="华文宋体" panose="02010600040101010101" pitchFamily="2" charset="-122"/>
                <a:ea typeface="华文宋体" panose="02010600040101010101" pitchFamily="2" charset="-122"/>
                <a:cs typeface="+mn-ea"/>
              </a:rPr>
              <a:t>4</a:t>
            </a:r>
            <a:endParaRPr lang="zh-CN" altLang="en-US" sz="1500" dirty="0">
              <a:solidFill>
                <a:schemeClr val="tx1">
                  <a:lumMod val="85000"/>
                  <a:lumOff val="15000"/>
                </a:schemeClr>
              </a:solidFill>
              <a:latin typeface="华文宋体" panose="02010600040101010101" pitchFamily="2" charset="-122"/>
              <a:ea typeface="华文宋体" panose="02010600040101010101" pitchFamily="2" charset="-122"/>
              <a:cs typeface="+mn-ea"/>
            </a:endParaRPr>
          </a:p>
        </p:txBody>
      </p:sp>
      <p:pic>
        <p:nvPicPr>
          <p:cNvPr id="9" name="Picture 8">
            <a:extLst>
              <a:ext uri="{FF2B5EF4-FFF2-40B4-BE49-F238E27FC236}">
                <a16:creationId xmlns:a16="http://schemas.microsoft.com/office/drawing/2014/main" id="{07F35829-6597-4736-41C4-D2236C0699DC}"/>
              </a:ext>
            </a:extLst>
          </p:cNvPr>
          <p:cNvPicPr>
            <a:picLocks/>
          </p:cNvPicPr>
          <p:nvPr/>
        </p:nvPicPr>
        <p:blipFill>
          <a:blip r:embed="rId9" cstate="print">
            <a:extLst>
              <a:ext uri="{28A0092B-C50C-407E-A947-70E740481C1C}">
                <a14:useLocalDpi xmlns:a14="http://schemas.microsoft.com/office/drawing/2010/main" val="0"/>
              </a:ext>
            </a:extLst>
          </a:blip>
          <a:srcRect b="34773"/>
          <a:stretch>
            <a:fillRect/>
          </a:stretch>
        </p:blipFill>
        <p:spPr>
          <a:xfrm>
            <a:off x="4918313" y="2906261"/>
            <a:ext cx="2083552" cy="2038549"/>
          </a:xfrm>
          <a:prstGeom prst="rect">
            <a:avLst/>
          </a:prstGeom>
        </p:spPr>
      </p:pic>
      <p:sp>
        <p:nvSpPr>
          <p:cNvPr id="10" name="贺品嘉教授主要研究兴趣包括软件工程、程序设计语言、系统软件、自然语言处理。发表ICSE, ESEC/FSE, OSDI等论文近30篇，谷歌学术引用超2200次，领导的的LogPAI项目在GitHub上被star超过3000次，被下载7万余次。">
            <a:extLst>
              <a:ext uri="{FF2B5EF4-FFF2-40B4-BE49-F238E27FC236}">
                <a16:creationId xmlns:a16="http://schemas.microsoft.com/office/drawing/2014/main" id="{59229326-D933-C033-2107-2AC7D41B3F6E}"/>
              </a:ext>
            </a:extLst>
          </p:cNvPr>
          <p:cNvSpPr txBox="1"/>
          <p:nvPr/>
        </p:nvSpPr>
        <p:spPr>
          <a:xfrm>
            <a:off x="5052197" y="5301184"/>
            <a:ext cx="1823986" cy="4059509"/>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ctr">
              <a:lnSpc>
                <a:spcPct val="125000"/>
              </a:lnSpc>
            </a:pPr>
            <a:r>
              <a:rPr lang="zh-CN" altLang="en-US" sz="1200" b="1" dirty="0">
                <a:solidFill>
                  <a:schemeClr val="tx1"/>
                </a:solidFill>
                <a:latin typeface="微软雅黑" panose="020B0503020204020204" pitchFamily="34" charset="-122"/>
                <a:ea typeface="微软雅黑" panose="020B0503020204020204" pitchFamily="34" charset="-122"/>
              </a:rPr>
              <a:t>陈靖邦教授</a:t>
            </a:r>
            <a:endParaRPr lang="en-US" altLang="zh-CN" sz="1200" b="1" dirty="0">
              <a:solidFill>
                <a:schemeClr val="tx1"/>
              </a:solidFill>
              <a:latin typeface="微软雅黑" panose="020B0503020204020204" pitchFamily="34" charset="-122"/>
              <a:ea typeface="微软雅黑" panose="020B0503020204020204" pitchFamily="34" charset="-122"/>
            </a:endParaRPr>
          </a:p>
          <a:p>
            <a:pPr algn="l">
              <a:lnSpc>
                <a:spcPct val="125000"/>
              </a:lnSpc>
            </a:pPr>
            <a:r>
              <a:rPr lang="zh-CN" altLang="en-US" sz="1200" dirty="0">
                <a:solidFill>
                  <a:schemeClr val="tx1"/>
                </a:solidFill>
                <a:latin typeface="华文宋体" panose="02010600040101010101" pitchFamily="2" charset="-122"/>
                <a:ea typeface="华文宋体" panose="02010600040101010101" pitchFamily="2" charset="-122"/>
              </a:rPr>
              <a:t>主要研究方向是设计、分析、实现有理论保证的高效图论算法和数据结构。研究工作主要发表在</a:t>
            </a:r>
            <a:r>
              <a:rPr lang="en-US" altLang="zh-CN" sz="1200" dirty="0">
                <a:solidFill>
                  <a:schemeClr val="tx1"/>
                </a:solidFill>
                <a:latin typeface="华文宋体" panose="02010600040101010101" pitchFamily="2" charset="-122"/>
                <a:ea typeface="华文宋体" panose="02010600040101010101" pitchFamily="2" charset="-122"/>
              </a:rPr>
              <a:t>ICML</a:t>
            </a:r>
            <a:r>
              <a:rPr lang="zh-CN" altLang="en-US" sz="1200" dirty="0">
                <a:solidFill>
                  <a:schemeClr val="tx1"/>
                </a:solidFill>
                <a:latin typeface="华文宋体" panose="02010600040101010101" pitchFamily="2" charset="-122"/>
                <a:ea typeface="华文宋体" panose="02010600040101010101" pitchFamily="2" charset="-122"/>
              </a:rPr>
              <a:t>，</a:t>
            </a:r>
            <a:r>
              <a:rPr lang="en-US" altLang="zh-CN" sz="1200" dirty="0">
                <a:solidFill>
                  <a:schemeClr val="tx1"/>
                </a:solidFill>
                <a:latin typeface="华文宋体" panose="02010600040101010101" pitchFamily="2" charset="-122"/>
                <a:ea typeface="华文宋体" panose="02010600040101010101" pitchFamily="2" charset="-122"/>
              </a:rPr>
              <a:t>KDD</a:t>
            </a:r>
            <a:r>
              <a:rPr lang="zh-CN" altLang="en-US" sz="1200" dirty="0">
                <a:solidFill>
                  <a:schemeClr val="tx1"/>
                </a:solidFill>
                <a:latin typeface="华文宋体" panose="02010600040101010101" pitchFamily="2" charset="-122"/>
                <a:ea typeface="华文宋体" panose="02010600040101010101" pitchFamily="2" charset="-122"/>
              </a:rPr>
              <a:t>，</a:t>
            </a:r>
            <a:r>
              <a:rPr lang="en-US" altLang="zh-CN" sz="1200" dirty="0">
                <a:solidFill>
                  <a:schemeClr val="tx1"/>
                </a:solidFill>
                <a:latin typeface="华文宋体" panose="02010600040101010101" pitchFamily="2" charset="-122"/>
                <a:ea typeface="华文宋体" panose="02010600040101010101" pitchFamily="2" charset="-122"/>
              </a:rPr>
              <a:t>VLDB</a:t>
            </a:r>
            <a:r>
              <a:rPr lang="zh-CN" altLang="en-US" sz="1200" dirty="0">
                <a:solidFill>
                  <a:schemeClr val="tx1"/>
                </a:solidFill>
                <a:latin typeface="华文宋体" panose="02010600040101010101" pitchFamily="2" charset="-122"/>
                <a:ea typeface="华文宋体" panose="02010600040101010101" pitchFamily="2" charset="-122"/>
              </a:rPr>
              <a:t>上。他曾两次参加</a:t>
            </a:r>
            <a:r>
              <a:rPr lang="en-US" altLang="zh-CN" sz="1200" dirty="0">
                <a:solidFill>
                  <a:schemeClr val="tx1"/>
                </a:solidFill>
                <a:latin typeface="华文宋体" panose="02010600040101010101" pitchFamily="2" charset="-122"/>
                <a:ea typeface="华文宋体" panose="02010600040101010101" pitchFamily="2" charset="-122"/>
              </a:rPr>
              <a:t>ICPC</a:t>
            </a:r>
            <a:r>
              <a:rPr lang="zh-CN" altLang="en-US" sz="1200" dirty="0">
                <a:solidFill>
                  <a:schemeClr val="tx1"/>
                </a:solidFill>
                <a:latin typeface="华文宋体" panose="02010600040101010101" pitchFamily="2" charset="-122"/>
                <a:ea typeface="华文宋体" panose="02010600040101010101" pitchFamily="2" charset="-122"/>
              </a:rPr>
              <a:t>世界总决赛，曾获得两次</a:t>
            </a:r>
            <a:r>
              <a:rPr lang="en-US" altLang="zh-CN" sz="1200" dirty="0">
                <a:solidFill>
                  <a:schemeClr val="tx1"/>
                </a:solidFill>
                <a:latin typeface="华文宋体" panose="02010600040101010101" pitchFamily="2" charset="-122"/>
                <a:ea typeface="华文宋体" panose="02010600040101010101" pitchFamily="2" charset="-122"/>
              </a:rPr>
              <a:t>ICPC</a:t>
            </a:r>
            <a:r>
              <a:rPr lang="zh-CN" altLang="en-US" sz="1200" dirty="0">
                <a:solidFill>
                  <a:schemeClr val="tx1"/>
                </a:solidFill>
                <a:latin typeface="华文宋体" panose="02010600040101010101" pitchFamily="2" charset="-122"/>
                <a:ea typeface="华文宋体" panose="02010600040101010101" pitchFamily="2" charset="-122"/>
              </a:rPr>
              <a:t>区域赛冠和十二次金奖。他曾担任包含中国区决赛在内多场</a:t>
            </a:r>
            <a:r>
              <a:rPr lang="en-US" altLang="zh-CN" sz="1200" dirty="0">
                <a:solidFill>
                  <a:schemeClr val="tx1"/>
                </a:solidFill>
                <a:latin typeface="华文宋体" panose="02010600040101010101" pitchFamily="2" charset="-122"/>
                <a:ea typeface="华文宋体" panose="02010600040101010101" pitchFamily="2" charset="-122"/>
              </a:rPr>
              <a:t>ICPC</a:t>
            </a:r>
            <a:r>
              <a:rPr lang="zh-CN" altLang="en-US" sz="1200" dirty="0">
                <a:solidFill>
                  <a:schemeClr val="tx1"/>
                </a:solidFill>
                <a:latin typeface="华文宋体" panose="02010600040101010101" pitchFamily="2" charset="-122"/>
                <a:ea typeface="华文宋体" panose="02010600040101010101" pitchFamily="2" charset="-122"/>
              </a:rPr>
              <a:t>亚洲区域赛的命题负责人、裁判长；曾担任佐治亚理工学院校队教练及北美程序设计训练营</a:t>
            </a:r>
            <a:r>
              <a:rPr lang="en-US" altLang="zh-CN" sz="1200" dirty="0">
                <a:solidFill>
                  <a:schemeClr val="tx1"/>
                </a:solidFill>
                <a:latin typeface="华文宋体" panose="02010600040101010101" pitchFamily="2" charset="-122"/>
                <a:ea typeface="华文宋体" panose="02010600040101010101" pitchFamily="2" charset="-122"/>
              </a:rPr>
              <a:t>(NAPC)</a:t>
            </a:r>
            <a:r>
              <a:rPr lang="zh-CN" altLang="en-US" sz="1200" dirty="0">
                <a:solidFill>
                  <a:schemeClr val="tx1"/>
                </a:solidFill>
                <a:latin typeface="华文宋体" panose="02010600040101010101" pitchFamily="2" charset="-122"/>
                <a:ea typeface="华文宋体" panose="02010600040101010101" pitchFamily="2" charset="-122"/>
              </a:rPr>
              <a:t>等训练营教练。他是</a:t>
            </a:r>
            <a:r>
              <a:rPr lang="en-US" altLang="zh-CN" sz="1200" dirty="0">
                <a:solidFill>
                  <a:schemeClr val="tx1"/>
                </a:solidFill>
                <a:latin typeface="华文宋体" panose="02010600040101010101" pitchFamily="2" charset="-122"/>
                <a:ea typeface="华文宋体" panose="02010600040101010101" pitchFamily="2" charset="-122"/>
              </a:rPr>
              <a:t>Universal Cup</a:t>
            </a:r>
            <a:r>
              <a:rPr lang="zh-CN" altLang="en-US" sz="1200" dirty="0">
                <a:solidFill>
                  <a:schemeClr val="tx1"/>
                </a:solidFill>
                <a:latin typeface="华文宋体" panose="02010600040101010101" pitchFamily="2" charset="-122"/>
                <a:ea typeface="华文宋体" panose="02010600040101010101" pitchFamily="2" charset="-122"/>
              </a:rPr>
              <a:t>的创始人和联合主席。</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B87B5-8246-D9EA-152F-3FD435C4576E}"/>
            </a:ext>
          </a:extLst>
        </p:cNvPr>
        <p:cNvGrpSpPr/>
        <p:nvPr/>
      </p:nvGrpSpPr>
      <p:grpSpPr>
        <a:xfrm>
          <a:off x="0" y="0"/>
          <a:ext cx="0" cy="0"/>
          <a:chOff x="0" y="0"/>
          <a:chExt cx="0" cy="0"/>
        </a:xfrm>
      </p:grpSpPr>
      <p:grpSp>
        <p:nvGrpSpPr>
          <p:cNvPr id="654" name="组合 6">
            <a:extLst>
              <a:ext uri="{FF2B5EF4-FFF2-40B4-BE49-F238E27FC236}">
                <a16:creationId xmlns:a16="http://schemas.microsoft.com/office/drawing/2014/main" id="{58D55FCF-5291-188E-DAA3-02871AB9C2F0}"/>
              </a:ext>
            </a:extLst>
          </p:cNvPr>
          <p:cNvGrpSpPr/>
          <p:nvPr/>
        </p:nvGrpSpPr>
        <p:grpSpPr>
          <a:xfrm>
            <a:off x="0" y="378848"/>
            <a:ext cx="7549923" cy="9999797"/>
            <a:chOff x="9752" y="255633"/>
            <a:chExt cx="7549923" cy="9999797"/>
          </a:xfrm>
        </p:grpSpPr>
        <p:pic>
          <p:nvPicPr>
            <p:cNvPr id="655" name="图片 7">
              <a:extLst>
                <a:ext uri="{FF2B5EF4-FFF2-40B4-BE49-F238E27FC236}">
                  <a16:creationId xmlns:a16="http://schemas.microsoft.com/office/drawing/2014/main" id="{AF1CD5BF-7A53-AD95-04B8-571E5F357505}"/>
                </a:ext>
              </a:extLst>
            </p:cNvPr>
            <p:cNvPicPr>
              <a:picLocks noChangeAspect="1"/>
            </p:cNvPicPr>
            <p:nvPr/>
          </p:nvPicPr>
          <p:blipFill>
            <a:blip r:embed="rId2"/>
            <a:srcRect r="1505"/>
            <a:stretch/>
          </p:blipFill>
          <p:spPr>
            <a:xfrm>
              <a:off x="9752" y="255633"/>
              <a:ext cx="7549923" cy="9999797"/>
            </a:xfrm>
            <a:prstGeom prst="rect">
              <a:avLst/>
            </a:prstGeom>
          </p:spPr>
        </p:pic>
        <p:pic>
          <p:nvPicPr>
            <p:cNvPr id="656" name="图片 9">
              <a:extLst>
                <a:ext uri="{FF2B5EF4-FFF2-40B4-BE49-F238E27FC236}">
                  <a16:creationId xmlns:a16="http://schemas.microsoft.com/office/drawing/2014/main" id="{9721D301-F9A2-6BEF-8B5D-659C0EC1D086}"/>
                </a:ext>
              </a:extLst>
            </p:cNvPr>
            <p:cNvPicPr>
              <a:picLocks noChangeAspect="1"/>
            </p:cNvPicPr>
            <p:nvPr/>
          </p:nvPicPr>
          <p:blipFill>
            <a:blip r:embed="rId3"/>
            <a:stretch>
              <a:fillRect/>
            </a:stretch>
          </p:blipFill>
          <p:spPr>
            <a:xfrm>
              <a:off x="2733503" y="958361"/>
              <a:ext cx="4803852" cy="183897"/>
            </a:xfrm>
            <a:prstGeom prst="rect">
              <a:avLst/>
            </a:prstGeom>
          </p:spPr>
        </p:pic>
        <p:pic>
          <p:nvPicPr>
            <p:cNvPr id="657" name="图片 12">
              <a:extLst>
                <a:ext uri="{FF2B5EF4-FFF2-40B4-BE49-F238E27FC236}">
                  <a16:creationId xmlns:a16="http://schemas.microsoft.com/office/drawing/2014/main" id="{5DD27D0D-68C0-9007-8A26-FA3B92F81E0C}"/>
                </a:ext>
              </a:extLst>
            </p:cNvPr>
            <p:cNvPicPr>
              <a:picLocks noChangeAspect="1"/>
            </p:cNvPicPr>
            <p:nvPr/>
          </p:nvPicPr>
          <p:blipFill>
            <a:blip r:embed="rId4"/>
            <a:stretch>
              <a:fillRect/>
            </a:stretch>
          </p:blipFill>
          <p:spPr>
            <a:xfrm>
              <a:off x="2955317" y="489607"/>
              <a:ext cx="4480144" cy="476842"/>
            </a:xfrm>
            <a:prstGeom prst="rect">
              <a:avLst/>
            </a:prstGeom>
          </p:spPr>
        </p:pic>
      </p:grpSp>
      <p:pic>
        <p:nvPicPr>
          <p:cNvPr id="2" name="图片 18">
            <a:extLst>
              <a:ext uri="{FF2B5EF4-FFF2-40B4-BE49-F238E27FC236}">
                <a16:creationId xmlns:a16="http://schemas.microsoft.com/office/drawing/2014/main" id="{57DD76E7-139A-02A6-57A5-77F77D2877B8}"/>
              </a:ext>
            </a:extLst>
          </p:cNvPr>
          <p:cNvPicPr>
            <a:picLocks noChangeAspect="1"/>
          </p:cNvPicPr>
          <p:nvPr/>
        </p:nvPicPr>
        <p:blipFill>
          <a:blip r:embed="rId5" cstate="print"/>
          <a:stretch>
            <a:fillRect/>
          </a:stretch>
        </p:blipFill>
        <p:spPr>
          <a:xfrm>
            <a:off x="-401919" y="196268"/>
            <a:ext cx="6637825" cy="925594"/>
          </a:xfrm>
          <a:prstGeom prst="rect">
            <a:avLst/>
          </a:prstGeom>
        </p:spPr>
      </p:pic>
      <p:sp>
        <p:nvSpPr>
          <p:cNvPr id="3" name="Title Placeholder 1">
            <a:extLst>
              <a:ext uri="{FF2B5EF4-FFF2-40B4-BE49-F238E27FC236}">
                <a16:creationId xmlns:a16="http://schemas.microsoft.com/office/drawing/2014/main" id="{DEA4A910-22EF-CB06-D766-BC0F28FB98BF}"/>
              </a:ext>
            </a:extLst>
          </p:cNvPr>
          <p:cNvSpPr txBox="1"/>
          <p:nvPr/>
        </p:nvSpPr>
        <p:spPr>
          <a:xfrm>
            <a:off x="594000" y="955534"/>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en-US" sz="3200" dirty="0" err="1"/>
              <a:t>历任队长</a:t>
            </a:r>
            <a:endParaRPr lang="en-CN" sz="3200" dirty="0"/>
          </a:p>
        </p:txBody>
      </p:sp>
      <p:cxnSp>
        <p:nvCxnSpPr>
          <p:cNvPr id="4" name="图形">
            <a:extLst>
              <a:ext uri="{FF2B5EF4-FFF2-40B4-BE49-F238E27FC236}">
                <a16:creationId xmlns:a16="http://schemas.microsoft.com/office/drawing/2014/main" id="{4BB10A2D-A69D-828F-5A00-1B97B5E9E3A6}"/>
              </a:ext>
            </a:extLst>
          </p:cNvPr>
          <p:cNvCxnSpPr>
            <a:cxnSpLocks/>
          </p:cNvCxnSpPr>
          <p:nvPr/>
        </p:nvCxnSpPr>
        <p:spPr>
          <a:xfrm>
            <a:off x="468000" y="1180386"/>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nvGrpSpPr>
          <p:cNvPr id="5" name="组合 4">
            <a:extLst>
              <a:ext uri="{FF2B5EF4-FFF2-40B4-BE49-F238E27FC236}">
                <a16:creationId xmlns:a16="http://schemas.microsoft.com/office/drawing/2014/main" id="{716CBDA7-AD7D-4DEE-88E4-DC7EA20A5875}"/>
              </a:ext>
            </a:extLst>
          </p:cNvPr>
          <p:cNvGrpSpPr/>
          <p:nvPr/>
        </p:nvGrpSpPr>
        <p:grpSpPr>
          <a:xfrm>
            <a:off x="434968" y="8142269"/>
            <a:ext cx="6954559" cy="1486230"/>
            <a:chOff x="346291" y="8173265"/>
            <a:chExt cx="6967411" cy="1486230"/>
          </a:xfrm>
        </p:grpSpPr>
        <p:sp>
          <p:nvSpPr>
            <p:cNvPr id="6" name="矩形 1">
              <a:extLst>
                <a:ext uri="{FF2B5EF4-FFF2-40B4-BE49-F238E27FC236}">
                  <a16:creationId xmlns:a16="http://schemas.microsoft.com/office/drawing/2014/main" id="{3F1D06A5-3375-75BC-095D-F3B0D11CE997}"/>
                </a:ext>
              </a:extLst>
            </p:cNvPr>
            <p:cNvSpPr/>
            <p:nvPr/>
          </p:nvSpPr>
          <p:spPr>
            <a:xfrm rot="5400000" flipH="1">
              <a:off x="3086882" y="5432674"/>
              <a:ext cx="1486230" cy="6967411"/>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7"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a:extLst>
                <a:ext uri="{FF2B5EF4-FFF2-40B4-BE49-F238E27FC236}">
                  <a16:creationId xmlns:a16="http://schemas.microsoft.com/office/drawing/2014/main" id="{15AACFE2-317C-AA31-32D2-EF3A083182FC}"/>
                </a:ext>
              </a:extLst>
            </p:cNvPr>
            <p:cNvSpPr txBox="1"/>
            <p:nvPr/>
          </p:nvSpPr>
          <p:spPr>
            <a:xfrm>
              <a:off x="1982708" y="8226065"/>
              <a:ext cx="5065685" cy="1334917"/>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l">
                <a:lnSpc>
                  <a:spcPct val="125000"/>
                </a:lnSpc>
              </a:pPr>
              <a:r>
                <a:rPr lang="zh-CN" altLang="en-US" sz="1500" b="1" dirty="0">
                  <a:solidFill>
                    <a:schemeClr val="tx1"/>
                  </a:solidFill>
                  <a:latin typeface="微软雅黑" panose="020B0503020204020204" pitchFamily="34" charset="-122"/>
                  <a:ea typeface="微软雅黑" panose="020B0503020204020204" pitchFamily="34" charset="-122"/>
                </a:rPr>
                <a:t>忙秋阳</a:t>
              </a:r>
              <a:r>
                <a:rPr lang="en-US" altLang="zh-CN" sz="1500" b="1" dirty="0">
                  <a:solidFill>
                    <a:schemeClr val="tx1"/>
                  </a:solidFill>
                  <a:latin typeface="微软雅黑" panose="020B0503020204020204" pitchFamily="34" charset="-122"/>
                  <a:ea typeface="微软雅黑" panose="020B0503020204020204" pitchFamily="34" charset="-122"/>
                </a:rPr>
                <a:t> </a:t>
              </a:r>
              <a:r>
                <a:rPr lang="zh-CN" altLang="en-US" sz="1500" dirty="0">
                  <a:solidFill>
                    <a:schemeClr val="tx1"/>
                  </a:solidFill>
                  <a:latin typeface="华文宋体" panose="02010600040101010101" pitchFamily="2" charset="-122"/>
                  <a:ea typeface="华文宋体" panose="02010600040101010101" pitchFamily="2" charset="-122"/>
                </a:rPr>
                <a:t>数据科学学院，</a:t>
              </a:r>
              <a:r>
                <a:rPr lang="en-US" altLang="zh-CN" sz="1500" dirty="0">
                  <a:solidFill>
                    <a:schemeClr val="tx1"/>
                  </a:solidFill>
                  <a:latin typeface="华文宋体" panose="02010600040101010101" pitchFamily="2" charset="-122"/>
                  <a:ea typeface="华文宋体" panose="02010600040101010101" pitchFamily="2" charset="-122"/>
                </a:rPr>
                <a:t>2021</a:t>
              </a:r>
              <a:r>
                <a:rPr lang="zh-CN" altLang="en-US" sz="1500" dirty="0">
                  <a:solidFill>
                    <a:schemeClr val="tx1"/>
                  </a:solidFill>
                  <a:latin typeface="华文宋体" panose="02010600040101010101" pitchFamily="2" charset="-122"/>
                  <a:ea typeface="华文宋体" panose="02010600040101010101" pitchFamily="2" charset="-122"/>
                </a:rPr>
                <a:t>级学生</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曾获</a:t>
              </a:r>
              <a:r>
                <a:rPr lang="en-US" altLang="zh-CN" sz="1500" dirty="0">
                  <a:solidFill>
                    <a:schemeClr val="tx1"/>
                  </a:solidFill>
                  <a:latin typeface="华文宋体" panose="02010600040101010101" pitchFamily="2" charset="-122"/>
                  <a:ea typeface="华文宋体" panose="02010600040101010101" pitchFamily="2" charset="-122"/>
                </a:rPr>
                <a:t>2022</a:t>
              </a:r>
              <a:r>
                <a:rPr lang="zh-CN" altLang="en-US" sz="1500" dirty="0">
                  <a:solidFill>
                    <a:schemeClr val="tx1"/>
                  </a:solidFill>
                  <a:latin typeface="华文宋体" panose="02010600040101010101" pitchFamily="2" charset="-122"/>
                  <a:ea typeface="华文宋体" panose="02010600040101010101" pitchFamily="2" charset="-122"/>
                </a:rPr>
                <a:t>年</a:t>
              </a:r>
              <a:r>
                <a:rPr lang="en-US" altLang="zh-CN" sz="1500" dirty="0">
                  <a:solidFill>
                    <a:schemeClr val="tx1"/>
                  </a:solidFill>
                  <a:latin typeface="华文宋体" panose="02010600040101010101" pitchFamily="2" charset="-122"/>
                  <a:ea typeface="华文宋体" panose="02010600040101010101" pitchFamily="2" charset="-122"/>
                  <a:sym typeface="Helvetica Neue"/>
                </a:rPr>
                <a:t>ICPC</a:t>
              </a:r>
              <a:r>
                <a:rPr lang="zh-CN" altLang="en-US" sz="1500" dirty="0">
                  <a:solidFill>
                    <a:schemeClr val="tx1"/>
                  </a:solidFill>
                  <a:latin typeface="华文宋体" panose="02010600040101010101" pitchFamily="2" charset="-122"/>
                  <a:ea typeface="华文宋体" panose="02010600040101010101" pitchFamily="2" charset="-122"/>
                </a:rPr>
                <a:t>亚洲区决赛金奖，获得</a:t>
              </a:r>
              <a:r>
                <a:rPr lang="en-US" altLang="zh-CN" sz="1500" dirty="0">
                  <a:solidFill>
                    <a:schemeClr val="tx1"/>
                  </a:solidFill>
                  <a:latin typeface="华文宋体" panose="02010600040101010101" pitchFamily="2" charset="-122"/>
                  <a:ea typeface="华文宋体" panose="02010600040101010101" pitchFamily="2" charset="-122"/>
                </a:rPr>
                <a:t>2023</a:t>
              </a:r>
              <a:r>
                <a:rPr lang="zh-CN" altLang="en-US" sz="1500" dirty="0">
                  <a:solidFill>
                    <a:schemeClr val="tx1"/>
                  </a:solidFill>
                  <a:latin typeface="华文宋体" panose="02010600040101010101" pitchFamily="2" charset="-122"/>
                  <a:ea typeface="华文宋体" panose="02010600040101010101" pitchFamily="2" charset="-122"/>
                </a:rPr>
                <a:t>年</a:t>
              </a:r>
              <a:r>
                <a:rPr lang="en-US" altLang="zh-CN" sz="1500" dirty="0">
                  <a:solidFill>
                    <a:schemeClr val="tx1"/>
                  </a:solidFill>
                  <a:latin typeface="华文宋体" panose="02010600040101010101" pitchFamily="2" charset="-122"/>
                  <a:ea typeface="华文宋体" panose="02010600040101010101" pitchFamily="2" charset="-122"/>
                  <a:sym typeface="Helvetica Neue"/>
                </a:rPr>
                <a:t>ICPC</a:t>
              </a:r>
              <a:r>
                <a:rPr lang="zh-CN" altLang="en-US" sz="1500" dirty="0">
                  <a:solidFill>
                    <a:schemeClr val="tx1"/>
                  </a:solidFill>
                  <a:latin typeface="华文宋体" panose="02010600040101010101" pitchFamily="2" charset="-122"/>
                  <a:ea typeface="华文宋体" panose="02010600040101010101" pitchFamily="2" charset="-122"/>
                </a:rPr>
                <a:t>全球总决赛参赛资格</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任期：</a:t>
              </a:r>
              <a:r>
                <a:rPr lang="en-US" altLang="zh-CN" sz="1500" dirty="0">
                  <a:solidFill>
                    <a:schemeClr val="tx1"/>
                  </a:solidFill>
                  <a:latin typeface="华文宋体" panose="02010600040101010101" pitchFamily="2" charset="-122"/>
                  <a:ea typeface="华文宋体" panose="02010600040101010101" pitchFamily="2" charset="-122"/>
                </a:rPr>
                <a:t>2021.07-2023.12</a:t>
              </a:r>
              <a:endParaRPr sz="1500" dirty="0">
                <a:solidFill>
                  <a:schemeClr val="tx1"/>
                </a:solidFill>
                <a:latin typeface="华文宋体" panose="02010600040101010101" pitchFamily="2" charset="-122"/>
                <a:ea typeface="华文宋体" panose="02010600040101010101" pitchFamily="2" charset="-122"/>
              </a:endParaRPr>
            </a:p>
          </p:txBody>
        </p:sp>
        <p:pic>
          <p:nvPicPr>
            <p:cNvPr id="8" name="图片 7" descr="mqy">
              <a:extLst>
                <a:ext uri="{FF2B5EF4-FFF2-40B4-BE49-F238E27FC236}">
                  <a16:creationId xmlns:a16="http://schemas.microsoft.com/office/drawing/2014/main" id="{12A62A0E-EFE1-86BD-8707-BD9BDC5F26E5}"/>
                </a:ext>
              </a:extLst>
            </p:cNvPr>
            <p:cNvPicPr>
              <a:picLocks noChangeAspect="1"/>
            </p:cNvPicPr>
            <p:nvPr/>
          </p:nvPicPr>
          <p:blipFill rotWithShape="1">
            <a:blip r:embed="rId6"/>
            <a:srcRect l="4621" t="3562" r="4108" b="6784"/>
            <a:stretch/>
          </p:blipFill>
          <p:spPr>
            <a:xfrm>
              <a:off x="761259" y="8184834"/>
              <a:ext cx="995565" cy="1406857"/>
            </a:xfrm>
            <a:prstGeom prst="rect">
              <a:avLst/>
            </a:prstGeom>
          </p:spPr>
        </p:pic>
        <p:cxnSp>
          <p:nvCxnSpPr>
            <p:cNvPr id="9" name="图形">
              <a:extLst>
                <a:ext uri="{FF2B5EF4-FFF2-40B4-BE49-F238E27FC236}">
                  <a16:creationId xmlns:a16="http://schemas.microsoft.com/office/drawing/2014/main" id="{82E171DA-0405-D10D-5E1C-E4AD08CA8215}"/>
                </a:ext>
              </a:extLst>
            </p:cNvPr>
            <p:cNvCxnSpPr>
              <a:cxnSpLocks/>
            </p:cNvCxnSpPr>
            <p:nvPr/>
          </p:nvCxnSpPr>
          <p:spPr>
            <a:xfrm>
              <a:off x="2056478" y="8594058"/>
              <a:ext cx="559031"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10" name="组合 9">
            <a:extLst>
              <a:ext uri="{FF2B5EF4-FFF2-40B4-BE49-F238E27FC236}">
                <a16:creationId xmlns:a16="http://schemas.microsoft.com/office/drawing/2014/main" id="{1F4F1BA0-DF2A-11D3-7EBB-802813BAAECE}"/>
              </a:ext>
            </a:extLst>
          </p:cNvPr>
          <p:cNvGrpSpPr/>
          <p:nvPr/>
        </p:nvGrpSpPr>
        <p:grpSpPr>
          <a:xfrm>
            <a:off x="434968" y="5124665"/>
            <a:ext cx="6954557" cy="1482652"/>
            <a:chOff x="346291" y="5155661"/>
            <a:chExt cx="6967409" cy="1482652"/>
          </a:xfrm>
        </p:grpSpPr>
        <p:sp>
          <p:nvSpPr>
            <p:cNvPr id="11" name="矩形 3">
              <a:extLst>
                <a:ext uri="{FF2B5EF4-FFF2-40B4-BE49-F238E27FC236}">
                  <a16:creationId xmlns:a16="http://schemas.microsoft.com/office/drawing/2014/main" id="{EDDC6E2A-997F-380B-DB21-8F4B05679DB3}"/>
                </a:ext>
              </a:extLst>
            </p:cNvPr>
            <p:cNvSpPr/>
            <p:nvPr/>
          </p:nvSpPr>
          <p:spPr>
            <a:xfrm rot="5400000" flipH="1">
              <a:off x="3088670" y="2413282"/>
              <a:ext cx="1482652" cy="6967409"/>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pic>
          <p:nvPicPr>
            <p:cNvPr id="13" name="Picture 5" descr="A person wearing a white shirt  Description automatically generated with medium confidence">
              <a:extLst>
                <a:ext uri="{FF2B5EF4-FFF2-40B4-BE49-F238E27FC236}">
                  <a16:creationId xmlns:a16="http://schemas.microsoft.com/office/drawing/2014/main" id="{554D0507-AD02-3BEA-9012-1EA393B31DB8}"/>
                </a:ext>
              </a:extLst>
            </p:cNvPr>
            <p:cNvPicPr>
              <a:picLocks noChangeAspect="1"/>
            </p:cNvPicPr>
            <p:nvPr/>
          </p:nvPicPr>
          <p:blipFill rotWithShape="1">
            <a:blip r:embed="rId7" cstate="print"/>
            <a:srcRect l="32812" t="-344" r="30326" b="22602"/>
            <a:stretch/>
          </p:blipFill>
          <p:spPr>
            <a:xfrm>
              <a:off x="761260" y="5176992"/>
              <a:ext cx="992384" cy="1402362"/>
            </a:xfrm>
            <a:prstGeom prst="rect">
              <a:avLst/>
            </a:prstGeom>
          </p:spPr>
        </p:pic>
        <p:sp>
          <p:nvSpPr>
            <p:cNvPr id="22" name="贺品嘉教授主要研究兴趣包括软件工程、程序设计语言、系统软件、自然语言处理。发表ICSE, ESEC/FSE, OSDI等论文近30篇，谷歌学术引用超2200次，领导的的LogPAI项目在GitHub上被star超过3000次，被下载7万余次。">
              <a:extLst>
                <a:ext uri="{FF2B5EF4-FFF2-40B4-BE49-F238E27FC236}">
                  <a16:creationId xmlns:a16="http://schemas.microsoft.com/office/drawing/2014/main" id="{29E850A6-2D6D-3E2B-CE22-CA4A1094C859}"/>
                </a:ext>
              </a:extLst>
            </p:cNvPr>
            <p:cNvSpPr txBox="1"/>
            <p:nvPr/>
          </p:nvSpPr>
          <p:spPr>
            <a:xfrm>
              <a:off x="1998771" y="5220763"/>
              <a:ext cx="5041399" cy="1334917"/>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l">
                <a:lnSpc>
                  <a:spcPct val="125000"/>
                </a:lnSpc>
              </a:pPr>
              <a:r>
                <a:rPr lang="zh-CN" altLang="en-US" sz="1500" b="1" dirty="0">
                  <a:solidFill>
                    <a:schemeClr val="tx1"/>
                  </a:solidFill>
                  <a:latin typeface="微软雅黑" panose="020B0503020204020204" pitchFamily="34" charset="-122"/>
                  <a:ea typeface="微软雅黑" panose="020B0503020204020204" pitchFamily="34" charset="-122"/>
                </a:rPr>
                <a:t>夏禹扬</a:t>
              </a:r>
              <a:r>
                <a:rPr lang="en-US" altLang="zh-CN" sz="1500" b="1" dirty="0">
                  <a:solidFill>
                    <a:schemeClr val="tx1"/>
                  </a:solidFill>
                  <a:latin typeface="微软雅黑" panose="020B0503020204020204" pitchFamily="34" charset="-122"/>
                  <a:ea typeface="微软雅黑" panose="020B0503020204020204" pitchFamily="34" charset="-122"/>
                </a:rPr>
                <a:t> </a:t>
              </a:r>
              <a:r>
                <a:rPr lang="zh-CN" altLang="en-US" sz="1500" dirty="0">
                  <a:solidFill>
                    <a:schemeClr val="tx1"/>
                  </a:solidFill>
                  <a:latin typeface="华文宋体" panose="02010600040101010101" pitchFamily="2" charset="-122"/>
                  <a:ea typeface="华文宋体" panose="02010600040101010101" pitchFamily="2" charset="-122"/>
                </a:rPr>
                <a:t>数据科学</a:t>
              </a:r>
              <a:r>
                <a:rPr lang="en-US" sz="1500" dirty="0" err="1">
                  <a:solidFill>
                    <a:schemeClr val="tx1"/>
                  </a:solidFill>
                  <a:latin typeface="华文宋体" panose="02010600040101010101" pitchFamily="2" charset="-122"/>
                  <a:ea typeface="华文宋体" panose="02010600040101010101" pitchFamily="2" charset="-122"/>
                </a:rPr>
                <a:t>学院</a:t>
              </a:r>
              <a:r>
                <a:rPr lang="zh-CN" altLang="en-US" sz="1500" dirty="0">
                  <a:solidFill>
                    <a:schemeClr val="tx1"/>
                  </a:solidFill>
                  <a:latin typeface="华文宋体" panose="02010600040101010101" pitchFamily="2" charset="-122"/>
                  <a:ea typeface="华文宋体" panose="02010600040101010101" pitchFamily="2" charset="-122"/>
                </a:rPr>
                <a:t>，</a:t>
              </a:r>
              <a:r>
                <a:rPr lang="en-US" altLang="zh-CN" sz="1500" dirty="0">
                  <a:solidFill>
                    <a:schemeClr val="tx1"/>
                  </a:solidFill>
                  <a:latin typeface="华文宋体" panose="02010600040101010101" pitchFamily="2" charset="-122"/>
                  <a:ea typeface="华文宋体" panose="02010600040101010101" pitchFamily="2" charset="-122"/>
                </a:rPr>
                <a:t>2021</a:t>
              </a:r>
              <a:r>
                <a:rPr lang="zh-CN" altLang="en-US" sz="1500" dirty="0">
                  <a:solidFill>
                    <a:schemeClr val="tx1"/>
                  </a:solidFill>
                  <a:latin typeface="华文宋体" panose="02010600040101010101" pitchFamily="2" charset="-122"/>
                  <a:ea typeface="华文宋体" panose="02010600040101010101" pitchFamily="2" charset="-122"/>
                </a:rPr>
                <a:t>级学生</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曾获</a:t>
              </a:r>
              <a:r>
                <a:rPr lang="en-US" altLang="zh-CN" sz="1500" dirty="0">
                  <a:solidFill>
                    <a:schemeClr val="tx1"/>
                  </a:solidFill>
                  <a:latin typeface="华文宋体" panose="02010600040101010101" pitchFamily="2" charset="-122"/>
                  <a:ea typeface="华文宋体" panose="02010600040101010101" pitchFamily="2" charset="-122"/>
                </a:rPr>
                <a:t>2022</a:t>
              </a:r>
              <a:r>
                <a:rPr lang="zh-CN" altLang="en-US" sz="1500" dirty="0">
                  <a:solidFill>
                    <a:schemeClr val="tx1"/>
                  </a:solidFill>
                  <a:latin typeface="华文宋体" panose="02010600040101010101" pitchFamily="2" charset="-122"/>
                  <a:ea typeface="华文宋体" panose="02010600040101010101" pitchFamily="2" charset="-122"/>
                </a:rPr>
                <a:t>年</a:t>
              </a:r>
              <a:r>
                <a:rPr lang="en-US" altLang="zh-CN" sz="1500" dirty="0">
                  <a:solidFill>
                    <a:schemeClr val="tx1"/>
                  </a:solidFill>
                  <a:latin typeface="华文宋体" panose="02010600040101010101" pitchFamily="2" charset="-122"/>
                  <a:ea typeface="华文宋体" panose="02010600040101010101" pitchFamily="2" charset="-122"/>
                  <a:sym typeface="Helvetica Neue"/>
                </a:rPr>
                <a:t>CCPC</a:t>
              </a:r>
              <a:r>
                <a:rPr lang="zh-CN" altLang="en-US" sz="1500" dirty="0">
                  <a:solidFill>
                    <a:schemeClr val="tx1"/>
                  </a:solidFill>
                  <a:latin typeface="华文宋体" panose="02010600040101010101" pitchFamily="2" charset="-122"/>
                  <a:ea typeface="华文宋体" panose="02010600040101010101" pitchFamily="2" charset="-122"/>
                </a:rPr>
                <a:t>广州站金奖，</a:t>
              </a:r>
              <a:r>
                <a:rPr lang="en-US" altLang="zh-CN" sz="1500" dirty="0">
                  <a:solidFill>
                    <a:schemeClr val="tx1"/>
                  </a:solidFill>
                  <a:latin typeface="华文宋体" panose="02010600040101010101" pitchFamily="2" charset="-122"/>
                  <a:ea typeface="华文宋体" panose="02010600040101010101" pitchFamily="2" charset="-122"/>
                </a:rPr>
                <a:t>2022</a:t>
              </a:r>
              <a:r>
                <a:rPr lang="zh-CN" altLang="en-US" sz="1500" dirty="0">
                  <a:solidFill>
                    <a:schemeClr val="tx1"/>
                  </a:solidFill>
                  <a:latin typeface="华文宋体" panose="02010600040101010101" pitchFamily="2" charset="-122"/>
                  <a:ea typeface="华文宋体" panose="02010600040101010101" pitchFamily="2" charset="-122"/>
                </a:rPr>
                <a:t>年</a:t>
              </a:r>
              <a:r>
                <a:rPr lang="en-US" altLang="zh-CN" sz="1500" dirty="0">
                  <a:solidFill>
                    <a:schemeClr val="tx1"/>
                  </a:solidFill>
                  <a:latin typeface="华文宋体" panose="02010600040101010101" pitchFamily="2" charset="-122"/>
                  <a:ea typeface="华文宋体" panose="02010600040101010101" pitchFamily="2" charset="-122"/>
                  <a:sym typeface="Helvetica Neue"/>
                </a:rPr>
                <a:t>ICPC</a:t>
              </a:r>
              <a:r>
                <a:rPr lang="zh-CN" altLang="en-US" sz="1500" dirty="0">
                  <a:solidFill>
                    <a:schemeClr val="tx1"/>
                  </a:solidFill>
                  <a:latin typeface="华文宋体" panose="02010600040101010101" pitchFamily="2" charset="-122"/>
                  <a:ea typeface="华文宋体" panose="02010600040101010101" pitchFamily="2" charset="-122"/>
                </a:rPr>
                <a:t>亚洲区决赛银奖、国家奖学金</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任期：</a:t>
              </a:r>
              <a:r>
                <a:rPr lang="en-US" altLang="zh-CN" sz="1500" dirty="0">
                  <a:solidFill>
                    <a:schemeClr val="tx1"/>
                  </a:solidFill>
                  <a:latin typeface="华文宋体" panose="02010600040101010101" pitchFamily="2" charset="-122"/>
                  <a:ea typeface="华文宋体" panose="02010600040101010101" pitchFamily="2" charset="-122"/>
                </a:rPr>
                <a:t>2023.06-2024.05</a:t>
              </a:r>
              <a:endParaRPr sz="1500" dirty="0">
                <a:solidFill>
                  <a:schemeClr val="tx1"/>
                </a:solidFill>
                <a:latin typeface="华文宋体" panose="02010600040101010101" pitchFamily="2" charset="-122"/>
                <a:ea typeface="华文宋体" panose="02010600040101010101" pitchFamily="2" charset="-122"/>
              </a:endParaRPr>
            </a:p>
          </p:txBody>
        </p:sp>
        <p:cxnSp>
          <p:nvCxnSpPr>
            <p:cNvPr id="23" name="图形">
              <a:extLst>
                <a:ext uri="{FF2B5EF4-FFF2-40B4-BE49-F238E27FC236}">
                  <a16:creationId xmlns:a16="http://schemas.microsoft.com/office/drawing/2014/main" id="{F36FAA9B-C978-3684-DC14-6D2C197C3EFB}"/>
                </a:ext>
              </a:extLst>
            </p:cNvPr>
            <p:cNvCxnSpPr>
              <a:cxnSpLocks/>
            </p:cNvCxnSpPr>
            <p:nvPr/>
          </p:nvCxnSpPr>
          <p:spPr>
            <a:xfrm>
              <a:off x="2056478" y="5569693"/>
              <a:ext cx="559031"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24" name="组合 23">
            <a:extLst>
              <a:ext uri="{FF2B5EF4-FFF2-40B4-BE49-F238E27FC236}">
                <a16:creationId xmlns:a16="http://schemas.microsoft.com/office/drawing/2014/main" id="{E291B0D1-4678-DD98-491C-B8822D187A04}"/>
              </a:ext>
            </a:extLst>
          </p:cNvPr>
          <p:cNvGrpSpPr/>
          <p:nvPr/>
        </p:nvGrpSpPr>
        <p:grpSpPr>
          <a:xfrm>
            <a:off x="434968" y="6640794"/>
            <a:ext cx="6944819" cy="1494698"/>
            <a:chOff x="356047" y="6671790"/>
            <a:chExt cx="6957653" cy="1494698"/>
          </a:xfrm>
        </p:grpSpPr>
        <p:sp>
          <p:nvSpPr>
            <p:cNvPr id="25" name="矩形 5">
              <a:extLst>
                <a:ext uri="{FF2B5EF4-FFF2-40B4-BE49-F238E27FC236}">
                  <a16:creationId xmlns:a16="http://schemas.microsoft.com/office/drawing/2014/main" id="{49172C67-F06A-4CAA-6455-759057646D69}"/>
                </a:ext>
              </a:extLst>
            </p:cNvPr>
            <p:cNvSpPr/>
            <p:nvPr/>
          </p:nvSpPr>
          <p:spPr>
            <a:xfrm rot="5400000" flipH="1">
              <a:off x="3087525" y="3940312"/>
              <a:ext cx="1494698" cy="6957653"/>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dirty="0"/>
            </a:p>
          </p:txBody>
        </p:sp>
        <p:pic>
          <p:nvPicPr>
            <p:cNvPr id="26" name="图片 25">
              <a:extLst>
                <a:ext uri="{FF2B5EF4-FFF2-40B4-BE49-F238E27FC236}">
                  <a16:creationId xmlns:a16="http://schemas.microsoft.com/office/drawing/2014/main" id="{197BC647-295B-751C-3E16-919202738D9A}"/>
                </a:ext>
              </a:extLst>
            </p:cNvPr>
            <p:cNvPicPr>
              <a:picLocks noChangeAspect="1"/>
            </p:cNvPicPr>
            <p:nvPr/>
          </p:nvPicPr>
          <p:blipFill rotWithShape="1">
            <a:blip r:embed="rId8" cstate="print"/>
            <a:srcRect l="11604" t="7955" r="11604" b="7955"/>
            <a:stretch/>
          </p:blipFill>
          <p:spPr>
            <a:xfrm>
              <a:off x="761260" y="6677007"/>
              <a:ext cx="992384" cy="1402362"/>
            </a:xfrm>
            <a:prstGeom prst="rect">
              <a:avLst/>
            </a:prstGeom>
          </p:spPr>
        </p:pic>
        <p:sp>
          <p:nvSpPr>
            <p:cNvPr id="27"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a:extLst>
                <a:ext uri="{FF2B5EF4-FFF2-40B4-BE49-F238E27FC236}">
                  <a16:creationId xmlns:a16="http://schemas.microsoft.com/office/drawing/2014/main" id="{F223B9F9-232F-0593-62C3-41B7F2837BF2}"/>
                </a:ext>
              </a:extLst>
            </p:cNvPr>
            <p:cNvSpPr txBox="1"/>
            <p:nvPr/>
          </p:nvSpPr>
          <p:spPr>
            <a:xfrm>
              <a:off x="2009066" y="6735337"/>
              <a:ext cx="4966178" cy="1046377"/>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l">
                <a:lnSpc>
                  <a:spcPct val="125000"/>
                </a:lnSpc>
              </a:pPr>
              <a:r>
                <a:rPr lang="zh-CN" altLang="en-US" sz="1500" b="1" dirty="0">
                  <a:solidFill>
                    <a:schemeClr val="tx1"/>
                  </a:solidFill>
                  <a:latin typeface="微软雅黑" panose="020B0503020204020204" pitchFamily="34" charset="-122"/>
                  <a:ea typeface="微软雅黑" panose="020B0503020204020204" pitchFamily="34" charset="-122"/>
                </a:rPr>
                <a:t>蒋一歌</a:t>
              </a:r>
              <a:r>
                <a:rPr lang="en-US" altLang="zh-CN" sz="1500" b="1" dirty="0">
                  <a:solidFill>
                    <a:schemeClr val="tx1"/>
                  </a:solidFill>
                  <a:latin typeface="微软雅黑" panose="020B0503020204020204" pitchFamily="34" charset="-122"/>
                  <a:ea typeface="微软雅黑" panose="020B0503020204020204" pitchFamily="34" charset="-122"/>
                </a:rPr>
                <a:t> </a:t>
              </a:r>
              <a:r>
                <a:rPr lang="zh-CN" altLang="en-US" sz="1500" dirty="0">
                  <a:solidFill>
                    <a:schemeClr val="tx1"/>
                  </a:solidFill>
                  <a:latin typeface="华文宋体" panose="02010600040101010101" pitchFamily="2" charset="-122"/>
                  <a:ea typeface="华文宋体" panose="02010600040101010101" pitchFamily="2" charset="-122"/>
                </a:rPr>
                <a:t>数据科学学院，</a:t>
              </a:r>
              <a:r>
                <a:rPr lang="en-US" altLang="zh-CN" sz="1500" dirty="0">
                  <a:solidFill>
                    <a:schemeClr val="tx1"/>
                  </a:solidFill>
                  <a:latin typeface="华文宋体" panose="02010600040101010101" pitchFamily="2" charset="-122"/>
                  <a:ea typeface="华文宋体" panose="02010600040101010101" pitchFamily="2" charset="-122"/>
                </a:rPr>
                <a:t>2021</a:t>
              </a:r>
              <a:r>
                <a:rPr lang="zh-CN" altLang="en-US" sz="1500" dirty="0">
                  <a:solidFill>
                    <a:schemeClr val="tx1"/>
                  </a:solidFill>
                  <a:latin typeface="华文宋体" panose="02010600040101010101" pitchFamily="2" charset="-122"/>
                  <a:ea typeface="华文宋体" panose="02010600040101010101" pitchFamily="2" charset="-122"/>
                </a:rPr>
                <a:t>级学生</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曾获</a:t>
              </a:r>
              <a:r>
                <a:rPr lang="en-US" altLang="zh-CN" sz="1500" dirty="0">
                  <a:solidFill>
                    <a:schemeClr val="tx1"/>
                  </a:solidFill>
                  <a:latin typeface="华文宋体" panose="02010600040101010101" pitchFamily="2" charset="-122"/>
                  <a:ea typeface="华文宋体" panose="02010600040101010101" pitchFamily="2" charset="-122"/>
                </a:rPr>
                <a:t>2023</a:t>
              </a:r>
              <a:r>
                <a:rPr lang="zh-CN" altLang="en-US" sz="1500" dirty="0">
                  <a:solidFill>
                    <a:schemeClr val="tx1"/>
                  </a:solidFill>
                  <a:latin typeface="华文宋体" panose="02010600040101010101" pitchFamily="2" charset="-122"/>
                  <a:ea typeface="华文宋体" panose="02010600040101010101" pitchFamily="2" charset="-122"/>
                </a:rPr>
                <a:t>年</a:t>
              </a:r>
              <a:r>
                <a:rPr lang="en-US" altLang="zh-CN" sz="1500" dirty="0">
                  <a:solidFill>
                    <a:schemeClr val="tx1"/>
                  </a:solidFill>
                  <a:latin typeface="华文宋体" panose="02010600040101010101" pitchFamily="2" charset="-122"/>
                  <a:ea typeface="华文宋体" panose="02010600040101010101" pitchFamily="2" charset="-122"/>
                  <a:sym typeface="Helvetica Neue"/>
                </a:rPr>
                <a:t>ICPC</a:t>
              </a:r>
              <a:r>
                <a:rPr lang="zh-CN" altLang="en-US" sz="1500" dirty="0">
                  <a:solidFill>
                    <a:schemeClr val="tx1"/>
                  </a:solidFill>
                  <a:latin typeface="华文宋体" panose="02010600040101010101" pitchFamily="2" charset="-122"/>
                  <a:ea typeface="华文宋体" panose="02010600040101010101" pitchFamily="2" charset="-122"/>
                </a:rPr>
                <a:t>南京站金奖，</a:t>
              </a:r>
              <a:r>
                <a:rPr lang="en-US" altLang="zh-CN" sz="1500" dirty="0">
                  <a:solidFill>
                    <a:schemeClr val="tx1"/>
                  </a:solidFill>
                  <a:latin typeface="华文宋体" panose="02010600040101010101" pitchFamily="2" charset="-122"/>
                  <a:ea typeface="华文宋体" panose="02010600040101010101" pitchFamily="2" charset="-122"/>
                </a:rPr>
                <a:t>2022</a:t>
              </a:r>
              <a:r>
                <a:rPr lang="zh-CN" altLang="en-US" sz="1500" dirty="0">
                  <a:solidFill>
                    <a:schemeClr val="tx1"/>
                  </a:solidFill>
                  <a:latin typeface="华文宋体" panose="02010600040101010101" pitchFamily="2" charset="-122"/>
                  <a:ea typeface="华文宋体" panose="02010600040101010101" pitchFamily="2" charset="-122"/>
                </a:rPr>
                <a:t>年</a:t>
              </a:r>
              <a:r>
                <a:rPr lang="en-US" altLang="zh-CN" sz="1500" dirty="0">
                  <a:solidFill>
                    <a:schemeClr val="tx1"/>
                  </a:solidFill>
                  <a:latin typeface="华文宋体" panose="02010600040101010101" pitchFamily="2" charset="-122"/>
                  <a:ea typeface="华文宋体" panose="02010600040101010101" pitchFamily="2" charset="-122"/>
                  <a:sym typeface="Helvetica Neue"/>
                </a:rPr>
                <a:t>ICPC</a:t>
              </a:r>
              <a:r>
                <a:rPr lang="zh-CN" altLang="en-US" sz="1500" dirty="0">
                  <a:solidFill>
                    <a:schemeClr val="tx1"/>
                  </a:solidFill>
                  <a:latin typeface="华文宋体" panose="02010600040101010101" pitchFamily="2" charset="-122"/>
                  <a:ea typeface="华文宋体" panose="02010600040101010101" pitchFamily="2" charset="-122"/>
                </a:rPr>
                <a:t>亚洲区决赛银奖</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任期：</a:t>
              </a:r>
              <a:r>
                <a:rPr lang="en-US" altLang="zh-CN" sz="1500" dirty="0">
                  <a:solidFill>
                    <a:schemeClr val="tx1"/>
                  </a:solidFill>
                  <a:latin typeface="华文宋体" panose="02010600040101010101" pitchFamily="2" charset="-122"/>
                  <a:ea typeface="华文宋体" panose="02010600040101010101" pitchFamily="2" charset="-122"/>
                </a:rPr>
                <a:t>2023.07-2024.05</a:t>
              </a:r>
              <a:endParaRPr sz="1500" dirty="0">
                <a:solidFill>
                  <a:schemeClr val="tx1"/>
                </a:solidFill>
                <a:latin typeface="华文宋体" panose="02010600040101010101" pitchFamily="2" charset="-122"/>
                <a:ea typeface="华文宋体" panose="02010600040101010101" pitchFamily="2" charset="-122"/>
              </a:endParaRPr>
            </a:p>
          </p:txBody>
        </p:sp>
        <p:cxnSp>
          <p:nvCxnSpPr>
            <p:cNvPr id="28" name="图形">
              <a:extLst>
                <a:ext uri="{FF2B5EF4-FFF2-40B4-BE49-F238E27FC236}">
                  <a16:creationId xmlns:a16="http://schemas.microsoft.com/office/drawing/2014/main" id="{58652E62-6E0D-B887-073C-EF4FF8DA56CF}"/>
                </a:ext>
              </a:extLst>
            </p:cNvPr>
            <p:cNvCxnSpPr>
              <a:cxnSpLocks/>
            </p:cNvCxnSpPr>
            <p:nvPr/>
          </p:nvCxnSpPr>
          <p:spPr>
            <a:xfrm>
              <a:off x="2066234" y="7082632"/>
              <a:ext cx="559031"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29" name="组合 28">
            <a:extLst>
              <a:ext uri="{FF2B5EF4-FFF2-40B4-BE49-F238E27FC236}">
                <a16:creationId xmlns:a16="http://schemas.microsoft.com/office/drawing/2014/main" id="{0E72DF3A-F4CA-94B2-AE95-1C8B204649EC}"/>
              </a:ext>
            </a:extLst>
          </p:cNvPr>
          <p:cNvGrpSpPr/>
          <p:nvPr/>
        </p:nvGrpSpPr>
        <p:grpSpPr>
          <a:xfrm>
            <a:off x="434968" y="1927145"/>
            <a:ext cx="6944822" cy="1500128"/>
            <a:chOff x="346291" y="1927145"/>
            <a:chExt cx="6957656" cy="1500128"/>
          </a:xfrm>
        </p:grpSpPr>
        <p:sp>
          <p:nvSpPr>
            <p:cNvPr id="30" name="矩形 7">
              <a:extLst>
                <a:ext uri="{FF2B5EF4-FFF2-40B4-BE49-F238E27FC236}">
                  <a16:creationId xmlns:a16="http://schemas.microsoft.com/office/drawing/2014/main" id="{C2325C59-DDE3-2896-A98E-824B4C91FF98}"/>
                </a:ext>
              </a:extLst>
            </p:cNvPr>
            <p:cNvSpPr/>
            <p:nvPr/>
          </p:nvSpPr>
          <p:spPr>
            <a:xfrm rot="5400000" flipH="1">
              <a:off x="3075055" y="-801619"/>
              <a:ext cx="1500128" cy="6957656"/>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31"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a:extLst>
                <a:ext uri="{FF2B5EF4-FFF2-40B4-BE49-F238E27FC236}">
                  <a16:creationId xmlns:a16="http://schemas.microsoft.com/office/drawing/2014/main" id="{F57F0B9E-9C04-EB8A-106F-683F7D794397}"/>
                </a:ext>
              </a:extLst>
            </p:cNvPr>
            <p:cNvSpPr txBox="1"/>
            <p:nvPr/>
          </p:nvSpPr>
          <p:spPr>
            <a:xfrm>
              <a:off x="1999310" y="2010712"/>
              <a:ext cx="4966178" cy="1046377"/>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l">
                <a:lnSpc>
                  <a:spcPct val="125000"/>
                </a:lnSpc>
              </a:pPr>
              <a:r>
                <a:rPr lang="zh-CN" altLang="en-US" sz="1500" b="1" dirty="0">
                  <a:solidFill>
                    <a:schemeClr val="tx1"/>
                  </a:solidFill>
                  <a:latin typeface="微软雅黑" panose="020B0503020204020204" pitchFamily="34" charset="-122"/>
                  <a:ea typeface="微软雅黑" panose="020B0503020204020204" pitchFamily="34" charset="-122"/>
                </a:rPr>
                <a:t>孙悠然</a:t>
              </a:r>
              <a:r>
                <a:rPr lang="en-US" altLang="zh-CN" sz="1500" b="1" dirty="0">
                  <a:solidFill>
                    <a:schemeClr val="tx1"/>
                  </a:solidFill>
                  <a:latin typeface="微软雅黑" panose="020B0503020204020204" pitchFamily="34" charset="-122"/>
                  <a:ea typeface="微软雅黑" panose="020B0503020204020204" pitchFamily="34" charset="-122"/>
                </a:rPr>
                <a:t> </a:t>
              </a:r>
              <a:r>
                <a:rPr lang="zh-CN" altLang="en-US" sz="1500" dirty="0">
                  <a:solidFill>
                    <a:schemeClr val="tx1"/>
                  </a:solidFill>
                  <a:latin typeface="华文宋体" panose="02010600040101010101" pitchFamily="2" charset="-122"/>
                  <a:ea typeface="华文宋体" panose="02010600040101010101" pitchFamily="2" charset="-122"/>
                </a:rPr>
                <a:t>数据科学学院，</a:t>
              </a:r>
              <a:r>
                <a:rPr lang="en-US" altLang="zh-CN" sz="1500" dirty="0">
                  <a:solidFill>
                    <a:schemeClr val="tx1"/>
                  </a:solidFill>
                  <a:latin typeface="华文宋体" panose="02010600040101010101" pitchFamily="2" charset="-122"/>
                  <a:ea typeface="华文宋体" panose="02010600040101010101" pitchFamily="2" charset="-122"/>
                </a:rPr>
                <a:t>2023</a:t>
              </a:r>
              <a:r>
                <a:rPr lang="zh-CN" altLang="en-US" sz="1500" dirty="0">
                  <a:solidFill>
                    <a:schemeClr val="tx1"/>
                  </a:solidFill>
                  <a:latin typeface="华文宋体" panose="02010600040101010101" pitchFamily="2" charset="-122"/>
                  <a:ea typeface="华文宋体" panose="02010600040101010101" pitchFamily="2" charset="-122"/>
                </a:rPr>
                <a:t>级学生</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曾获</a:t>
              </a:r>
              <a:r>
                <a:rPr lang="en-US" altLang="zh-CN" sz="1500" dirty="0">
                  <a:solidFill>
                    <a:schemeClr val="tx1"/>
                  </a:solidFill>
                  <a:latin typeface="华文宋体" panose="02010600040101010101" pitchFamily="2" charset="-122"/>
                  <a:ea typeface="华文宋体" panose="02010600040101010101" pitchFamily="2" charset="-122"/>
                </a:rPr>
                <a:t>2024</a:t>
              </a:r>
              <a:r>
                <a:rPr lang="zh-CN" altLang="en-US" sz="1500" dirty="0">
                  <a:solidFill>
                    <a:schemeClr val="tx1"/>
                  </a:solidFill>
                  <a:latin typeface="华文宋体" panose="02010600040101010101" pitchFamily="2" charset="-122"/>
                  <a:ea typeface="华文宋体" panose="02010600040101010101" pitchFamily="2" charset="-122"/>
                </a:rPr>
                <a:t>年</a:t>
              </a:r>
              <a:r>
                <a:rPr lang="en-US" altLang="zh-CN" sz="1500" dirty="0">
                  <a:solidFill>
                    <a:schemeClr val="tx1"/>
                  </a:solidFill>
                  <a:latin typeface="华文宋体" panose="02010600040101010101" pitchFamily="2" charset="-122"/>
                  <a:ea typeface="华文宋体" panose="02010600040101010101" pitchFamily="2" charset="-122"/>
                  <a:sym typeface="Helvetica Neue"/>
                </a:rPr>
                <a:t>CCPC</a:t>
              </a:r>
              <a:r>
                <a:rPr lang="zh-CN" altLang="en-US" sz="1500" dirty="0">
                  <a:solidFill>
                    <a:schemeClr val="tx1"/>
                  </a:solidFill>
                  <a:latin typeface="华文宋体" panose="02010600040101010101" pitchFamily="2" charset="-122"/>
                  <a:ea typeface="华文宋体" panose="02010600040101010101" pitchFamily="2" charset="-122"/>
                  <a:sym typeface="Helvetica Neue"/>
                </a:rPr>
                <a:t>郑州</a:t>
              </a:r>
              <a:r>
                <a:rPr lang="zh-CN" altLang="en-US" sz="1500" dirty="0">
                  <a:solidFill>
                    <a:schemeClr val="tx1"/>
                  </a:solidFill>
                  <a:latin typeface="华文宋体" panose="02010600040101010101" pitchFamily="2" charset="-122"/>
                  <a:ea typeface="华文宋体" panose="02010600040101010101" pitchFamily="2" charset="-122"/>
                </a:rPr>
                <a:t>站季军，</a:t>
              </a:r>
              <a:r>
                <a:rPr lang="en-US" altLang="zh-CN" sz="1500" dirty="0">
                  <a:solidFill>
                    <a:schemeClr val="tx1"/>
                  </a:solidFill>
                  <a:latin typeface="华文宋体" panose="02010600040101010101" pitchFamily="2" charset="-122"/>
                  <a:ea typeface="华文宋体" panose="02010600040101010101" pitchFamily="2" charset="-122"/>
                </a:rPr>
                <a:t>2024</a:t>
              </a:r>
              <a:r>
                <a:rPr lang="zh-CN" altLang="en-US" sz="1500" dirty="0">
                  <a:solidFill>
                    <a:schemeClr val="tx1"/>
                  </a:solidFill>
                  <a:latin typeface="华文宋体" panose="02010600040101010101" pitchFamily="2" charset="-122"/>
                  <a:ea typeface="华文宋体" panose="02010600040101010101" pitchFamily="2" charset="-122"/>
                </a:rPr>
                <a:t>年</a:t>
              </a:r>
              <a:r>
                <a:rPr lang="en-US" altLang="zh-CN" sz="1500" dirty="0">
                  <a:solidFill>
                    <a:schemeClr val="tx1"/>
                  </a:solidFill>
                  <a:latin typeface="华文宋体" panose="02010600040101010101" pitchFamily="2" charset="-122"/>
                  <a:ea typeface="华文宋体" panose="02010600040101010101" pitchFamily="2" charset="-122"/>
                  <a:sym typeface="Helvetica Neue"/>
                </a:rPr>
                <a:t>ICPC</a:t>
              </a:r>
              <a:r>
                <a:rPr lang="zh-CN" altLang="en-US" sz="1500" dirty="0">
                  <a:solidFill>
                    <a:schemeClr val="tx1"/>
                  </a:solidFill>
                  <a:latin typeface="华文宋体" panose="02010600040101010101" pitchFamily="2" charset="-122"/>
                  <a:ea typeface="华文宋体" panose="02010600040101010101" pitchFamily="2" charset="-122"/>
                </a:rPr>
                <a:t>亚洲区决赛金奖</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任期：</a:t>
              </a:r>
              <a:r>
                <a:rPr lang="en-US" altLang="zh-CN" sz="1500" dirty="0">
                  <a:solidFill>
                    <a:schemeClr val="tx1"/>
                  </a:solidFill>
                  <a:latin typeface="华文宋体" panose="02010600040101010101" pitchFamily="2" charset="-122"/>
                  <a:ea typeface="华文宋体" panose="02010600040101010101" pitchFamily="2" charset="-122"/>
                </a:rPr>
                <a:t>2024.05</a:t>
              </a:r>
              <a:r>
                <a:rPr lang="zh-CN" altLang="en-US" sz="1500" dirty="0">
                  <a:solidFill>
                    <a:schemeClr val="tx1"/>
                  </a:solidFill>
                  <a:latin typeface="华文宋体" panose="02010600040101010101" pitchFamily="2" charset="-122"/>
                  <a:ea typeface="华文宋体" panose="02010600040101010101" pitchFamily="2" charset="-122"/>
                </a:rPr>
                <a:t>至今</a:t>
              </a:r>
              <a:endParaRPr sz="1500" dirty="0">
                <a:solidFill>
                  <a:schemeClr val="tx1"/>
                </a:solidFill>
                <a:latin typeface="华文宋体" panose="02010600040101010101" pitchFamily="2" charset="-122"/>
                <a:ea typeface="华文宋体" panose="02010600040101010101" pitchFamily="2" charset="-122"/>
              </a:endParaRPr>
            </a:p>
          </p:txBody>
        </p:sp>
        <p:pic>
          <p:nvPicPr>
            <p:cNvPr id="32" name="图片 31" descr="年轻的男人&#10;&#10;AI 生成的内容可能不正确。">
              <a:extLst>
                <a:ext uri="{FF2B5EF4-FFF2-40B4-BE49-F238E27FC236}">
                  <a16:creationId xmlns:a16="http://schemas.microsoft.com/office/drawing/2014/main" id="{4B4175A7-FA1D-182F-46F4-40D31421376B}"/>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51504" y="1939672"/>
              <a:ext cx="992384" cy="1389165"/>
            </a:xfrm>
            <a:prstGeom prst="rect">
              <a:avLst/>
            </a:prstGeom>
          </p:spPr>
        </p:pic>
        <p:cxnSp>
          <p:nvCxnSpPr>
            <p:cNvPr id="33" name="图形">
              <a:extLst>
                <a:ext uri="{FF2B5EF4-FFF2-40B4-BE49-F238E27FC236}">
                  <a16:creationId xmlns:a16="http://schemas.microsoft.com/office/drawing/2014/main" id="{B3A06754-9757-C037-FEBF-B7708D987220}"/>
                </a:ext>
              </a:extLst>
            </p:cNvPr>
            <p:cNvCxnSpPr>
              <a:cxnSpLocks/>
            </p:cNvCxnSpPr>
            <p:nvPr/>
          </p:nvCxnSpPr>
          <p:spPr>
            <a:xfrm>
              <a:off x="2056478" y="2367459"/>
              <a:ext cx="559031"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34" name="组合 33">
            <a:extLst>
              <a:ext uri="{FF2B5EF4-FFF2-40B4-BE49-F238E27FC236}">
                <a16:creationId xmlns:a16="http://schemas.microsoft.com/office/drawing/2014/main" id="{BB93E401-07AF-A53F-7C62-13B4ACA314E1}"/>
              </a:ext>
            </a:extLst>
          </p:cNvPr>
          <p:cNvGrpSpPr/>
          <p:nvPr/>
        </p:nvGrpSpPr>
        <p:grpSpPr>
          <a:xfrm>
            <a:off x="434968" y="3493435"/>
            <a:ext cx="6954560" cy="1499591"/>
            <a:chOff x="333368" y="3493435"/>
            <a:chExt cx="6967411" cy="1499591"/>
          </a:xfrm>
        </p:grpSpPr>
        <p:sp>
          <p:nvSpPr>
            <p:cNvPr id="35" name="矩形 1">
              <a:extLst>
                <a:ext uri="{FF2B5EF4-FFF2-40B4-BE49-F238E27FC236}">
                  <a16:creationId xmlns:a16="http://schemas.microsoft.com/office/drawing/2014/main" id="{DF26D779-FE02-C33C-00F1-9E29D7E5B2E9}"/>
                </a:ext>
              </a:extLst>
            </p:cNvPr>
            <p:cNvSpPr/>
            <p:nvPr/>
          </p:nvSpPr>
          <p:spPr>
            <a:xfrm rot="5400000" flipH="1">
              <a:off x="3067278" y="759525"/>
              <a:ext cx="1499591" cy="6967411"/>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36"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a:extLst>
                <a:ext uri="{FF2B5EF4-FFF2-40B4-BE49-F238E27FC236}">
                  <a16:creationId xmlns:a16="http://schemas.microsoft.com/office/drawing/2014/main" id="{D0AB103E-E33B-5E35-69FD-CEB7AC3A740A}"/>
                </a:ext>
              </a:extLst>
            </p:cNvPr>
            <p:cNvSpPr txBox="1"/>
            <p:nvPr/>
          </p:nvSpPr>
          <p:spPr>
            <a:xfrm>
              <a:off x="1985848" y="3548827"/>
              <a:ext cx="5049622" cy="1334917"/>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l">
                <a:lnSpc>
                  <a:spcPct val="125000"/>
                </a:lnSpc>
              </a:pPr>
              <a:r>
                <a:rPr lang="zh-CN" altLang="en-US" sz="1500" b="1" dirty="0">
                  <a:solidFill>
                    <a:schemeClr val="tx1"/>
                  </a:solidFill>
                  <a:latin typeface="微软雅黑" panose="020B0503020204020204" pitchFamily="34" charset="-122"/>
                  <a:ea typeface="微软雅黑" panose="020B0503020204020204" pitchFamily="34" charset="-122"/>
                </a:rPr>
                <a:t>何润元</a:t>
              </a:r>
              <a:r>
                <a:rPr lang="en-US" altLang="zh-CN" sz="1500" b="1" dirty="0">
                  <a:solidFill>
                    <a:schemeClr val="tx1"/>
                  </a:solidFill>
                  <a:latin typeface="微软雅黑" panose="020B0503020204020204" pitchFamily="34" charset="-122"/>
                  <a:ea typeface="微软雅黑" panose="020B0503020204020204" pitchFamily="34" charset="-122"/>
                </a:rPr>
                <a:t> </a:t>
              </a:r>
              <a:r>
                <a:rPr lang="zh-CN" altLang="en-US" sz="1500" dirty="0">
                  <a:solidFill>
                    <a:schemeClr val="tx1"/>
                  </a:solidFill>
                  <a:latin typeface="华文宋体" panose="02010600040101010101" pitchFamily="2" charset="-122"/>
                  <a:ea typeface="华文宋体" panose="02010600040101010101" pitchFamily="2" charset="-122"/>
                </a:rPr>
                <a:t>数据科学学院，</a:t>
              </a:r>
              <a:r>
                <a:rPr lang="en-US" altLang="zh-CN" sz="1500" dirty="0">
                  <a:solidFill>
                    <a:schemeClr val="tx1"/>
                  </a:solidFill>
                  <a:latin typeface="华文宋体" panose="02010600040101010101" pitchFamily="2" charset="-122"/>
                  <a:ea typeface="华文宋体" panose="02010600040101010101" pitchFamily="2" charset="-122"/>
                </a:rPr>
                <a:t>2023</a:t>
              </a:r>
              <a:r>
                <a:rPr lang="zh-CN" altLang="en-US" sz="1500" dirty="0">
                  <a:solidFill>
                    <a:schemeClr val="tx1"/>
                  </a:solidFill>
                  <a:latin typeface="华文宋体" panose="02010600040101010101" pitchFamily="2" charset="-122"/>
                  <a:ea typeface="华文宋体" panose="02010600040101010101" pitchFamily="2" charset="-122"/>
                </a:rPr>
                <a:t>级学生</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曾获</a:t>
              </a:r>
              <a:r>
                <a:rPr lang="en-US" altLang="zh-CN" sz="1500" dirty="0">
                  <a:solidFill>
                    <a:schemeClr val="tx1"/>
                  </a:solidFill>
                  <a:latin typeface="华文宋体" panose="02010600040101010101" pitchFamily="2" charset="-122"/>
                  <a:ea typeface="华文宋体" panose="02010600040101010101" pitchFamily="2" charset="-122"/>
                </a:rPr>
                <a:t>2023</a:t>
              </a:r>
              <a:r>
                <a:rPr lang="zh-CN" altLang="en-US" sz="1500" dirty="0">
                  <a:solidFill>
                    <a:schemeClr val="tx1"/>
                  </a:solidFill>
                  <a:latin typeface="华文宋体" panose="02010600040101010101" pitchFamily="2" charset="-122"/>
                  <a:ea typeface="华文宋体" panose="02010600040101010101" pitchFamily="2" charset="-122"/>
                </a:rPr>
                <a:t>年</a:t>
              </a:r>
              <a:r>
                <a:rPr lang="en-US" altLang="zh-CN" sz="1500" dirty="0">
                  <a:solidFill>
                    <a:schemeClr val="tx1"/>
                  </a:solidFill>
                  <a:latin typeface="华文宋体" panose="02010600040101010101" pitchFamily="2" charset="-122"/>
                  <a:ea typeface="华文宋体" panose="02010600040101010101" pitchFamily="2" charset="-122"/>
                </a:rPr>
                <a:t>ICPC</a:t>
              </a:r>
              <a:r>
                <a:rPr lang="zh-CN" altLang="en-US" sz="1500" dirty="0">
                  <a:solidFill>
                    <a:schemeClr val="tx1"/>
                  </a:solidFill>
                  <a:latin typeface="华文宋体" panose="02010600040101010101" pitchFamily="2" charset="-122"/>
                  <a:ea typeface="华文宋体" panose="02010600040101010101" pitchFamily="2" charset="-122"/>
                </a:rPr>
                <a:t>澳门站季军，获得</a:t>
              </a:r>
              <a:r>
                <a:rPr lang="en-US" altLang="zh-CN" sz="1500" dirty="0">
                  <a:solidFill>
                    <a:schemeClr val="tx1"/>
                  </a:solidFill>
                  <a:latin typeface="华文宋体" panose="02010600040101010101" pitchFamily="2" charset="-122"/>
                  <a:ea typeface="华文宋体" panose="02010600040101010101" pitchFamily="2" charset="-122"/>
                </a:rPr>
                <a:t>2024</a:t>
              </a:r>
              <a:r>
                <a:rPr lang="zh-CN" altLang="en-US" sz="1500" dirty="0">
                  <a:solidFill>
                    <a:schemeClr val="tx1"/>
                  </a:solidFill>
                  <a:latin typeface="华文宋体" panose="02010600040101010101" pitchFamily="2" charset="-122"/>
                  <a:ea typeface="华文宋体" panose="02010600040101010101" pitchFamily="2" charset="-122"/>
                </a:rPr>
                <a:t>年</a:t>
              </a:r>
              <a:r>
                <a:rPr lang="en-US" altLang="zh-CN" sz="1500" dirty="0">
                  <a:solidFill>
                    <a:schemeClr val="tx1"/>
                  </a:solidFill>
                  <a:latin typeface="华文宋体" panose="02010600040101010101" pitchFamily="2" charset="-122"/>
                  <a:ea typeface="华文宋体" panose="02010600040101010101" pitchFamily="2" charset="-122"/>
                </a:rPr>
                <a:t>ICPC</a:t>
              </a:r>
              <a:r>
                <a:rPr lang="zh-CN" altLang="en-US" sz="1500" dirty="0">
                  <a:solidFill>
                    <a:schemeClr val="tx1"/>
                  </a:solidFill>
                  <a:latin typeface="华文宋体" panose="02010600040101010101" pitchFamily="2" charset="-122"/>
                  <a:ea typeface="华文宋体" panose="02010600040101010101" pitchFamily="2" charset="-122"/>
                </a:rPr>
                <a:t>全球总决赛参赛资格</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任期：</a:t>
              </a:r>
              <a:r>
                <a:rPr lang="en-US" altLang="zh-CN" sz="1500" dirty="0">
                  <a:solidFill>
                    <a:schemeClr val="tx1"/>
                  </a:solidFill>
                  <a:latin typeface="华文宋体" panose="02010600040101010101" pitchFamily="2" charset="-122"/>
                  <a:ea typeface="华文宋体" panose="02010600040101010101" pitchFamily="2" charset="-122"/>
                </a:rPr>
                <a:t>2025.01</a:t>
              </a:r>
              <a:r>
                <a:rPr lang="zh-CN" altLang="en-US" sz="1500" dirty="0">
                  <a:solidFill>
                    <a:schemeClr val="tx1"/>
                  </a:solidFill>
                  <a:latin typeface="华文宋体" panose="02010600040101010101" pitchFamily="2" charset="-122"/>
                  <a:ea typeface="华文宋体" panose="02010600040101010101" pitchFamily="2" charset="-122"/>
                </a:rPr>
                <a:t>至今</a:t>
              </a:r>
              <a:endParaRPr sz="1500" dirty="0">
                <a:solidFill>
                  <a:schemeClr val="tx1"/>
                </a:solidFill>
                <a:latin typeface="华文宋体" panose="02010600040101010101" pitchFamily="2" charset="-122"/>
                <a:ea typeface="华文宋体" panose="02010600040101010101" pitchFamily="2" charset="-122"/>
              </a:endParaRPr>
            </a:p>
          </p:txBody>
        </p:sp>
        <p:pic>
          <p:nvPicPr>
            <p:cNvPr id="37" name="图片 21">
              <a:extLst>
                <a:ext uri="{FF2B5EF4-FFF2-40B4-BE49-F238E27FC236}">
                  <a16:creationId xmlns:a16="http://schemas.microsoft.com/office/drawing/2014/main" id="{195E59A7-E2B7-AE84-221D-91C4B3102F54}"/>
                </a:ext>
              </a:extLst>
            </p:cNvPr>
            <p:cNvPicPr>
              <a:picLocks noChangeAspect="1"/>
            </p:cNvPicPr>
            <p:nvPr/>
          </p:nvPicPr>
          <p:blipFill>
            <a:blip r:embed="rId10" cstate="print"/>
            <a:stretch>
              <a:fillRect/>
            </a:stretch>
          </p:blipFill>
          <p:spPr>
            <a:xfrm>
              <a:off x="761619" y="3496984"/>
              <a:ext cx="982270" cy="1428918"/>
            </a:xfrm>
            <a:prstGeom prst="rect">
              <a:avLst/>
            </a:prstGeom>
          </p:spPr>
        </p:pic>
        <p:cxnSp>
          <p:nvCxnSpPr>
            <p:cNvPr id="38" name="图形">
              <a:extLst>
                <a:ext uri="{FF2B5EF4-FFF2-40B4-BE49-F238E27FC236}">
                  <a16:creationId xmlns:a16="http://schemas.microsoft.com/office/drawing/2014/main" id="{01650428-945D-E47C-98DF-33FF7FBCC18D}"/>
                </a:ext>
              </a:extLst>
            </p:cNvPr>
            <p:cNvCxnSpPr>
              <a:cxnSpLocks/>
            </p:cNvCxnSpPr>
            <p:nvPr/>
          </p:nvCxnSpPr>
          <p:spPr>
            <a:xfrm>
              <a:off x="2043554" y="3894871"/>
              <a:ext cx="559031"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sp>
        <p:nvSpPr>
          <p:cNvPr id="39" name="文本框 20">
            <a:extLst>
              <a:ext uri="{FF2B5EF4-FFF2-40B4-BE49-F238E27FC236}">
                <a16:creationId xmlns:a16="http://schemas.microsoft.com/office/drawing/2014/main" id="{644684DA-A881-CBA2-DA4B-14AE4FAFF56E}"/>
              </a:ext>
            </a:extLst>
          </p:cNvPr>
          <p:cNvSpPr txBox="1"/>
          <p:nvPr/>
        </p:nvSpPr>
        <p:spPr>
          <a:xfrm>
            <a:off x="-1664745" y="9558000"/>
            <a:ext cx="4633521" cy="323165"/>
          </a:xfrm>
          <a:prstGeom prst="rect">
            <a:avLst/>
          </a:prstGeom>
          <a:noFill/>
        </p:spPr>
        <p:txBody>
          <a:bodyPr wrap="square">
            <a:spAutoFit/>
          </a:bodyPr>
          <a:lstStyle/>
          <a:p>
            <a:r>
              <a:rPr lang="en-US" altLang="zh-CN" sz="1500" dirty="0">
                <a:solidFill>
                  <a:schemeClr val="tx1">
                    <a:lumMod val="85000"/>
                    <a:lumOff val="15000"/>
                  </a:schemeClr>
                </a:solidFill>
                <a:latin typeface="华文宋体" panose="02010600040101010101" pitchFamily="2" charset="-122"/>
                <a:ea typeface="华文宋体" panose="02010600040101010101" pitchFamily="2" charset="-122"/>
                <a:cs typeface="+mn-ea"/>
              </a:rPr>
              <a:t>5</a:t>
            </a:r>
            <a:endParaRPr lang="zh-CN" altLang="en-US" sz="1500" dirty="0">
              <a:solidFill>
                <a:schemeClr val="tx1">
                  <a:lumMod val="85000"/>
                  <a:lumOff val="15000"/>
                </a:schemeClr>
              </a:solidFill>
              <a:latin typeface="华文宋体" panose="02010600040101010101" pitchFamily="2" charset="-122"/>
              <a:ea typeface="华文宋体" panose="02010600040101010101" pitchFamily="2" charset="-122"/>
              <a:cs typeface="+mn-ea"/>
            </a:endParaRPr>
          </a:p>
        </p:txBody>
      </p:sp>
    </p:spTree>
    <p:extLst>
      <p:ext uri="{BB962C8B-B14F-4D97-AF65-F5344CB8AC3E}">
        <p14:creationId xmlns:p14="http://schemas.microsoft.com/office/powerpoint/2010/main" val="2250670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139F7-4993-D1A6-26B1-733F6F1AA6FE}"/>
            </a:ext>
          </a:extLst>
        </p:cNvPr>
        <p:cNvGrpSpPr/>
        <p:nvPr/>
      </p:nvGrpSpPr>
      <p:grpSpPr>
        <a:xfrm>
          <a:off x="0" y="0"/>
          <a:ext cx="0" cy="0"/>
          <a:chOff x="0" y="0"/>
          <a:chExt cx="0" cy="0"/>
        </a:xfrm>
      </p:grpSpPr>
      <p:grpSp>
        <p:nvGrpSpPr>
          <p:cNvPr id="61" name="组合 5">
            <a:extLst>
              <a:ext uri="{FF2B5EF4-FFF2-40B4-BE49-F238E27FC236}">
                <a16:creationId xmlns:a16="http://schemas.microsoft.com/office/drawing/2014/main" id="{92D4C8D5-8FD9-1ECF-143B-DD08C185D7E0}"/>
              </a:ext>
            </a:extLst>
          </p:cNvPr>
          <p:cNvGrpSpPr/>
          <p:nvPr/>
        </p:nvGrpSpPr>
        <p:grpSpPr>
          <a:xfrm>
            <a:off x="9752" y="255633"/>
            <a:ext cx="7549923" cy="9999797"/>
            <a:chOff x="9752" y="255633"/>
            <a:chExt cx="7549923" cy="9999797"/>
          </a:xfrm>
        </p:grpSpPr>
        <p:pic>
          <p:nvPicPr>
            <p:cNvPr id="62" name="图片 6">
              <a:extLst>
                <a:ext uri="{FF2B5EF4-FFF2-40B4-BE49-F238E27FC236}">
                  <a16:creationId xmlns:a16="http://schemas.microsoft.com/office/drawing/2014/main" id="{A470035C-B795-9162-BEAC-3119E339FA9E}"/>
                </a:ext>
              </a:extLst>
            </p:cNvPr>
            <p:cNvPicPr>
              <a:picLocks noChangeAspect="1"/>
            </p:cNvPicPr>
            <p:nvPr/>
          </p:nvPicPr>
          <p:blipFill>
            <a:blip r:embed="rId3"/>
            <a:srcRect r="1505"/>
            <a:stretch/>
          </p:blipFill>
          <p:spPr>
            <a:xfrm>
              <a:off x="9752" y="255633"/>
              <a:ext cx="7549923" cy="9999797"/>
            </a:xfrm>
            <a:prstGeom prst="rect">
              <a:avLst/>
            </a:prstGeom>
          </p:spPr>
        </p:pic>
        <p:pic>
          <p:nvPicPr>
            <p:cNvPr id="63" name="图片 7">
              <a:extLst>
                <a:ext uri="{FF2B5EF4-FFF2-40B4-BE49-F238E27FC236}">
                  <a16:creationId xmlns:a16="http://schemas.microsoft.com/office/drawing/2014/main" id="{4B901FE0-7877-4D7D-18AD-F390F9EB3A90}"/>
                </a:ext>
              </a:extLst>
            </p:cNvPr>
            <p:cNvPicPr>
              <a:picLocks noChangeAspect="1"/>
            </p:cNvPicPr>
            <p:nvPr/>
          </p:nvPicPr>
          <p:blipFill>
            <a:blip r:embed="rId4"/>
            <a:stretch>
              <a:fillRect/>
            </a:stretch>
          </p:blipFill>
          <p:spPr>
            <a:xfrm>
              <a:off x="2733503" y="958361"/>
              <a:ext cx="4803852" cy="183897"/>
            </a:xfrm>
            <a:prstGeom prst="rect">
              <a:avLst/>
            </a:prstGeom>
          </p:spPr>
        </p:pic>
        <p:pic>
          <p:nvPicPr>
            <p:cNvPr id="64" name="图片 8">
              <a:extLst>
                <a:ext uri="{FF2B5EF4-FFF2-40B4-BE49-F238E27FC236}">
                  <a16:creationId xmlns:a16="http://schemas.microsoft.com/office/drawing/2014/main" id="{F682D657-4699-517B-F1B9-496BA7453A0E}"/>
                </a:ext>
              </a:extLst>
            </p:cNvPr>
            <p:cNvPicPr>
              <a:picLocks noChangeAspect="1"/>
            </p:cNvPicPr>
            <p:nvPr/>
          </p:nvPicPr>
          <p:blipFill>
            <a:blip r:embed="rId5"/>
            <a:stretch>
              <a:fillRect/>
            </a:stretch>
          </p:blipFill>
          <p:spPr>
            <a:xfrm>
              <a:off x="2955317" y="489607"/>
              <a:ext cx="4480144" cy="476842"/>
            </a:xfrm>
            <a:prstGeom prst="rect">
              <a:avLst/>
            </a:prstGeom>
          </p:spPr>
        </p:pic>
      </p:grpSp>
      <p:sp>
        <p:nvSpPr>
          <p:cNvPr id="66" name="Title Placeholder 1">
            <a:extLst>
              <a:ext uri="{FF2B5EF4-FFF2-40B4-BE49-F238E27FC236}">
                <a16:creationId xmlns:a16="http://schemas.microsoft.com/office/drawing/2014/main" id="{A928BB6A-A272-8A57-875B-7A96B84FE3FA}"/>
              </a:ext>
            </a:extLst>
          </p:cNvPr>
          <p:cNvSpPr txBox="1"/>
          <p:nvPr/>
        </p:nvSpPr>
        <p:spPr>
          <a:xfrm>
            <a:off x="594000" y="955534"/>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en-US" sz="3200" dirty="0" err="1"/>
              <a:t>全栈式培养</a:t>
            </a:r>
            <a:endParaRPr lang="en-CN" sz="3200"/>
          </a:p>
        </p:txBody>
      </p:sp>
      <p:cxnSp>
        <p:nvCxnSpPr>
          <p:cNvPr id="73" name="图形">
            <a:extLst>
              <a:ext uri="{FF2B5EF4-FFF2-40B4-BE49-F238E27FC236}">
                <a16:creationId xmlns:a16="http://schemas.microsoft.com/office/drawing/2014/main" id="{3092908C-76E0-7B7D-DF22-4941CC7E00BB}"/>
              </a:ext>
            </a:extLst>
          </p:cNvPr>
          <p:cNvCxnSpPr>
            <a:cxnSpLocks/>
          </p:cNvCxnSpPr>
          <p:nvPr/>
        </p:nvCxnSpPr>
        <p:spPr>
          <a:xfrm>
            <a:off x="468000" y="1180386"/>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pic>
        <p:nvPicPr>
          <p:cNvPr id="2" name="图片 29">
            <a:extLst>
              <a:ext uri="{FF2B5EF4-FFF2-40B4-BE49-F238E27FC236}">
                <a16:creationId xmlns:a16="http://schemas.microsoft.com/office/drawing/2014/main" id="{F0421B36-060E-64F3-7BF0-ECE18F33D7F0}"/>
              </a:ext>
            </a:extLst>
          </p:cNvPr>
          <p:cNvPicPr>
            <a:picLocks noChangeAspect="1"/>
          </p:cNvPicPr>
          <p:nvPr/>
        </p:nvPicPr>
        <p:blipFill>
          <a:blip r:embed="rId6" cstate="print"/>
          <a:stretch>
            <a:fillRect/>
          </a:stretch>
        </p:blipFill>
        <p:spPr>
          <a:xfrm>
            <a:off x="1336928" y="196268"/>
            <a:ext cx="6637825" cy="925594"/>
          </a:xfrm>
          <a:prstGeom prst="rect">
            <a:avLst/>
          </a:prstGeom>
        </p:spPr>
      </p:pic>
      <p:sp>
        <p:nvSpPr>
          <p:cNvPr id="30" name="矩形 70">
            <a:extLst>
              <a:ext uri="{FF2B5EF4-FFF2-40B4-BE49-F238E27FC236}">
                <a16:creationId xmlns:a16="http://schemas.microsoft.com/office/drawing/2014/main" id="{011C1827-8F9C-B357-7555-4286FFC7D131}"/>
              </a:ext>
            </a:extLst>
          </p:cNvPr>
          <p:cNvSpPr/>
          <p:nvPr/>
        </p:nvSpPr>
        <p:spPr>
          <a:xfrm rot="10800000">
            <a:off x="-1" y="2197930"/>
            <a:ext cx="7540170" cy="1007726"/>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311" dirty="0"/>
          </a:p>
          <a:p>
            <a:pPr algn="ctr"/>
            <a:endParaRPr lang="en-US" altLang="zh-CN" sz="311" dirty="0"/>
          </a:p>
          <a:p>
            <a:pPr algn="ctr"/>
            <a:endParaRPr lang="en-US" altLang="zh-CN" sz="311" dirty="0"/>
          </a:p>
          <a:p>
            <a:pPr algn="ctr"/>
            <a:endParaRPr lang="en-US" altLang="zh-CN" sz="311" dirty="0"/>
          </a:p>
          <a:p>
            <a:pPr algn="ctr"/>
            <a:endParaRPr lang="en-US" altLang="zh-CN" sz="311" dirty="0"/>
          </a:p>
          <a:p>
            <a:pPr algn="ctr"/>
            <a:endParaRPr lang="en-US" altLang="zh-CN" sz="311" dirty="0"/>
          </a:p>
          <a:p>
            <a:pPr algn="ctr"/>
            <a:endParaRPr lang="en-US" altLang="zh-CN" sz="311" dirty="0"/>
          </a:p>
          <a:p>
            <a:pPr algn="ctr"/>
            <a:endParaRPr lang="en-US" altLang="zh-CN" sz="311" dirty="0"/>
          </a:p>
          <a:p>
            <a:pPr algn="ctr"/>
            <a:endParaRPr lang="en-US" altLang="zh-CN" sz="311" dirty="0"/>
          </a:p>
          <a:p>
            <a:pPr algn="ctr"/>
            <a:endParaRPr lang="zh-CN" altLang="en-US" sz="311" dirty="0"/>
          </a:p>
        </p:txBody>
      </p:sp>
      <p:sp>
        <p:nvSpPr>
          <p:cNvPr id="31" name="文本框 26">
            <a:extLst>
              <a:ext uri="{FF2B5EF4-FFF2-40B4-BE49-F238E27FC236}">
                <a16:creationId xmlns:a16="http://schemas.microsoft.com/office/drawing/2014/main" id="{92CBEF49-9925-6541-568E-0DFEEE61F1C6}"/>
              </a:ext>
            </a:extLst>
          </p:cNvPr>
          <p:cNvSpPr txBox="1"/>
          <p:nvPr/>
        </p:nvSpPr>
        <p:spPr>
          <a:xfrm>
            <a:off x="871093" y="2197930"/>
            <a:ext cx="5827236" cy="925703"/>
          </a:xfrm>
          <a:prstGeom prst="rect">
            <a:avLst/>
          </a:prstGeom>
          <a:noFill/>
        </p:spPr>
        <p:txBody>
          <a:bodyPr wrap="none" rtlCol="0">
            <a:spAutoFit/>
          </a:bodyPr>
          <a:lstStyle/>
          <a:p>
            <a:pPr defTabSz="494172">
              <a:lnSpc>
                <a:spcPct val="125000"/>
              </a:lnSpc>
              <a:spcBef>
                <a:spcPts val="220"/>
              </a:spcBef>
              <a:defRPr sz="1715" b="1"/>
            </a:pPr>
            <a:r>
              <a:rPr lang="zh-CN" altLang="en-US" sz="2200" dirty="0">
                <a:solidFill>
                  <a:srgbClr val="F29624"/>
                </a:solidFill>
                <a:latin typeface="微软雅黑" panose="020B0503020204020204" pitchFamily="34" charset="-122"/>
                <a:ea typeface="微软雅黑" panose="020B0503020204020204" pitchFamily="34" charset="-122"/>
              </a:rPr>
              <a:t>竞赛队秉持全栈式培养理念</a:t>
            </a:r>
            <a:endParaRPr lang="en-US" altLang="zh-CN" sz="2200" dirty="0">
              <a:solidFill>
                <a:srgbClr val="F29624"/>
              </a:solidFill>
              <a:latin typeface="微软雅黑" panose="020B0503020204020204" pitchFamily="34" charset="-122"/>
              <a:ea typeface="微软雅黑" panose="020B0503020204020204" pitchFamily="34" charset="-122"/>
            </a:endParaRPr>
          </a:p>
          <a:p>
            <a:pPr defTabSz="494172">
              <a:lnSpc>
                <a:spcPct val="125000"/>
              </a:lnSpc>
              <a:spcBef>
                <a:spcPts val="220"/>
              </a:spcBef>
              <a:defRPr sz="1715" b="1"/>
            </a:pPr>
            <a:r>
              <a:rPr lang="zh-CN" altLang="en-US" sz="2200" dirty="0">
                <a:solidFill>
                  <a:srgbClr val="F29624"/>
                </a:solidFill>
                <a:latin typeface="微软雅黑" panose="020B0503020204020204" pitchFamily="34" charset="-122"/>
                <a:ea typeface="微软雅黑" panose="020B0503020204020204" pitchFamily="34" charset="-122"/>
              </a:rPr>
              <a:t>为全体队员在校四年期间提供全面成长的机会</a:t>
            </a:r>
            <a:endParaRPr lang="en-US" altLang="zh-CN" sz="2200" dirty="0">
              <a:solidFill>
                <a:srgbClr val="F29624"/>
              </a:solidFill>
              <a:latin typeface="微软雅黑" panose="020B0503020204020204" pitchFamily="34" charset="-122"/>
              <a:ea typeface="微软雅黑" panose="020B0503020204020204" pitchFamily="34" charset="-122"/>
            </a:endParaRPr>
          </a:p>
        </p:txBody>
      </p:sp>
      <p:sp>
        <p:nvSpPr>
          <p:cNvPr id="32" name="2020年9月团队成立">
            <a:extLst>
              <a:ext uri="{FF2B5EF4-FFF2-40B4-BE49-F238E27FC236}">
                <a16:creationId xmlns:a16="http://schemas.microsoft.com/office/drawing/2014/main" id="{D20B1B59-F81B-BB58-AAFA-A2EB9EB90381}"/>
              </a:ext>
            </a:extLst>
          </p:cNvPr>
          <p:cNvSpPr txBox="1"/>
          <p:nvPr/>
        </p:nvSpPr>
        <p:spPr>
          <a:xfrm>
            <a:off x="-107559" y="8818827"/>
            <a:ext cx="2062786" cy="618118"/>
          </a:xfrm>
          <a:prstGeom prst="rect">
            <a:avLst/>
          </a:prstGeom>
          <a:ln w="12700">
            <a:miter lim="400000"/>
          </a:ln>
        </p:spPr>
        <p:txBody>
          <a:bodyPr wrap="square" lIns="50397" rIns="50397">
            <a:spAutoFit/>
          </a:bodyPr>
          <a:lstStyle>
            <a:lvl1pPr>
              <a:spcBef>
                <a:spcPts val="500"/>
              </a:spcBef>
              <a:defRPr sz="1800" b="1">
                <a:solidFill>
                  <a:srgbClr val="002673"/>
                </a:solidFill>
                <a:latin typeface="Times New Roman" panose="02020603050405020304"/>
                <a:ea typeface="Times New Roman" panose="02020603050405020304"/>
                <a:cs typeface="Times New Roman" panose="02020603050405020304"/>
                <a:sym typeface="Times New Roman" panose="02020603050405020304"/>
              </a:defRPr>
            </a:lvl1pPr>
          </a:lstStyle>
          <a:p>
            <a:r>
              <a:rPr lang="zh-CN" altLang="en-US" sz="1500" dirty="0">
                <a:solidFill>
                  <a:schemeClr val="tx1"/>
                </a:solidFill>
                <a:latin typeface="微软雅黑" panose="020B0503020204020204" pitchFamily="34" charset="-122"/>
                <a:ea typeface="微软雅黑" panose="020B0503020204020204" pitchFamily="34" charset="-122"/>
              </a:rPr>
              <a:t>新生入学</a:t>
            </a:r>
            <a:endParaRPr lang="en-US" altLang="zh-CN" sz="1500" dirty="0">
              <a:solidFill>
                <a:schemeClr val="tx1"/>
              </a:solidFill>
              <a:latin typeface="微软雅黑" panose="020B0503020204020204" pitchFamily="34" charset="-122"/>
              <a:ea typeface="微软雅黑" panose="020B0503020204020204" pitchFamily="34" charset="-122"/>
            </a:endParaRPr>
          </a:p>
          <a:p>
            <a:r>
              <a:rPr lang="zh-CN" altLang="en-US" sz="1500" b="0" dirty="0">
                <a:solidFill>
                  <a:schemeClr val="tx1"/>
                </a:solidFill>
                <a:latin typeface="SimSun" panose="02010600030101010101" pitchFamily="2" charset="-122"/>
                <a:ea typeface="SimSun" panose="02010600030101010101" pitchFamily="2" charset="-122"/>
              </a:rPr>
              <a:t>暑期集训</a:t>
            </a:r>
            <a:endParaRPr sz="1500" b="0" dirty="0">
              <a:latin typeface="SimSun" panose="02010600030101010101" pitchFamily="2" charset="-122"/>
              <a:ea typeface="SimSun" panose="02010600030101010101" pitchFamily="2" charset="-122"/>
            </a:endParaRPr>
          </a:p>
        </p:txBody>
      </p:sp>
      <p:sp>
        <p:nvSpPr>
          <p:cNvPr id="33" name="2020年11月 第一次参加程序设计竞赛">
            <a:extLst>
              <a:ext uri="{FF2B5EF4-FFF2-40B4-BE49-F238E27FC236}">
                <a16:creationId xmlns:a16="http://schemas.microsoft.com/office/drawing/2014/main" id="{D5D6B091-567D-47D0-D93A-EA450A5A3716}"/>
              </a:ext>
            </a:extLst>
          </p:cNvPr>
          <p:cNvSpPr txBox="1"/>
          <p:nvPr/>
        </p:nvSpPr>
        <p:spPr>
          <a:xfrm>
            <a:off x="1577044" y="8529654"/>
            <a:ext cx="2801013" cy="913070"/>
          </a:xfrm>
          <a:prstGeom prst="rect">
            <a:avLst/>
          </a:prstGeom>
          <a:ln w="12700">
            <a:miter lim="400000"/>
          </a:ln>
        </p:spPr>
        <p:txBody>
          <a:bodyPr wrap="square" lIns="50397" rIns="50397">
            <a:spAutoFit/>
          </a:bodyPr>
          <a:lstStyle>
            <a:lvl1pPr>
              <a:spcBef>
                <a:spcPts val="500"/>
              </a:spcBef>
              <a:defRPr sz="1800" b="1">
                <a:solidFill>
                  <a:srgbClr val="002673"/>
                </a:solidFill>
                <a:latin typeface="Times New Roman" panose="02020603050405020304"/>
                <a:ea typeface="Times New Roman" panose="02020603050405020304"/>
                <a:cs typeface="Times New Roman" panose="02020603050405020304"/>
                <a:sym typeface="Times New Roman" panose="02020603050405020304"/>
              </a:defRPr>
            </a:lvl1pPr>
          </a:lstStyle>
          <a:p>
            <a:r>
              <a:rPr lang="zh-CN" altLang="en-US" sz="1500" dirty="0">
                <a:solidFill>
                  <a:schemeClr val="tx1"/>
                </a:solidFill>
                <a:latin typeface="微软雅黑" panose="020B0503020204020204" pitchFamily="34" charset="-122"/>
                <a:ea typeface="微软雅黑" panose="020B0503020204020204" pitchFamily="34" charset="-122"/>
              </a:rPr>
              <a:t>大一期间</a:t>
            </a:r>
            <a:endParaRPr lang="en-US" altLang="zh-CN" sz="1500" dirty="0">
              <a:solidFill>
                <a:schemeClr val="tx1"/>
              </a:solidFill>
              <a:latin typeface="微软雅黑" panose="020B0503020204020204" pitchFamily="34" charset="-122"/>
              <a:ea typeface="微软雅黑" panose="020B0503020204020204" pitchFamily="34" charset="-122"/>
            </a:endParaRPr>
          </a:p>
          <a:p>
            <a:r>
              <a:rPr lang="zh-CN" altLang="en-US" sz="1500" b="0" dirty="0">
                <a:solidFill>
                  <a:schemeClr val="tx1"/>
                </a:solidFill>
                <a:latin typeface="华文宋体" panose="02010600040101010101" pitchFamily="2" charset="-122"/>
                <a:ea typeface="华文宋体" panose="02010600040101010101" pitchFamily="2" charset="-122"/>
                <a:sym typeface="Helvetica Neue"/>
              </a:rPr>
              <a:t>组织队员集训</a:t>
            </a:r>
            <a:endParaRPr lang="en-US" altLang="zh-CN" sz="1500" b="0" dirty="0">
              <a:solidFill>
                <a:schemeClr val="tx1"/>
              </a:solidFill>
              <a:latin typeface="华文宋体" panose="02010600040101010101" pitchFamily="2" charset="-122"/>
              <a:ea typeface="华文宋体" panose="02010600040101010101" pitchFamily="2" charset="-122"/>
              <a:sym typeface="Helvetica Neue"/>
            </a:endParaRPr>
          </a:p>
          <a:p>
            <a:r>
              <a:rPr lang="zh-CN" altLang="en-US" sz="1500" b="0" dirty="0">
                <a:solidFill>
                  <a:schemeClr val="tx1"/>
                </a:solidFill>
                <a:latin typeface="华文宋体" panose="02010600040101010101" pitchFamily="2" charset="-122"/>
                <a:ea typeface="华文宋体" panose="02010600040101010101" pitchFamily="2" charset="-122"/>
                <a:sym typeface="Helvetica Neue"/>
              </a:rPr>
              <a:t>参加编程大赛</a:t>
            </a:r>
            <a:endParaRPr sz="1500" b="0" dirty="0">
              <a:solidFill>
                <a:schemeClr val="tx1"/>
              </a:solidFill>
              <a:latin typeface="华文宋体" panose="02010600040101010101" pitchFamily="2" charset="-122"/>
              <a:ea typeface="华文宋体" panose="02010600040101010101" pitchFamily="2" charset="-122"/>
              <a:sym typeface="Helvetica Neue"/>
            </a:endParaRPr>
          </a:p>
        </p:txBody>
      </p:sp>
      <p:grpSp>
        <p:nvGrpSpPr>
          <p:cNvPr id="34" name="组合 11">
            <a:extLst>
              <a:ext uri="{FF2B5EF4-FFF2-40B4-BE49-F238E27FC236}">
                <a16:creationId xmlns:a16="http://schemas.microsoft.com/office/drawing/2014/main" id="{EF475CA3-9061-4DF1-2158-90584FA05895}"/>
              </a:ext>
            </a:extLst>
          </p:cNvPr>
          <p:cNvGrpSpPr/>
          <p:nvPr/>
        </p:nvGrpSpPr>
        <p:grpSpPr>
          <a:xfrm>
            <a:off x="854554" y="8367226"/>
            <a:ext cx="1648911" cy="415617"/>
            <a:chOff x="1571263" y="5376608"/>
            <a:chExt cx="2264935" cy="522466"/>
          </a:xfrm>
          <a:gradFill flip="none" rotWithShape="1">
            <a:gsLst>
              <a:gs pos="0">
                <a:srgbClr val="441D85"/>
              </a:gs>
              <a:gs pos="68000">
                <a:srgbClr val="D8D2F6">
                  <a:lumMod val="100000"/>
                </a:srgbClr>
              </a:gs>
            </a:gsLst>
            <a:lin ang="0" scaled="1"/>
            <a:tileRect/>
          </a:gradFill>
        </p:grpSpPr>
        <p:sp>
          <p:nvSpPr>
            <p:cNvPr id="35" name="圆角矩形">
              <a:extLst>
                <a:ext uri="{FF2B5EF4-FFF2-40B4-BE49-F238E27FC236}">
                  <a16:creationId xmlns:a16="http://schemas.microsoft.com/office/drawing/2014/main" id="{9C54170A-5FDD-0881-7A37-344D8ADC551F}"/>
                </a:ext>
              </a:extLst>
            </p:cNvPr>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36" name="圆形">
              <a:extLst>
                <a:ext uri="{FF2B5EF4-FFF2-40B4-BE49-F238E27FC236}">
                  <a16:creationId xmlns:a16="http://schemas.microsoft.com/office/drawing/2014/main" id="{7EAACCFA-3829-37C7-FF3B-E2CCFF971BE3}"/>
                </a:ext>
              </a:extLst>
            </p:cNvPr>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37" name="组合 14">
            <a:extLst>
              <a:ext uri="{FF2B5EF4-FFF2-40B4-BE49-F238E27FC236}">
                <a16:creationId xmlns:a16="http://schemas.microsoft.com/office/drawing/2014/main" id="{66A7759B-2462-A07F-0BB0-842D94460C46}"/>
              </a:ext>
            </a:extLst>
          </p:cNvPr>
          <p:cNvGrpSpPr/>
          <p:nvPr/>
        </p:nvGrpSpPr>
        <p:grpSpPr>
          <a:xfrm>
            <a:off x="2068438" y="7180831"/>
            <a:ext cx="448741" cy="1596063"/>
            <a:chOff x="3374387" y="3821452"/>
            <a:chExt cx="461811" cy="2070141"/>
          </a:xfrm>
          <a:gradFill>
            <a:gsLst>
              <a:gs pos="66000">
                <a:srgbClr val="D8D2F6"/>
              </a:gs>
              <a:gs pos="0">
                <a:srgbClr val="F29624"/>
              </a:gs>
            </a:gsLst>
            <a:lin ang="16200000" scaled="1"/>
          </a:gradFill>
        </p:grpSpPr>
        <p:sp>
          <p:nvSpPr>
            <p:cNvPr id="38" name="圆角矩形">
              <a:extLst>
                <a:ext uri="{FF2B5EF4-FFF2-40B4-BE49-F238E27FC236}">
                  <a16:creationId xmlns:a16="http://schemas.microsoft.com/office/drawing/2014/main" id="{160D4EE2-77CA-6256-752F-1A79E1C4B8E3}"/>
                </a:ext>
              </a:extLst>
            </p:cNvPr>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39" name="圆形">
              <a:extLst>
                <a:ext uri="{FF2B5EF4-FFF2-40B4-BE49-F238E27FC236}">
                  <a16:creationId xmlns:a16="http://schemas.microsoft.com/office/drawing/2014/main" id="{1D31261E-974E-7A58-9B81-441A7E621EB7}"/>
                </a:ext>
              </a:extLst>
            </p:cNvPr>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40" name="组合 1">
            <a:extLst>
              <a:ext uri="{FF2B5EF4-FFF2-40B4-BE49-F238E27FC236}">
                <a16:creationId xmlns:a16="http://schemas.microsoft.com/office/drawing/2014/main" id="{DDE34DAE-5637-085F-B65A-87BA6D6C3828}"/>
              </a:ext>
            </a:extLst>
          </p:cNvPr>
          <p:cNvGrpSpPr/>
          <p:nvPr/>
        </p:nvGrpSpPr>
        <p:grpSpPr>
          <a:xfrm>
            <a:off x="2059107" y="7123052"/>
            <a:ext cx="1648911" cy="415617"/>
            <a:chOff x="1571263" y="5376608"/>
            <a:chExt cx="2264935" cy="522466"/>
          </a:xfrm>
          <a:gradFill flip="none" rotWithShape="1">
            <a:gsLst>
              <a:gs pos="0">
                <a:srgbClr val="441D85"/>
              </a:gs>
              <a:gs pos="68000">
                <a:srgbClr val="D8D2F6">
                  <a:lumMod val="100000"/>
                </a:srgbClr>
              </a:gs>
            </a:gsLst>
            <a:lin ang="0" scaled="1"/>
            <a:tileRect/>
          </a:gradFill>
        </p:grpSpPr>
        <p:sp>
          <p:nvSpPr>
            <p:cNvPr id="41" name="圆角矩形">
              <a:extLst>
                <a:ext uri="{FF2B5EF4-FFF2-40B4-BE49-F238E27FC236}">
                  <a16:creationId xmlns:a16="http://schemas.microsoft.com/office/drawing/2014/main" id="{70EF0D23-98D4-145C-9D9A-2455EEAD8E28}"/>
                </a:ext>
              </a:extLst>
            </p:cNvPr>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42" name="圆形">
              <a:extLst>
                <a:ext uri="{FF2B5EF4-FFF2-40B4-BE49-F238E27FC236}">
                  <a16:creationId xmlns:a16="http://schemas.microsoft.com/office/drawing/2014/main" id="{17E2E4F5-AB0B-91F2-F998-1AAE758441B0}"/>
                </a:ext>
              </a:extLst>
            </p:cNvPr>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43" name="组合 21">
            <a:extLst>
              <a:ext uri="{FF2B5EF4-FFF2-40B4-BE49-F238E27FC236}">
                <a16:creationId xmlns:a16="http://schemas.microsoft.com/office/drawing/2014/main" id="{129570FD-1397-8C2B-2E06-C9DDB1B19B1A}"/>
              </a:ext>
            </a:extLst>
          </p:cNvPr>
          <p:cNvGrpSpPr/>
          <p:nvPr/>
        </p:nvGrpSpPr>
        <p:grpSpPr>
          <a:xfrm>
            <a:off x="3256058" y="5939250"/>
            <a:ext cx="448741" cy="1596063"/>
            <a:chOff x="3374387" y="3821452"/>
            <a:chExt cx="461811" cy="2070141"/>
          </a:xfrm>
          <a:gradFill>
            <a:gsLst>
              <a:gs pos="66000">
                <a:srgbClr val="D8D2F6"/>
              </a:gs>
              <a:gs pos="0">
                <a:srgbClr val="F29624"/>
              </a:gs>
            </a:gsLst>
            <a:lin ang="16200000" scaled="1"/>
          </a:gradFill>
        </p:grpSpPr>
        <p:sp>
          <p:nvSpPr>
            <p:cNvPr id="44" name="圆角矩形">
              <a:extLst>
                <a:ext uri="{FF2B5EF4-FFF2-40B4-BE49-F238E27FC236}">
                  <a16:creationId xmlns:a16="http://schemas.microsoft.com/office/drawing/2014/main" id="{2E5B8F3A-19F0-937C-5591-E9CFA012B5C1}"/>
                </a:ext>
              </a:extLst>
            </p:cNvPr>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45" name="圆形">
              <a:extLst>
                <a:ext uri="{FF2B5EF4-FFF2-40B4-BE49-F238E27FC236}">
                  <a16:creationId xmlns:a16="http://schemas.microsoft.com/office/drawing/2014/main" id="{AE0B65D0-A907-087D-48C3-63172DC0D3EB}"/>
                </a:ext>
              </a:extLst>
            </p:cNvPr>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46" name="组合 57">
            <a:extLst>
              <a:ext uri="{FF2B5EF4-FFF2-40B4-BE49-F238E27FC236}">
                <a16:creationId xmlns:a16="http://schemas.microsoft.com/office/drawing/2014/main" id="{1908FD21-4D8C-53ED-BDA6-CACCA5AE3168}"/>
              </a:ext>
            </a:extLst>
          </p:cNvPr>
          <p:cNvGrpSpPr/>
          <p:nvPr/>
        </p:nvGrpSpPr>
        <p:grpSpPr>
          <a:xfrm>
            <a:off x="3243037" y="5932840"/>
            <a:ext cx="1648911" cy="415617"/>
            <a:chOff x="1571263" y="5376608"/>
            <a:chExt cx="2264935" cy="522466"/>
          </a:xfrm>
          <a:gradFill flip="none" rotWithShape="1">
            <a:gsLst>
              <a:gs pos="0">
                <a:srgbClr val="441D85"/>
              </a:gs>
              <a:gs pos="68000">
                <a:srgbClr val="D8D2F6">
                  <a:lumMod val="100000"/>
                </a:srgbClr>
              </a:gs>
            </a:gsLst>
            <a:lin ang="0" scaled="1"/>
            <a:tileRect/>
          </a:gradFill>
        </p:grpSpPr>
        <p:sp>
          <p:nvSpPr>
            <p:cNvPr id="47" name="圆角矩形">
              <a:extLst>
                <a:ext uri="{FF2B5EF4-FFF2-40B4-BE49-F238E27FC236}">
                  <a16:creationId xmlns:a16="http://schemas.microsoft.com/office/drawing/2014/main" id="{47ECA7AB-901B-A9E4-F572-31100FD09BDD}"/>
                </a:ext>
              </a:extLst>
            </p:cNvPr>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48" name="圆形">
              <a:extLst>
                <a:ext uri="{FF2B5EF4-FFF2-40B4-BE49-F238E27FC236}">
                  <a16:creationId xmlns:a16="http://schemas.microsoft.com/office/drawing/2014/main" id="{6F56C8E8-052E-4990-A160-F885B4F0B1ED}"/>
                </a:ext>
              </a:extLst>
            </p:cNvPr>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49" name="组合 60">
            <a:extLst>
              <a:ext uri="{FF2B5EF4-FFF2-40B4-BE49-F238E27FC236}">
                <a16:creationId xmlns:a16="http://schemas.microsoft.com/office/drawing/2014/main" id="{2D3550D1-778B-767A-4F0A-E0ED13B851C6}"/>
              </a:ext>
            </a:extLst>
          </p:cNvPr>
          <p:cNvGrpSpPr/>
          <p:nvPr/>
        </p:nvGrpSpPr>
        <p:grpSpPr>
          <a:xfrm>
            <a:off x="4462007" y="4752394"/>
            <a:ext cx="448741" cy="1596063"/>
            <a:chOff x="3374387" y="3821452"/>
            <a:chExt cx="461811" cy="2070141"/>
          </a:xfrm>
          <a:gradFill>
            <a:gsLst>
              <a:gs pos="66000">
                <a:srgbClr val="D8D2F6"/>
              </a:gs>
              <a:gs pos="0">
                <a:srgbClr val="F29624"/>
              </a:gs>
            </a:gsLst>
            <a:lin ang="16200000" scaled="1"/>
          </a:gradFill>
        </p:grpSpPr>
        <p:sp>
          <p:nvSpPr>
            <p:cNvPr id="50" name="圆角矩形">
              <a:extLst>
                <a:ext uri="{FF2B5EF4-FFF2-40B4-BE49-F238E27FC236}">
                  <a16:creationId xmlns:a16="http://schemas.microsoft.com/office/drawing/2014/main" id="{BA601050-65F3-D608-8DFA-930BFDE281AA}"/>
                </a:ext>
              </a:extLst>
            </p:cNvPr>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51" name="圆形">
              <a:extLst>
                <a:ext uri="{FF2B5EF4-FFF2-40B4-BE49-F238E27FC236}">
                  <a16:creationId xmlns:a16="http://schemas.microsoft.com/office/drawing/2014/main" id="{4BF291F8-FF10-72D6-0C70-31B4D8FE3C6A}"/>
                </a:ext>
              </a:extLst>
            </p:cNvPr>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52" name="组合 63">
            <a:extLst>
              <a:ext uri="{FF2B5EF4-FFF2-40B4-BE49-F238E27FC236}">
                <a16:creationId xmlns:a16="http://schemas.microsoft.com/office/drawing/2014/main" id="{4EDE4B1F-5DBD-4401-082D-6DC1C60EB3A7}"/>
              </a:ext>
            </a:extLst>
          </p:cNvPr>
          <p:cNvGrpSpPr/>
          <p:nvPr/>
        </p:nvGrpSpPr>
        <p:grpSpPr>
          <a:xfrm>
            <a:off x="4451988" y="4712739"/>
            <a:ext cx="1648911" cy="415617"/>
            <a:chOff x="1571263" y="5376608"/>
            <a:chExt cx="2264935" cy="522466"/>
          </a:xfrm>
          <a:gradFill flip="none" rotWithShape="1">
            <a:gsLst>
              <a:gs pos="0">
                <a:srgbClr val="441D85"/>
              </a:gs>
              <a:gs pos="68000">
                <a:srgbClr val="D8D2F6">
                  <a:lumMod val="100000"/>
                </a:srgbClr>
              </a:gs>
            </a:gsLst>
            <a:lin ang="0" scaled="1"/>
            <a:tileRect/>
          </a:gradFill>
        </p:grpSpPr>
        <p:sp>
          <p:nvSpPr>
            <p:cNvPr id="53" name="圆角矩形">
              <a:extLst>
                <a:ext uri="{FF2B5EF4-FFF2-40B4-BE49-F238E27FC236}">
                  <a16:creationId xmlns:a16="http://schemas.microsoft.com/office/drawing/2014/main" id="{E5565FF0-4493-5D91-8015-15899616E997}"/>
                </a:ext>
              </a:extLst>
            </p:cNvPr>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54" name="圆形">
              <a:extLst>
                <a:ext uri="{FF2B5EF4-FFF2-40B4-BE49-F238E27FC236}">
                  <a16:creationId xmlns:a16="http://schemas.microsoft.com/office/drawing/2014/main" id="{495F94C6-99FE-93E9-95DB-D3850D0D58AA}"/>
                </a:ext>
              </a:extLst>
            </p:cNvPr>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55" name="组合 66">
            <a:extLst>
              <a:ext uri="{FF2B5EF4-FFF2-40B4-BE49-F238E27FC236}">
                <a16:creationId xmlns:a16="http://schemas.microsoft.com/office/drawing/2014/main" id="{9E6EE8C9-C543-C7CC-CDFC-B8FE627CD962}"/>
              </a:ext>
            </a:extLst>
          </p:cNvPr>
          <p:cNvGrpSpPr/>
          <p:nvPr/>
        </p:nvGrpSpPr>
        <p:grpSpPr>
          <a:xfrm>
            <a:off x="5661538" y="3535819"/>
            <a:ext cx="448741" cy="1596063"/>
            <a:chOff x="3374387" y="3821452"/>
            <a:chExt cx="461811" cy="2070141"/>
          </a:xfrm>
          <a:gradFill>
            <a:gsLst>
              <a:gs pos="66000">
                <a:srgbClr val="D8D2F6"/>
              </a:gs>
              <a:gs pos="0">
                <a:srgbClr val="F29624"/>
              </a:gs>
            </a:gsLst>
            <a:lin ang="16200000" scaled="1"/>
          </a:gradFill>
        </p:grpSpPr>
        <p:sp>
          <p:nvSpPr>
            <p:cNvPr id="56" name="圆角矩形">
              <a:extLst>
                <a:ext uri="{FF2B5EF4-FFF2-40B4-BE49-F238E27FC236}">
                  <a16:creationId xmlns:a16="http://schemas.microsoft.com/office/drawing/2014/main" id="{0A9D5022-F089-ECDC-021F-7E81B717A1DF}"/>
                </a:ext>
              </a:extLst>
            </p:cNvPr>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57" name="圆形">
              <a:extLst>
                <a:ext uri="{FF2B5EF4-FFF2-40B4-BE49-F238E27FC236}">
                  <a16:creationId xmlns:a16="http://schemas.microsoft.com/office/drawing/2014/main" id="{2D905940-ABE8-9C80-B55A-3D05F54787F5}"/>
                </a:ext>
              </a:extLst>
            </p:cNvPr>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sp>
        <p:nvSpPr>
          <p:cNvPr id="58" name="2020年11月 第一次参加程序设计竞赛">
            <a:extLst>
              <a:ext uri="{FF2B5EF4-FFF2-40B4-BE49-F238E27FC236}">
                <a16:creationId xmlns:a16="http://schemas.microsoft.com/office/drawing/2014/main" id="{BFA24814-5080-2821-DBB2-DDAA04E92250}"/>
              </a:ext>
            </a:extLst>
          </p:cNvPr>
          <p:cNvSpPr txBox="1"/>
          <p:nvPr/>
        </p:nvSpPr>
        <p:spPr>
          <a:xfrm>
            <a:off x="2826226" y="7258362"/>
            <a:ext cx="2801013" cy="913070"/>
          </a:xfrm>
          <a:prstGeom prst="rect">
            <a:avLst/>
          </a:prstGeom>
          <a:ln w="12700">
            <a:miter lim="400000"/>
          </a:ln>
        </p:spPr>
        <p:txBody>
          <a:bodyPr wrap="square" lIns="50397" rIns="50397">
            <a:spAutoFit/>
          </a:bodyPr>
          <a:lstStyle>
            <a:lvl1pPr>
              <a:spcBef>
                <a:spcPts val="500"/>
              </a:spcBef>
              <a:defRPr sz="1800" b="1">
                <a:solidFill>
                  <a:srgbClr val="002673"/>
                </a:solidFill>
                <a:latin typeface="Times New Roman" panose="02020603050405020304"/>
                <a:ea typeface="Times New Roman" panose="02020603050405020304"/>
                <a:cs typeface="Times New Roman" panose="02020603050405020304"/>
                <a:sym typeface="Times New Roman" panose="02020603050405020304"/>
              </a:defRPr>
            </a:lvl1pPr>
          </a:lstStyle>
          <a:p>
            <a:r>
              <a:rPr lang="zh-CN" altLang="en-US" sz="1500" dirty="0">
                <a:solidFill>
                  <a:schemeClr val="tx1"/>
                </a:solidFill>
                <a:latin typeface="微软雅黑" panose="020B0503020204020204" pitchFamily="34" charset="-122"/>
                <a:ea typeface="微软雅黑" panose="020B0503020204020204" pitchFamily="34" charset="-122"/>
              </a:rPr>
              <a:t>大二期间</a:t>
            </a:r>
          </a:p>
          <a:p>
            <a:r>
              <a:rPr lang="zh-CN" altLang="en-US" sz="1500" b="0" dirty="0">
                <a:solidFill>
                  <a:schemeClr val="tx1"/>
                </a:solidFill>
                <a:latin typeface="华文宋体" panose="02010600040101010101" pitchFamily="2" charset="-122"/>
                <a:ea typeface="华文宋体" panose="02010600040101010101" pitchFamily="2" charset="-122"/>
                <a:sym typeface="Helvetica Neue"/>
              </a:rPr>
              <a:t>组织队员集训</a:t>
            </a:r>
            <a:endParaRPr lang="en-US" altLang="zh-CN" sz="1500" b="0" dirty="0">
              <a:solidFill>
                <a:schemeClr val="tx1"/>
              </a:solidFill>
              <a:latin typeface="华文宋体" panose="02010600040101010101" pitchFamily="2" charset="-122"/>
              <a:ea typeface="华文宋体" panose="02010600040101010101" pitchFamily="2" charset="-122"/>
              <a:sym typeface="Helvetica Neue"/>
            </a:endParaRPr>
          </a:p>
          <a:p>
            <a:r>
              <a:rPr lang="zh-CN" altLang="en-US" sz="1500" b="0" dirty="0">
                <a:solidFill>
                  <a:schemeClr val="tx1"/>
                </a:solidFill>
                <a:latin typeface="华文宋体" panose="02010600040101010101" pitchFamily="2" charset="-122"/>
                <a:ea typeface="华文宋体" panose="02010600040101010101" pitchFamily="2" charset="-122"/>
                <a:sym typeface="Helvetica Neue"/>
              </a:rPr>
              <a:t>参加编程大赛</a:t>
            </a:r>
          </a:p>
        </p:txBody>
      </p:sp>
      <p:sp>
        <p:nvSpPr>
          <p:cNvPr id="59" name="2020年11月 第一次参加程序设计竞赛">
            <a:extLst>
              <a:ext uri="{FF2B5EF4-FFF2-40B4-BE49-F238E27FC236}">
                <a16:creationId xmlns:a16="http://schemas.microsoft.com/office/drawing/2014/main" id="{4F467FF5-798D-E30A-5E6B-FE09D2B55F79}"/>
              </a:ext>
            </a:extLst>
          </p:cNvPr>
          <p:cNvSpPr txBox="1"/>
          <p:nvPr/>
        </p:nvSpPr>
        <p:spPr>
          <a:xfrm>
            <a:off x="4042655" y="6104504"/>
            <a:ext cx="2801013" cy="1208023"/>
          </a:xfrm>
          <a:prstGeom prst="rect">
            <a:avLst/>
          </a:prstGeom>
          <a:ln w="12700">
            <a:miter lim="400000"/>
          </a:ln>
        </p:spPr>
        <p:txBody>
          <a:bodyPr wrap="square" lIns="50397" rIns="50397">
            <a:spAutoFit/>
          </a:bodyPr>
          <a:lstStyle>
            <a:lvl1pPr>
              <a:spcBef>
                <a:spcPts val="500"/>
              </a:spcBef>
              <a:defRPr sz="1800" b="1">
                <a:solidFill>
                  <a:srgbClr val="002673"/>
                </a:solidFill>
                <a:latin typeface="Times New Roman" panose="02020603050405020304"/>
                <a:ea typeface="Times New Roman" panose="02020603050405020304"/>
                <a:cs typeface="Times New Roman" panose="02020603050405020304"/>
                <a:sym typeface="Times New Roman" panose="02020603050405020304"/>
              </a:defRPr>
            </a:lvl1pPr>
          </a:lstStyle>
          <a:p>
            <a:r>
              <a:rPr lang="zh-CN" altLang="en-US" sz="1500" dirty="0">
                <a:solidFill>
                  <a:schemeClr val="tx1"/>
                </a:solidFill>
                <a:latin typeface="微软雅黑" panose="020B0503020204020204" pitchFamily="34" charset="-122"/>
                <a:ea typeface="微软雅黑" panose="020B0503020204020204" pitchFamily="34" charset="-122"/>
              </a:rPr>
              <a:t>大三期间</a:t>
            </a:r>
          </a:p>
          <a:p>
            <a:r>
              <a:rPr lang="zh-CN" altLang="en-US" sz="1500" b="0" dirty="0">
                <a:solidFill>
                  <a:schemeClr val="tx1"/>
                </a:solidFill>
                <a:latin typeface="华文宋体" panose="02010600040101010101" pitchFamily="2" charset="-122"/>
                <a:ea typeface="华文宋体" panose="02010600040101010101" pitchFamily="2" charset="-122"/>
                <a:sym typeface="Helvetica Neue"/>
              </a:rPr>
              <a:t>推荐企业实习</a:t>
            </a:r>
            <a:endParaRPr lang="en-US" altLang="zh-CN" sz="1500" b="0" dirty="0">
              <a:solidFill>
                <a:schemeClr val="tx1"/>
              </a:solidFill>
              <a:latin typeface="华文宋体" panose="02010600040101010101" pitchFamily="2" charset="-122"/>
              <a:ea typeface="华文宋体" panose="02010600040101010101" pitchFamily="2" charset="-122"/>
              <a:sym typeface="Helvetica Neue"/>
            </a:endParaRPr>
          </a:p>
          <a:p>
            <a:r>
              <a:rPr lang="zh-CN" altLang="en-US" sz="1500" b="0" dirty="0">
                <a:solidFill>
                  <a:schemeClr val="tx1"/>
                </a:solidFill>
                <a:latin typeface="华文宋体" panose="02010600040101010101" pitchFamily="2" charset="-122"/>
                <a:ea typeface="华文宋体" panose="02010600040101010101" pitchFamily="2" charset="-122"/>
                <a:sym typeface="Helvetica Neue"/>
              </a:rPr>
              <a:t>参与科研活动</a:t>
            </a:r>
            <a:endParaRPr lang="en-US" altLang="zh-CN" sz="1500" b="0" dirty="0">
              <a:solidFill>
                <a:schemeClr val="tx1"/>
              </a:solidFill>
              <a:latin typeface="华文宋体" panose="02010600040101010101" pitchFamily="2" charset="-122"/>
              <a:ea typeface="华文宋体" panose="02010600040101010101" pitchFamily="2" charset="-122"/>
              <a:sym typeface="Helvetica Neue"/>
            </a:endParaRPr>
          </a:p>
          <a:p>
            <a:r>
              <a:rPr lang="zh-CN" altLang="en-US" sz="1500" b="0" dirty="0">
                <a:solidFill>
                  <a:schemeClr val="tx1"/>
                </a:solidFill>
                <a:latin typeface="华文宋体" panose="02010600040101010101" pitchFamily="2" charset="-122"/>
                <a:ea typeface="华文宋体" panose="02010600040101010101" pitchFamily="2" charset="-122"/>
                <a:sym typeface="Helvetica Neue"/>
              </a:rPr>
              <a:t>提供升学指导</a:t>
            </a:r>
          </a:p>
        </p:txBody>
      </p:sp>
      <p:sp>
        <p:nvSpPr>
          <p:cNvPr id="60" name="2020年11月 第一次参加程序设计竞赛">
            <a:extLst>
              <a:ext uri="{FF2B5EF4-FFF2-40B4-BE49-F238E27FC236}">
                <a16:creationId xmlns:a16="http://schemas.microsoft.com/office/drawing/2014/main" id="{F6D65D0F-02B0-47A4-1EDB-72923DDF8A81}"/>
              </a:ext>
            </a:extLst>
          </p:cNvPr>
          <p:cNvSpPr txBox="1"/>
          <p:nvPr/>
        </p:nvSpPr>
        <p:spPr>
          <a:xfrm>
            <a:off x="5315338" y="4841602"/>
            <a:ext cx="2801013" cy="1208023"/>
          </a:xfrm>
          <a:prstGeom prst="rect">
            <a:avLst/>
          </a:prstGeom>
          <a:ln w="12700">
            <a:miter lim="400000"/>
          </a:ln>
        </p:spPr>
        <p:txBody>
          <a:bodyPr wrap="square" lIns="50397" rIns="50397">
            <a:spAutoFit/>
          </a:bodyPr>
          <a:lstStyle>
            <a:lvl1pPr>
              <a:spcBef>
                <a:spcPts val="500"/>
              </a:spcBef>
              <a:defRPr sz="1800" b="1">
                <a:solidFill>
                  <a:srgbClr val="002673"/>
                </a:solidFill>
                <a:latin typeface="Times New Roman" panose="02020603050405020304"/>
                <a:ea typeface="Times New Roman" panose="02020603050405020304"/>
                <a:cs typeface="Times New Roman" panose="02020603050405020304"/>
                <a:sym typeface="Times New Roman" panose="02020603050405020304"/>
              </a:defRPr>
            </a:lvl1pPr>
          </a:lstStyle>
          <a:p>
            <a:r>
              <a:rPr lang="zh-CN" altLang="en-US" sz="1500" dirty="0">
                <a:solidFill>
                  <a:schemeClr val="tx1"/>
                </a:solidFill>
                <a:latin typeface="微软雅黑" panose="020B0503020204020204" pitchFamily="34" charset="-122"/>
                <a:ea typeface="微软雅黑" panose="020B0503020204020204" pitchFamily="34" charset="-122"/>
              </a:rPr>
              <a:t>大四期间</a:t>
            </a:r>
          </a:p>
          <a:p>
            <a:r>
              <a:rPr lang="zh-CN" altLang="en-US" sz="1500" b="0" dirty="0">
                <a:solidFill>
                  <a:schemeClr val="tx1"/>
                </a:solidFill>
                <a:latin typeface="华文宋体" panose="02010600040101010101" pitchFamily="2" charset="-122"/>
                <a:ea typeface="华文宋体" panose="02010600040101010101" pitchFamily="2" charset="-122"/>
                <a:sym typeface="Helvetica Neue"/>
              </a:rPr>
              <a:t>推荐企业实习</a:t>
            </a:r>
            <a:endParaRPr lang="en-US" altLang="zh-CN" sz="1500" b="0" dirty="0">
              <a:solidFill>
                <a:schemeClr val="tx1"/>
              </a:solidFill>
              <a:latin typeface="华文宋体" panose="02010600040101010101" pitchFamily="2" charset="-122"/>
              <a:ea typeface="华文宋体" panose="02010600040101010101" pitchFamily="2" charset="-122"/>
              <a:sym typeface="Helvetica Neue"/>
            </a:endParaRPr>
          </a:p>
          <a:p>
            <a:r>
              <a:rPr lang="zh-CN" altLang="en-US" sz="1500" b="0" dirty="0">
                <a:solidFill>
                  <a:schemeClr val="tx1"/>
                </a:solidFill>
                <a:latin typeface="华文宋体" panose="02010600040101010101" pitchFamily="2" charset="-122"/>
                <a:ea typeface="华文宋体" panose="02010600040101010101" pitchFamily="2" charset="-122"/>
                <a:sym typeface="Helvetica Neue"/>
              </a:rPr>
              <a:t>参与科研活动</a:t>
            </a:r>
            <a:endParaRPr lang="en-US" altLang="zh-CN" sz="1500" b="0" dirty="0">
              <a:solidFill>
                <a:schemeClr val="tx1"/>
              </a:solidFill>
              <a:latin typeface="华文宋体" panose="02010600040101010101" pitchFamily="2" charset="-122"/>
              <a:ea typeface="华文宋体" panose="02010600040101010101" pitchFamily="2" charset="-122"/>
              <a:sym typeface="Helvetica Neue"/>
            </a:endParaRPr>
          </a:p>
          <a:p>
            <a:r>
              <a:rPr lang="zh-CN" altLang="en-US" sz="1500" b="0" dirty="0">
                <a:solidFill>
                  <a:schemeClr val="tx1"/>
                </a:solidFill>
                <a:latin typeface="华文宋体" panose="02010600040101010101" pitchFamily="2" charset="-122"/>
                <a:ea typeface="华文宋体" panose="02010600040101010101" pitchFamily="2" charset="-122"/>
                <a:sym typeface="Helvetica Neue"/>
              </a:rPr>
              <a:t>提供升学指导</a:t>
            </a:r>
          </a:p>
        </p:txBody>
      </p:sp>
      <p:sp>
        <p:nvSpPr>
          <p:cNvPr id="65" name="2020年11月 第一次参加程序设计竞赛">
            <a:extLst>
              <a:ext uri="{FF2B5EF4-FFF2-40B4-BE49-F238E27FC236}">
                <a16:creationId xmlns:a16="http://schemas.microsoft.com/office/drawing/2014/main" id="{ADA0156D-9701-1212-787A-6295749F3E23}"/>
              </a:ext>
            </a:extLst>
          </p:cNvPr>
          <p:cNvSpPr txBox="1"/>
          <p:nvPr/>
        </p:nvSpPr>
        <p:spPr>
          <a:xfrm>
            <a:off x="1586995" y="6484468"/>
            <a:ext cx="1648911" cy="618118"/>
          </a:xfrm>
          <a:prstGeom prst="rect">
            <a:avLst/>
          </a:prstGeom>
          <a:ln w="12700">
            <a:miter lim="400000"/>
          </a:ln>
        </p:spPr>
        <p:txBody>
          <a:bodyPr wrap="square" lIns="50397" rIns="50397">
            <a:spAutoFit/>
          </a:bodyPr>
          <a:lstStyle>
            <a:lvl1pPr>
              <a:spcBef>
                <a:spcPts val="500"/>
              </a:spcBef>
              <a:defRPr sz="1800" b="1">
                <a:solidFill>
                  <a:srgbClr val="002673"/>
                </a:solidFill>
                <a:latin typeface="Times New Roman" panose="02020603050405020304"/>
                <a:ea typeface="Times New Roman" panose="02020603050405020304"/>
                <a:cs typeface="Times New Roman" panose="02020603050405020304"/>
                <a:sym typeface="Times New Roman" panose="02020603050405020304"/>
              </a:defRPr>
            </a:lvl1pPr>
          </a:lstStyle>
          <a:p>
            <a:r>
              <a:rPr lang="zh-CN" altLang="en-US" sz="1500" dirty="0">
                <a:solidFill>
                  <a:schemeClr val="tx1"/>
                </a:solidFill>
                <a:latin typeface="微软雅黑" panose="020B0503020204020204" pitchFamily="34" charset="-122"/>
                <a:ea typeface="微软雅黑" panose="020B0503020204020204" pitchFamily="34" charset="-122"/>
              </a:rPr>
              <a:t>锤炼技能</a:t>
            </a:r>
            <a:endParaRPr lang="en-US" altLang="zh-CN" sz="1500" dirty="0">
              <a:solidFill>
                <a:schemeClr val="tx1"/>
              </a:solidFill>
              <a:latin typeface="微软雅黑" panose="020B0503020204020204" pitchFamily="34" charset="-122"/>
              <a:ea typeface="微软雅黑" panose="020B0503020204020204" pitchFamily="34" charset="-122"/>
            </a:endParaRPr>
          </a:p>
          <a:p>
            <a:r>
              <a:rPr lang="zh-CN" altLang="en-US" sz="1500" dirty="0">
                <a:solidFill>
                  <a:schemeClr val="tx1"/>
                </a:solidFill>
                <a:latin typeface="微软雅黑" panose="020B0503020204020204" pitchFamily="34" charset="-122"/>
                <a:ea typeface="微软雅黑" panose="020B0503020204020204" pitchFamily="34" charset="-122"/>
                <a:sym typeface="Helvetica Neue"/>
              </a:rPr>
              <a:t>初入赛场</a:t>
            </a:r>
            <a:endParaRPr sz="1500" dirty="0">
              <a:solidFill>
                <a:schemeClr val="tx1"/>
              </a:solidFill>
              <a:latin typeface="华文宋体" panose="02010600040101010101" pitchFamily="2" charset="-122"/>
              <a:ea typeface="华文宋体" panose="02010600040101010101" pitchFamily="2" charset="-122"/>
              <a:sym typeface="Helvetica Neue"/>
            </a:endParaRPr>
          </a:p>
        </p:txBody>
      </p:sp>
      <p:sp>
        <p:nvSpPr>
          <p:cNvPr id="67" name="2020年11月 第一次参加程序设计竞赛">
            <a:extLst>
              <a:ext uri="{FF2B5EF4-FFF2-40B4-BE49-F238E27FC236}">
                <a16:creationId xmlns:a16="http://schemas.microsoft.com/office/drawing/2014/main" id="{7B1AB2F5-9A42-37D7-888D-AF0BC4F3C2A9}"/>
              </a:ext>
            </a:extLst>
          </p:cNvPr>
          <p:cNvSpPr txBox="1"/>
          <p:nvPr/>
        </p:nvSpPr>
        <p:spPr>
          <a:xfrm>
            <a:off x="2827370" y="5273054"/>
            <a:ext cx="1648911" cy="618118"/>
          </a:xfrm>
          <a:prstGeom prst="rect">
            <a:avLst/>
          </a:prstGeom>
          <a:ln w="12700">
            <a:miter lim="400000"/>
          </a:ln>
        </p:spPr>
        <p:txBody>
          <a:bodyPr wrap="square" lIns="50397" rIns="50397">
            <a:spAutoFit/>
          </a:bodyPr>
          <a:lstStyle>
            <a:lvl1pPr>
              <a:spcBef>
                <a:spcPts val="500"/>
              </a:spcBef>
              <a:defRPr sz="1800" b="1">
                <a:solidFill>
                  <a:srgbClr val="002673"/>
                </a:solidFill>
                <a:latin typeface="Times New Roman" panose="02020603050405020304"/>
                <a:ea typeface="Times New Roman" panose="02020603050405020304"/>
                <a:cs typeface="Times New Roman" panose="02020603050405020304"/>
                <a:sym typeface="Times New Roman" panose="02020603050405020304"/>
              </a:defRPr>
            </a:lvl1pPr>
          </a:lstStyle>
          <a:p>
            <a:r>
              <a:rPr lang="zh-CN" altLang="en-US" sz="1500" dirty="0">
                <a:solidFill>
                  <a:schemeClr val="tx1"/>
                </a:solidFill>
                <a:latin typeface="微软雅黑" panose="020B0503020204020204" pitchFamily="34" charset="-122"/>
                <a:ea typeface="微软雅黑" panose="020B0503020204020204" pitchFamily="34" charset="-122"/>
              </a:rPr>
              <a:t>深化技能</a:t>
            </a:r>
            <a:endParaRPr lang="en-US" altLang="zh-CN" sz="1500" dirty="0">
              <a:solidFill>
                <a:schemeClr val="tx1"/>
              </a:solidFill>
              <a:latin typeface="微软雅黑" panose="020B0503020204020204" pitchFamily="34" charset="-122"/>
              <a:ea typeface="微软雅黑" panose="020B0503020204020204" pitchFamily="34" charset="-122"/>
            </a:endParaRPr>
          </a:p>
          <a:p>
            <a:r>
              <a:rPr lang="zh-CN" altLang="en-US" sz="1500" dirty="0">
                <a:solidFill>
                  <a:schemeClr val="tx1"/>
                </a:solidFill>
                <a:latin typeface="微软雅黑" panose="020B0503020204020204" pitchFamily="34" charset="-122"/>
                <a:ea typeface="微软雅黑" panose="020B0503020204020204" pitchFamily="34" charset="-122"/>
              </a:rPr>
              <a:t>收获奖牌</a:t>
            </a:r>
            <a:endParaRPr sz="1500" b="0" dirty="0">
              <a:solidFill>
                <a:schemeClr val="tx1"/>
              </a:solidFill>
              <a:latin typeface="华文宋体" panose="02010600040101010101" pitchFamily="2" charset="-122"/>
              <a:ea typeface="华文宋体" panose="02010600040101010101" pitchFamily="2" charset="-122"/>
              <a:sym typeface="Helvetica Neue"/>
            </a:endParaRPr>
          </a:p>
        </p:txBody>
      </p:sp>
      <p:sp>
        <p:nvSpPr>
          <p:cNvPr id="68" name="2020年11月 第一次参加程序设计竞赛">
            <a:extLst>
              <a:ext uri="{FF2B5EF4-FFF2-40B4-BE49-F238E27FC236}">
                <a16:creationId xmlns:a16="http://schemas.microsoft.com/office/drawing/2014/main" id="{BE57366C-74A8-726D-15F3-D1B611A5F235}"/>
              </a:ext>
            </a:extLst>
          </p:cNvPr>
          <p:cNvSpPr txBox="1"/>
          <p:nvPr/>
        </p:nvSpPr>
        <p:spPr>
          <a:xfrm>
            <a:off x="4026094" y="4085669"/>
            <a:ext cx="1648911" cy="618118"/>
          </a:xfrm>
          <a:prstGeom prst="rect">
            <a:avLst/>
          </a:prstGeom>
          <a:ln w="12700">
            <a:miter lim="400000"/>
          </a:ln>
        </p:spPr>
        <p:txBody>
          <a:bodyPr wrap="square" lIns="50397" rIns="50397">
            <a:spAutoFit/>
          </a:bodyPr>
          <a:lstStyle>
            <a:lvl1pPr>
              <a:spcBef>
                <a:spcPts val="500"/>
              </a:spcBef>
              <a:defRPr sz="1800" b="1">
                <a:solidFill>
                  <a:srgbClr val="002673"/>
                </a:solidFill>
                <a:latin typeface="Times New Roman" panose="02020603050405020304"/>
                <a:ea typeface="Times New Roman" panose="02020603050405020304"/>
                <a:cs typeface="Times New Roman" panose="02020603050405020304"/>
                <a:sym typeface="Times New Roman" panose="02020603050405020304"/>
              </a:defRPr>
            </a:lvl1pPr>
          </a:lstStyle>
          <a:p>
            <a:r>
              <a:rPr lang="zh-CN" altLang="en-US" sz="1500" dirty="0">
                <a:solidFill>
                  <a:schemeClr val="tx1"/>
                </a:solidFill>
                <a:latin typeface="微软雅黑" panose="020B0503020204020204" pitchFamily="34" charset="-122"/>
                <a:ea typeface="微软雅黑" panose="020B0503020204020204" pitchFamily="34" charset="-122"/>
              </a:rPr>
              <a:t>发表论文</a:t>
            </a:r>
            <a:endParaRPr lang="en-US" altLang="zh-CN" sz="1500" dirty="0">
              <a:solidFill>
                <a:schemeClr val="tx1"/>
              </a:solidFill>
              <a:latin typeface="微软雅黑" panose="020B0503020204020204" pitchFamily="34" charset="-122"/>
              <a:ea typeface="微软雅黑" panose="020B0503020204020204" pitchFamily="34" charset="-122"/>
            </a:endParaRPr>
          </a:p>
          <a:p>
            <a:r>
              <a:rPr lang="zh-CN" altLang="en-US" sz="1500" dirty="0">
                <a:solidFill>
                  <a:schemeClr val="tx1"/>
                </a:solidFill>
                <a:latin typeface="微软雅黑" panose="020B0503020204020204" pitchFamily="34" charset="-122"/>
                <a:ea typeface="微软雅黑" panose="020B0503020204020204" pitchFamily="34" charset="-122"/>
                <a:sym typeface="Helvetica Neue"/>
              </a:rPr>
              <a:t>企业实战</a:t>
            </a:r>
            <a:endParaRPr sz="1500" dirty="0">
              <a:solidFill>
                <a:schemeClr val="tx1"/>
              </a:solidFill>
              <a:latin typeface="华文宋体" panose="02010600040101010101" pitchFamily="2" charset="-122"/>
              <a:ea typeface="华文宋体" panose="02010600040101010101" pitchFamily="2" charset="-122"/>
              <a:sym typeface="Helvetica Neue"/>
            </a:endParaRPr>
          </a:p>
        </p:txBody>
      </p:sp>
      <p:sp>
        <p:nvSpPr>
          <p:cNvPr id="70" name="文本框 17">
            <a:extLst>
              <a:ext uri="{FF2B5EF4-FFF2-40B4-BE49-F238E27FC236}">
                <a16:creationId xmlns:a16="http://schemas.microsoft.com/office/drawing/2014/main" id="{2168D408-6538-9283-22CA-8E9568406755}"/>
              </a:ext>
            </a:extLst>
          </p:cNvPr>
          <p:cNvSpPr txBox="1"/>
          <p:nvPr/>
        </p:nvSpPr>
        <p:spPr>
          <a:xfrm>
            <a:off x="4778527" y="9557605"/>
            <a:ext cx="4633521" cy="323165"/>
          </a:xfrm>
          <a:prstGeom prst="rect">
            <a:avLst/>
          </a:prstGeom>
          <a:noFill/>
        </p:spPr>
        <p:txBody>
          <a:bodyPr wrap="square">
            <a:spAutoFit/>
          </a:bodyPr>
          <a:lstStyle/>
          <a:p>
            <a:r>
              <a:rPr lang="en-US" altLang="zh-CN" sz="1500" dirty="0">
                <a:solidFill>
                  <a:schemeClr val="tx1">
                    <a:lumMod val="85000"/>
                    <a:lumOff val="15000"/>
                  </a:schemeClr>
                </a:solidFill>
                <a:latin typeface="华文宋体" panose="02010600040101010101" pitchFamily="2" charset="-122"/>
                <a:ea typeface="华文宋体" panose="02010600040101010101" pitchFamily="2" charset="-122"/>
                <a:cs typeface="+mn-ea"/>
              </a:rPr>
              <a:t>6</a:t>
            </a:r>
            <a:endParaRPr lang="zh-CN" altLang="en-US" sz="1500" dirty="0">
              <a:solidFill>
                <a:schemeClr val="tx1">
                  <a:lumMod val="85000"/>
                  <a:lumOff val="15000"/>
                </a:schemeClr>
              </a:solidFill>
              <a:latin typeface="华文宋体" panose="02010600040101010101" pitchFamily="2" charset="-122"/>
              <a:ea typeface="华文宋体" panose="02010600040101010101" pitchFamily="2" charset="-122"/>
              <a:cs typeface="+mn-ea"/>
            </a:endParaRPr>
          </a:p>
        </p:txBody>
      </p:sp>
    </p:spTree>
    <p:extLst>
      <p:ext uri="{BB962C8B-B14F-4D97-AF65-F5344CB8AC3E}">
        <p14:creationId xmlns:p14="http://schemas.microsoft.com/office/powerpoint/2010/main" val="3973622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6"/>
          <p:cNvGrpSpPr/>
          <p:nvPr/>
        </p:nvGrpSpPr>
        <p:grpSpPr>
          <a:xfrm>
            <a:off x="9752" y="255633"/>
            <a:ext cx="7549923" cy="9999797"/>
            <a:chOff x="9752" y="255633"/>
            <a:chExt cx="7549923" cy="9999797"/>
          </a:xfrm>
        </p:grpSpPr>
        <p:pic>
          <p:nvPicPr>
            <p:cNvPr id="3" name="图片 49"/>
            <p:cNvPicPr>
              <a:picLocks noChangeAspect="1"/>
            </p:cNvPicPr>
            <p:nvPr/>
          </p:nvPicPr>
          <p:blipFill>
            <a:blip r:embed="rId3"/>
            <a:srcRect r="1505"/>
            <a:stretch/>
          </p:blipFill>
          <p:spPr>
            <a:xfrm>
              <a:off x="9752" y="255633"/>
              <a:ext cx="7549923" cy="9999797"/>
            </a:xfrm>
            <a:prstGeom prst="rect">
              <a:avLst/>
            </a:prstGeom>
          </p:spPr>
        </p:pic>
        <p:pic>
          <p:nvPicPr>
            <p:cNvPr id="4" name="图片 50"/>
            <p:cNvPicPr>
              <a:picLocks noChangeAspect="1"/>
            </p:cNvPicPr>
            <p:nvPr/>
          </p:nvPicPr>
          <p:blipFill>
            <a:blip r:embed="rId4"/>
            <a:stretch>
              <a:fillRect/>
            </a:stretch>
          </p:blipFill>
          <p:spPr>
            <a:xfrm>
              <a:off x="2733503" y="958361"/>
              <a:ext cx="4803852" cy="183897"/>
            </a:xfrm>
            <a:prstGeom prst="rect">
              <a:avLst/>
            </a:prstGeom>
          </p:spPr>
        </p:pic>
        <p:pic>
          <p:nvPicPr>
            <p:cNvPr id="5" name="图片 52"/>
            <p:cNvPicPr>
              <a:picLocks noChangeAspect="1"/>
            </p:cNvPicPr>
            <p:nvPr/>
          </p:nvPicPr>
          <p:blipFill>
            <a:blip r:embed="rId5"/>
            <a:stretch>
              <a:fillRect/>
            </a:stretch>
          </p:blipFill>
          <p:spPr>
            <a:xfrm>
              <a:off x="2955317" y="489607"/>
              <a:ext cx="4480144" cy="476842"/>
            </a:xfrm>
            <a:prstGeom prst="rect">
              <a:avLst/>
            </a:prstGeom>
          </p:spPr>
        </p:pic>
      </p:grpSp>
      <p:sp>
        <p:nvSpPr>
          <p:cNvPr id="6" name="矩形 48"/>
          <p:cNvSpPr/>
          <p:nvPr/>
        </p:nvSpPr>
        <p:spPr>
          <a:xfrm rot="5400000" flipH="1">
            <a:off x="53958" y="2350903"/>
            <a:ext cx="7429559" cy="6773501"/>
          </a:xfrm>
          <a:prstGeom prst="rect">
            <a:avLst/>
          </a:prstGeom>
          <a:gradFill flip="none" rotWithShape="1">
            <a:gsLst>
              <a:gs pos="0">
                <a:schemeClr val="bg1"/>
              </a:gs>
              <a:gs pos="100000">
                <a:schemeClr val="bg1">
                  <a:alpha val="0"/>
                </a:schemeClr>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7" name="2020年9月团队成立"/>
          <p:cNvSpPr txBox="1"/>
          <p:nvPr/>
        </p:nvSpPr>
        <p:spPr>
          <a:xfrm>
            <a:off x="201571" y="8325603"/>
            <a:ext cx="1476093" cy="618118"/>
          </a:xfrm>
          <a:prstGeom prst="rect">
            <a:avLst/>
          </a:prstGeom>
          <a:ln w="12700">
            <a:miter lim="400000"/>
          </a:ln>
        </p:spPr>
        <p:txBody>
          <a:bodyPr wrap="square" lIns="50397" rIns="50397">
            <a:spAutoFit/>
          </a:bodyPr>
          <a:lstStyle>
            <a:lvl1pPr>
              <a:spcBef>
                <a:spcPts val="500"/>
              </a:spcBef>
              <a:defRPr sz="1800" b="1">
                <a:solidFill>
                  <a:srgbClr val="002673"/>
                </a:solidFill>
                <a:latin typeface="Times New Roman" panose="02020603050405020304"/>
                <a:ea typeface="Times New Roman" panose="02020603050405020304"/>
                <a:cs typeface="Times New Roman" panose="02020603050405020304"/>
                <a:sym typeface="Times New Roman" panose="02020603050405020304"/>
              </a:defRPr>
            </a:lvl1pPr>
          </a:lstStyle>
          <a:p>
            <a:r>
              <a:rPr sz="1500" dirty="0">
                <a:solidFill>
                  <a:schemeClr val="tx1"/>
                </a:solidFill>
                <a:latin typeface="微软雅黑" panose="020B0503020204020204" pitchFamily="34" charset="-122"/>
                <a:ea typeface="微软雅黑" panose="020B0503020204020204" pitchFamily="34" charset="-122"/>
              </a:rPr>
              <a:t>2020年9月</a:t>
            </a:r>
            <a:endParaRPr lang="en-US" sz="1500" dirty="0">
              <a:solidFill>
                <a:schemeClr val="tx1"/>
              </a:solidFill>
              <a:latin typeface="微软雅黑" panose="020B0503020204020204" pitchFamily="34" charset="-122"/>
              <a:ea typeface="微软雅黑" panose="020B0503020204020204" pitchFamily="34" charset="-122"/>
            </a:endParaRPr>
          </a:p>
          <a:p>
            <a:r>
              <a:rPr sz="1500" b="0" dirty="0" err="1">
                <a:solidFill>
                  <a:schemeClr val="tx1"/>
                </a:solidFill>
                <a:latin typeface="华文宋体" panose="02010600040101010101" pitchFamily="2" charset="-122"/>
                <a:ea typeface="华文宋体" panose="02010600040101010101" pitchFamily="2" charset="-122"/>
                <a:sym typeface="Helvetica Neue"/>
              </a:rPr>
              <a:t>团队成立</a:t>
            </a:r>
            <a:endParaRPr sz="1500" dirty="0"/>
          </a:p>
        </p:txBody>
      </p:sp>
      <p:sp>
        <p:nvSpPr>
          <p:cNvPr id="8" name="2020年11月 第一次参加程序设计竞赛"/>
          <p:cNvSpPr txBox="1"/>
          <p:nvPr/>
        </p:nvSpPr>
        <p:spPr>
          <a:xfrm>
            <a:off x="1568442" y="7978789"/>
            <a:ext cx="2488976" cy="618118"/>
          </a:xfrm>
          <a:prstGeom prst="rect">
            <a:avLst/>
          </a:prstGeom>
          <a:ln w="12700">
            <a:miter lim="400000"/>
          </a:ln>
        </p:spPr>
        <p:txBody>
          <a:bodyPr wrap="square" lIns="50397" rIns="50397">
            <a:spAutoFit/>
          </a:bodyPr>
          <a:lstStyle>
            <a:lvl1pPr>
              <a:spcBef>
                <a:spcPts val="500"/>
              </a:spcBef>
              <a:defRPr sz="1800" b="1">
                <a:solidFill>
                  <a:srgbClr val="002673"/>
                </a:solidFill>
                <a:latin typeface="Times New Roman" panose="02020603050405020304"/>
                <a:ea typeface="Times New Roman" panose="02020603050405020304"/>
                <a:cs typeface="Times New Roman" panose="02020603050405020304"/>
                <a:sym typeface="Times New Roman" panose="02020603050405020304"/>
              </a:defRPr>
            </a:lvl1pPr>
          </a:lstStyle>
          <a:p>
            <a:r>
              <a:rPr sz="1500" dirty="0">
                <a:solidFill>
                  <a:schemeClr val="tx1"/>
                </a:solidFill>
                <a:latin typeface="微软雅黑" panose="020B0503020204020204" pitchFamily="34" charset="-122"/>
                <a:ea typeface="微软雅黑" panose="020B0503020204020204" pitchFamily="34" charset="-122"/>
              </a:rPr>
              <a:t>2020年11月</a:t>
            </a:r>
            <a:endParaRPr lang="en-US" sz="1500" dirty="0">
              <a:solidFill>
                <a:schemeClr val="tx1"/>
              </a:solidFill>
              <a:latin typeface="微软雅黑" panose="020B0503020204020204" pitchFamily="34" charset="-122"/>
              <a:ea typeface="微软雅黑" panose="020B0503020204020204" pitchFamily="34" charset="-122"/>
            </a:endParaRPr>
          </a:p>
          <a:p>
            <a:r>
              <a:rPr sz="1500" b="0" dirty="0" err="1">
                <a:solidFill>
                  <a:schemeClr val="tx1"/>
                </a:solidFill>
                <a:latin typeface="华文宋体" panose="02010600040101010101" pitchFamily="2" charset="-122"/>
                <a:ea typeface="华文宋体" panose="02010600040101010101" pitchFamily="2" charset="-122"/>
                <a:sym typeface="Helvetica Neue"/>
              </a:rPr>
              <a:t>第一次参加程序设计竞赛</a:t>
            </a:r>
            <a:endParaRPr sz="1500" b="0" dirty="0">
              <a:solidFill>
                <a:schemeClr val="tx1"/>
              </a:solidFill>
              <a:latin typeface="华文宋体" panose="02010600040101010101" pitchFamily="2" charset="-122"/>
              <a:ea typeface="华文宋体" panose="02010600040101010101" pitchFamily="2" charset="-122"/>
              <a:sym typeface="Helvetica Neue"/>
            </a:endParaRPr>
          </a:p>
        </p:txBody>
      </p:sp>
      <p:sp>
        <p:nvSpPr>
          <p:cNvPr id="9" name="2020年12月 ICPC济南站 首获银奖"/>
          <p:cNvSpPr txBox="1"/>
          <p:nvPr/>
        </p:nvSpPr>
        <p:spPr>
          <a:xfrm>
            <a:off x="370882" y="6698742"/>
            <a:ext cx="1583059" cy="848950"/>
          </a:xfrm>
          <a:prstGeom prst="rect">
            <a:avLst/>
          </a:prstGeom>
          <a:ln w="12700">
            <a:miter lim="400000"/>
          </a:ln>
        </p:spPr>
        <p:txBody>
          <a:bodyPr wrap="square" lIns="50397" rIns="50397">
            <a:spAutoFit/>
          </a:bodyPr>
          <a:lstStyle>
            <a:lvl1pPr>
              <a:spcBef>
                <a:spcPts val="500"/>
              </a:spcBef>
              <a:defRPr sz="1800" b="1">
                <a:solidFill>
                  <a:srgbClr val="002673"/>
                </a:solidFill>
                <a:latin typeface="Times New Roman" panose="02020603050405020304"/>
                <a:ea typeface="Times New Roman" panose="02020603050405020304"/>
                <a:cs typeface="Times New Roman" panose="02020603050405020304"/>
                <a:sym typeface="Times New Roman" panose="02020603050405020304"/>
              </a:defRPr>
            </a:lvl1pPr>
          </a:lstStyle>
          <a:p>
            <a:r>
              <a:rPr sz="1500" dirty="0">
                <a:solidFill>
                  <a:schemeClr val="tx1"/>
                </a:solidFill>
                <a:latin typeface="微软雅黑" panose="020B0503020204020204" pitchFamily="34" charset="-122"/>
                <a:ea typeface="微软雅黑" panose="020B0503020204020204" pitchFamily="34" charset="-122"/>
              </a:rPr>
              <a:t>2020年12月 </a:t>
            </a:r>
            <a:r>
              <a:rPr sz="1500" b="0" dirty="0" err="1">
                <a:solidFill>
                  <a:schemeClr val="tx1"/>
                </a:solidFill>
                <a:latin typeface="华文宋体" panose="02010600040101010101" pitchFamily="2" charset="-122"/>
                <a:ea typeface="华文宋体" panose="02010600040101010101" pitchFamily="2" charset="-122"/>
                <a:sym typeface="Helvetica Neue"/>
              </a:rPr>
              <a:t>ICPC济南站</a:t>
            </a:r>
            <a:endParaRPr lang="en-US" sz="1500" b="0" dirty="0">
              <a:solidFill>
                <a:schemeClr val="tx1"/>
              </a:solidFill>
              <a:latin typeface="华文宋体" panose="02010600040101010101" pitchFamily="2" charset="-122"/>
              <a:ea typeface="华文宋体" panose="02010600040101010101" pitchFamily="2" charset="-122"/>
              <a:sym typeface="Helvetica Neue"/>
            </a:endParaRPr>
          </a:p>
          <a:p>
            <a:r>
              <a:rPr sz="1500" b="0" dirty="0" err="1">
                <a:solidFill>
                  <a:schemeClr val="tx1"/>
                </a:solidFill>
                <a:latin typeface="华文宋体" panose="02010600040101010101" pitchFamily="2" charset="-122"/>
                <a:ea typeface="华文宋体" panose="02010600040101010101" pitchFamily="2" charset="-122"/>
                <a:sym typeface="Helvetica Neue"/>
              </a:rPr>
              <a:t>首获银</a:t>
            </a:r>
            <a:r>
              <a:rPr lang="zh-CN" altLang="en-US" sz="1500" b="0" dirty="0">
                <a:solidFill>
                  <a:schemeClr val="tx1"/>
                </a:solidFill>
                <a:latin typeface="华文宋体" panose="02010600040101010101" pitchFamily="2" charset="-122"/>
                <a:ea typeface="华文宋体" panose="02010600040101010101" pitchFamily="2" charset="-122"/>
                <a:sym typeface="Helvetica Neue"/>
              </a:rPr>
              <a:t>牌</a:t>
            </a:r>
            <a:endParaRPr sz="1500" b="0" dirty="0">
              <a:solidFill>
                <a:schemeClr val="tx1"/>
              </a:solidFill>
              <a:latin typeface="华文宋体" panose="02010600040101010101" pitchFamily="2" charset="-122"/>
              <a:ea typeface="华文宋体" panose="02010600040101010101" pitchFamily="2" charset="-122"/>
              <a:sym typeface="Helvetica Neue"/>
            </a:endParaRPr>
          </a:p>
        </p:txBody>
      </p:sp>
      <p:sp>
        <p:nvSpPr>
          <p:cNvPr id="10" name="2021年10月 首次参加CCPC女生赛"/>
          <p:cNvSpPr txBox="1"/>
          <p:nvPr/>
        </p:nvSpPr>
        <p:spPr>
          <a:xfrm>
            <a:off x="2886142" y="7024431"/>
            <a:ext cx="2138738" cy="553998"/>
          </a:xfrm>
          <a:prstGeom prst="rect">
            <a:avLst/>
          </a:prstGeom>
          <a:ln w="12700">
            <a:miter lim="400000"/>
          </a:ln>
        </p:spPr>
        <p:txBody>
          <a:bodyPr wrap="square" lIns="50397" rIns="50397">
            <a:spAutoFit/>
          </a:bodyPr>
          <a:lstStyle>
            <a:lvl1pPr>
              <a:spcBef>
                <a:spcPts val="500"/>
              </a:spcBef>
              <a:defRPr sz="1800" b="1">
                <a:solidFill>
                  <a:srgbClr val="002673"/>
                </a:solidFill>
                <a:latin typeface="Times New Roman" panose="02020603050405020304"/>
                <a:ea typeface="Times New Roman" panose="02020603050405020304"/>
                <a:cs typeface="Times New Roman" panose="02020603050405020304"/>
                <a:sym typeface="Times New Roman" panose="02020603050405020304"/>
              </a:defRPr>
            </a:lvl1pPr>
          </a:lstStyle>
          <a:p>
            <a:r>
              <a:rPr lang="en-US" altLang="zh-CN" sz="1500" dirty="0">
                <a:solidFill>
                  <a:schemeClr val="tx1"/>
                </a:solidFill>
                <a:latin typeface="微软雅黑" panose="020B0503020204020204" pitchFamily="34" charset="-122"/>
                <a:ea typeface="微软雅黑" panose="020B0503020204020204" pitchFamily="34" charset="-122"/>
              </a:rPr>
              <a:t>2021</a:t>
            </a:r>
            <a:r>
              <a:rPr lang="zh-CN" altLang="en-US" sz="1500" dirty="0">
                <a:solidFill>
                  <a:schemeClr val="tx1"/>
                </a:solidFill>
                <a:latin typeface="微软雅黑" panose="020B0503020204020204" pitchFamily="34" charset="-122"/>
                <a:ea typeface="微软雅黑" panose="020B0503020204020204" pitchFamily="34" charset="-122"/>
              </a:rPr>
              <a:t>年</a:t>
            </a:r>
            <a:r>
              <a:rPr lang="en-US" altLang="zh-CN" sz="1500" dirty="0">
                <a:solidFill>
                  <a:schemeClr val="tx1"/>
                </a:solidFill>
                <a:latin typeface="微软雅黑" panose="020B0503020204020204" pitchFamily="34" charset="-122"/>
                <a:ea typeface="微软雅黑" panose="020B0503020204020204" pitchFamily="34" charset="-122"/>
              </a:rPr>
              <a:t>10</a:t>
            </a:r>
            <a:r>
              <a:rPr lang="zh-CN" altLang="en-US" sz="1500" dirty="0">
                <a:solidFill>
                  <a:schemeClr val="tx1"/>
                </a:solidFill>
                <a:latin typeface="微软雅黑" panose="020B0503020204020204" pitchFamily="34" charset="-122"/>
                <a:ea typeface="微软雅黑" panose="020B0503020204020204" pitchFamily="34" charset="-122"/>
              </a:rPr>
              <a:t>月 </a:t>
            </a:r>
            <a:r>
              <a:rPr lang="zh-CN" altLang="en-US" sz="1500" b="0" dirty="0">
                <a:solidFill>
                  <a:schemeClr val="tx1"/>
                </a:solidFill>
                <a:latin typeface="华文宋体" panose="02010600040101010101" pitchFamily="2" charset="-122"/>
                <a:ea typeface="华文宋体" panose="02010600040101010101" pitchFamily="2" charset="-122"/>
                <a:sym typeface="Helvetica Neue"/>
              </a:rPr>
              <a:t>首次参加</a:t>
            </a:r>
            <a:r>
              <a:rPr lang="en-US" altLang="zh-CN" sz="1500" b="0" dirty="0">
                <a:solidFill>
                  <a:schemeClr val="tx1"/>
                </a:solidFill>
                <a:latin typeface="华文宋体" panose="02010600040101010101" pitchFamily="2" charset="-122"/>
                <a:ea typeface="华文宋体" panose="02010600040101010101" pitchFamily="2" charset="-122"/>
                <a:sym typeface="Helvetica Neue"/>
              </a:rPr>
              <a:t>CCPC</a:t>
            </a:r>
            <a:r>
              <a:rPr lang="zh-CN" altLang="en-US" sz="1500" b="0" dirty="0">
                <a:solidFill>
                  <a:schemeClr val="tx1"/>
                </a:solidFill>
                <a:latin typeface="华文宋体" panose="02010600040101010101" pitchFamily="2" charset="-122"/>
                <a:ea typeface="华文宋体" panose="02010600040101010101" pitchFamily="2" charset="-122"/>
                <a:sym typeface="Helvetica Neue"/>
              </a:rPr>
              <a:t>女生赛</a:t>
            </a:r>
            <a:endParaRPr sz="1500" dirty="0"/>
          </a:p>
        </p:txBody>
      </p:sp>
      <p:sp>
        <p:nvSpPr>
          <p:cNvPr id="11" name="2021年11月 CCPC桂林站 首获金奖"/>
          <p:cNvSpPr txBox="1"/>
          <p:nvPr/>
        </p:nvSpPr>
        <p:spPr>
          <a:xfrm>
            <a:off x="1036533" y="5707127"/>
            <a:ext cx="1665146" cy="848950"/>
          </a:xfrm>
          <a:prstGeom prst="rect">
            <a:avLst/>
          </a:prstGeom>
          <a:ln w="12700">
            <a:miter lim="400000"/>
          </a:ln>
        </p:spPr>
        <p:txBody>
          <a:bodyPr wrap="square" lIns="50397" rIns="50397">
            <a:spAutoFit/>
          </a:bodyPr>
          <a:lstStyle>
            <a:lvl1pPr>
              <a:spcBef>
                <a:spcPts val="500"/>
              </a:spcBef>
              <a:defRPr sz="1800" b="1">
                <a:solidFill>
                  <a:srgbClr val="002673"/>
                </a:solidFill>
                <a:latin typeface="Times New Roman" panose="02020603050405020304"/>
                <a:ea typeface="Times New Roman" panose="02020603050405020304"/>
                <a:cs typeface="Times New Roman" panose="02020603050405020304"/>
                <a:sym typeface="Times New Roman" panose="02020603050405020304"/>
              </a:defRPr>
            </a:lvl1pPr>
          </a:lstStyle>
          <a:p>
            <a:r>
              <a:rPr sz="1500" dirty="0">
                <a:solidFill>
                  <a:schemeClr val="tx1"/>
                </a:solidFill>
                <a:latin typeface="微软雅黑" panose="020B0503020204020204" pitchFamily="34" charset="-122"/>
                <a:ea typeface="微软雅黑" panose="020B0503020204020204" pitchFamily="34" charset="-122"/>
              </a:rPr>
              <a:t>2021年11月 </a:t>
            </a:r>
            <a:r>
              <a:rPr sz="1500" b="0" dirty="0" err="1">
                <a:solidFill>
                  <a:schemeClr val="tx1"/>
                </a:solidFill>
                <a:latin typeface="华文宋体" panose="02010600040101010101" pitchFamily="2" charset="-122"/>
                <a:ea typeface="华文宋体" panose="02010600040101010101" pitchFamily="2" charset="-122"/>
                <a:sym typeface="Helvetica Neue"/>
              </a:rPr>
              <a:t>CCPC桂林站</a:t>
            </a:r>
            <a:endParaRPr lang="en-US" sz="1500" b="0" dirty="0">
              <a:solidFill>
                <a:schemeClr val="tx1"/>
              </a:solidFill>
              <a:latin typeface="华文宋体" panose="02010600040101010101" pitchFamily="2" charset="-122"/>
              <a:ea typeface="华文宋体" panose="02010600040101010101" pitchFamily="2" charset="-122"/>
              <a:sym typeface="Helvetica Neue"/>
            </a:endParaRPr>
          </a:p>
          <a:p>
            <a:r>
              <a:rPr sz="1500" b="0" dirty="0" err="1">
                <a:solidFill>
                  <a:schemeClr val="tx1"/>
                </a:solidFill>
                <a:latin typeface="华文宋体" panose="02010600040101010101" pitchFamily="2" charset="-122"/>
                <a:ea typeface="华文宋体" panose="02010600040101010101" pitchFamily="2" charset="-122"/>
                <a:sym typeface="Helvetica Neue"/>
              </a:rPr>
              <a:t>首获金</a:t>
            </a:r>
            <a:r>
              <a:rPr lang="zh-CN" altLang="en-US" sz="1500" b="0" dirty="0">
                <a:solidFill>
                  <a:schemeClr val="tx1"/>
                </a:solidFill>
                <a:latin typeface="华文宋体" panose="02010600040101010101" pitchFamily="2" charset="-122"/>
                <a:ea typeface="华文宋体" panose="02010600040101010101" pitchFamily="2" charset="-122"/>
                <a:sym typeface="Helvetica Neue"/>
              </a:rPr>
              <a:t>牌</a:t>
            </a:r>
            <a:endParaRPr sz="1500" b="0" dirty="0">
              <a:solidFill>
                <a:schemeClr val="tx1"/>
              </a:solidFill>
              <a:latin typeface="华文宋体" panose="02010600040101010101" pitchFamily="2" charset="-122"/>
              <a:ea typeface="华文宋体" panose="02010600040101010101" pitchFamily="2" charset="-122"/>
              <a:sym typeface="Helvetica Neue"/>
            </a:endParaRPr>
          </a:p>
        </p:txBody>
      </p:sp>
      <p:sp>
        <p:nvSpPr>
          <p:cNvPr id="12" name="2021年12月 锁定World Final 名额"/>
          <p:cNvSpPr txBox="1"/>
          <p:nvPr/>
        </p:nvSpPr>
        <p:spPr>
          <a:xfrm>
            <a:off x="1164918" y="4943888"/>
            <a:ext cx="2618250" cy="618118"/>
          </a:xfrm>
          <a:prstGeom prst="rect">
            <a:avLst/>
          </a:prstGeom>
          <a:ln w="12700">
            <a:miter lim="400000"/>
          </a:ln>
        </p:spPr>
        <p:txBody>
          <a:bodyPr wrap="square" lIns="50397" rIns="50397">
            <a:spAutoFit/>
          </a:bodyPr>
          <a:lstStyle>
            <a:lvl1pPr>
              <a:spcBef>
                <a:spcPts val="500"/>
              </a:spcBef>
              <a:defRPr sz="1800" b="1">
                <a:solidFill>
                  <a:srgbClr val="002673"/>
                </a:solidFill>
                <a:latin typeface="Times New Roman" panose="02020603050405020304"/>
                <a:ea typeface="Times New Roman" panose="02020603050405020304"/>
                <a:cs typeface="Times New Roman" panose="02020603050405020304"/>
                <a:sym typeface="Times New Roman" panose="02020603050405020304"/>
              </a:defRPr>
            </a:lvl1pPr>
          </a:lstStyle>
          <a:p>
            <a:r>
              <a:rPr sz="1500" dirty="0">
                <a:solidFill>
                  <a:schemeClr val="tx1"/>
                </a:solidFill>
                <a:latin typeface="微软雅黑" panose="020B0503020204020204" pitchFamily="34" charset="-122"/>
                <a:ea typeface="微软雅黑" panose="020B0503020204020204" pitchFamily="34" charset="-122"/>
              </a:rPr>
              <a:t>2021年12月</a:t>
            </a:r>
            <a:endParaRPr lang="en-US" sz="1500" dirty="0">
              <a:solidFill>
                <a:schemeClr val="tx1"/>
              </a:solidFill>
              <a:latin typeface="微软雅黑" panose="020B0503020204020204" pitchFamily="34" charset="-122"/>
              <a:ea typeface="微软雅黑" panose="020B0503020204020204" pitchFamily="34" charset="-122"/>
            </a:endParaRPr>
          </a:p>
          <a:p>
            <a:r>
              <a:rPr sz="1500" b="0" dirty="0" err="1">
                <a:solidFill>
                  <a:schemeClr val="tx1"/>
                </a:solidFill>
                <a:latin typeface="华文宋体" panose="02010600040101010101" pitchFamily="2" charset="-122"/>
                <a:ea typeface="华文宋体" panose="02010600040101010101" pitchFamily="2" charset="-122"/>
                <a:sym typeface="Helvetica Neue"/>
              </a:rPr>
              <a:t>锁定World</a:t>
            </a:r>
            <a:r>
              <a:rPr sz="1500" b="0" dirty="0">
                <a:solidFill>
                  <a:schemeClr val="tx1"/>
                </a:solidFill>
                <a:latin typeface="华文宋体" panose="02010600040101010101" pitchFamily="2" charset="-122"/>
                <a:ea typeface="华文宋体" panose="02010600040101010101" pitchFamily="2" charset="-122"/>
                <a:sym typeface="Helvetica Neue"/>
              </a:rPr>
              <a:t> Final </a:t>
            </a:r>
            <a:r>
              <a:rPr sz="1500" b="0" dirty="0" err="1">
                <a:solidFill>
                  <a:schemeClr val="tx1"/>
                </a:solidFill>
                <a:latin typeface="华文宋体" panose="02010600040101010101" pitchFamily="2" charset="-122"/>
                <a:ea typeface="华文宋体" panose="02010600040101010101" pitchFamily="2" charset="-122"/>
                <a:sym typeface="Helvetica Neue"/>
              </a:rPr>
              <a:t>名额</a:t>
            </a:r>
            <a:endParaRPr sz="1500" b="0" dirty="0">
              <a:solidFill>
                <a:schemeClr val="tx1"/>
              </a:solidFill>
              <a:latin typeface="华文宋体" panose="02010600040101010101" pitchFamily="2" charset="-122"/>
              <a:ea typeface="华文宋体" panose="02010600040101010101" pitchFamily="2" charset="-122"/>
              <a:sym typeface="Helvetica Neue"/>
            </a:endParaRPr>
          </a:p>
        </p:txBody>
      </p:sp>
      <p:sp>
        <p:nvSpPr>
          <p:cNvPr id="13" name="未完待续……"/>
          <p:cNvSpPr txBox="1"/>
          <p:nvPr/>
        </p:nvSpPr>
        <p:spPr>
          <a:xfrm>
            <a:off x="4505728" y="2257323"/>
            <a:ext cx="2499194" cy="323165"/>
          </a:xfrm>
          <a:prstGeom prst="rect">
            <a:avLst/>
          </a:prstGeom>
          <a:ln w="12700">
            <a:miter lim="400000"/>
          </a:ln>
        </p:spPr>
        <p:txBody>
          <a:bodyPr wrap="square" lIns="50397" rIns="50397">
            <a:spAutoFit/>
          </a:bodyPr>
          <a:lstStyle>
            <a:lvl1pPr>
              <a:spcBef>
                <a:spcPts val="500"/>
              </a:spcBef>
              <a:defRPr sz="2200" b="1">
                <a:solidFill>
                  <a:srgbClr val="2E063D"/>
                </a:solidFill>
                <a:latin typeface="Times New Roman" panose="02020603050405020304"/>
                <a:ea typeface="Times New Roman" panose="02020603050405020304"/>
                <a:cs typeface="Times New Roman" panose="02020603050405020304"/>
                <a:sym typeface="Times New Roman" panose="02020603050405020304"/>
              </a:defRPr>
            </a:lvl1pPr>
          </a:lstStyle>
          <a:p>
            <a:r>
              <a:rPr sz="1500" dirty="0" err="1">
                <a:solidFill>
                  <a:schemeClr val="tx1"/>
                </a:solidFill>
                <a:latin typeface="微软雅黑" panose="020B0503020204020204" pitchFamily="34" charset="-122"/>
                <a:ea typeface="微软雅黑" panose="020B0503020204020204" pitchFamily="34" charset="-122"/>
              </a:rPr>
              <a:t>未完待续</a:t>
            </a:r>
            <a:r>
              <a:rPr sz="1500" dirty="0">
                <a:solidFill>
                  <a:schemeClr val="tx1"/>
                </a:solidFill>
                <a:latin typeface="微软雅黑" panose="020B0503020204020204" pitchFamily="34" charset="-122"/>
                <a:ea typeface="微软雅黑" panose="020B0503020204020204" pitchFamily="34" charset="-122"/>
              </a:rPr>
              <a:t>……</a:t>
            </a:r>
            <a:endParaRPr sz="1500" dirty="0"/>
          </a:p>
        </p:txBody>
      </p:sp>
      <p:sp>
        <p:nvSpPr>
          <p:cNvPr id="14" name="2021年12月 锁定World Final 名额"/>
          <p:cNvSpPr txBox="1"/>
          <p:nvPr/>
        </p:nvSpPr>
        <p:spPr>
          <a:xfrm>
            <a:off x="4147593" y="5289957"/>
            <a:ext cx="2229232" cy="618118"/>
          </a:xfrm>
          <a:prstGeom prst="rect">
            <a:avLst/>
          </a:prstGeom>
          <a:ln w="12700">
            <a:miter lim="400000"/>
          </a:ln>
        </p:spPr>
        <p:txBody>
          <a:bodyPr wrap="square" lIns="50397" rIns="50397">
            <a:spAutoFit/>
          </a:bodyPr>
          <a:lstStyle>
            <a:lvl1pPr>
              <a:spcBef>
                <a:spcPts val="500"/>
              </a:spcBef>
              <a:defRPr sz="1800" b="1">
                <a:solidFill>
                  <a:srgbClr val="002673"/>
                </a:solidFill>
                <a:latin typeface="Times New Roman" panose="02020603050405020304"/>
                <a:ea typeface="Times New Roman" panose="02020603050405020304"/>
                <a:cs typeface="Times New Roman" panose="02020603050405020304"/>
                <a:sym typeface="Times New Roman" panose="02020603050405020304"/>
              </a:defRPr>
            </a:lvl1pPr>
          </a:lstStyle>
          <a:p>
            <a:r>
              <a:rPr sz="1500" dirty="0">
                <a:solidFill>
                  <a:schemeClr val="tx1"/>
                </a:solidFill>
                <a:latin typeface="微软雅黑" panose="020B0503020204020204" pitchFamily="34" charset="-122"/>
                <a:ea typeface="微软雅黑" panose="020B0503020204020204" pitchFamily="34" charset="-122"/>
              </a:rPr>
              <a:t>202</a:t>
            </a:r>
            <a:r>
              <a:rPr lang="en-US" altLang="zh-CN" sz="1500" dirty="0">
                <a:solidFill>
                  <a:schemeClr val="tx1"/>
                </a:solidFill>
                <a:latin typeface="微软雅黑" panose="020B0503020204020204" pitchFamily="34" charset="-122"/>
                <a:ea typeface="微软雅黑" panose="020B0503020204020204" pitchFamily="34" charset="-122"/>
              </a:rPr>
              <a:t>2</a:t>
            </a:r>
            <a:r>
              <a:rPr sz="1500" dirty="0">
                <a:solidFill>
                  <a:schemeClr val="tx1"/>
                </a:solidFill>
                <a:latin typeface="微软雅黑" panose="020B0503020204020204" pitchFamily="34" charset="-122"/>
                <a:ea typeface="微软雅黑" panose="020B0503020204020204" pitchFamily="34" charset="-122"/>
              </a:rPr>
              <a:t>年</a:t>
            </a:r>
            <a:r>
              <a:rPr lang="en-US" altLang="zh-CN" sz="1500" dirty="0">
                <a:solidFill>
                  <a:schemeClr val="tx1"/>
                </a:solidFill>
                <a:latin typeface="微软雅黑" panose="020B0503020204020204" pitchFamily="34" charset="-122"/>
                <a:ea typeface="微软雅黑" panose="020B0503020204020204" pitchFamily="34" charset="-122"/>
              </a:rPr>
              <a:t>7</a:t>
            </a:r>
            <a:r>
              <a:rPr sz="1500" dirty="0">
                <a:solidFill>
                  <a:schemeClr val="tx1"/>
                </a:solidFill>
                <a:latin typeface="微软雅黑" panose="020B0503020204020204" pitchFamily="34" charset="-122"/>
                <a:ea typeface="微软雅黑" panose="020B0503020204020204" pitchFamily="34" charset="-122"/>
              </a:rPr>
              <a:t>月</a:t>
            </a:r>
            <a:endParaRPr lang="en-US" sz="1500" dirty="0">
              <a:solidFill>
                <a:schemeClr val="tx1"/>
              </a:solidFill>
              <a:latin typeface="微软雅黑" panose="020B0503020204020204" pitchFamily="34" charset="-122"/>
              <a:ea typeface="微软雅黑" panose="020B0503020204020204" pitchFamily="34" charset="-122"/>
            </a:endParaRPr>
          </a:p>
          <a:p>
            <a:r>
              <a:rPr lang="en-US" altLang="zh-CN" sz="1500" b="0" dirty="0">
                <a:solidFill>
                  <a:schemeClr val="tx1"/>
                </a:solidFill>
                <a:latin typeface="华文宋体" panose="02010600040101010101" pitchFamily="2" charset="-122"/>
                <a:ea typeface="华文宋体" panose="02010600040101010101" pitchFamily="2" charset="-122"/>
                <a:sym typeface="Helvetica Neue"/>
              </a:rPr>
              <a:t>ICPC</a:t>
            </a:r>
            <a:r>
              <a:rPr lang="zh-CN" altLang="en-US" sz="1500" b="0" dirty="0">
                <a:solidFill>
                  <a:schemeClr val="tx1"/>
                </a:solidFill>
                <a:latin typeface="华文宋体" panose="02010600040101010101" pitchFamily="2" charset="-122"/>
                <a:ea typeface="华文宋体" panose="02010600040101010101" pitchFamily="2" charset="-122"/>
                <a:sym typeface="Helvetica Neue"/>
              </a:rPr>
              <a:t> 亚洲区决赛金牌</a:t>
            </a:r>
            <a:endParaRPr sz="1500" b="0" dirty="0">
              <a:solidFill>
                <a:schemeClr val="tx1"/>
              </a:solidFill>
              <a:latin typeface="华文宋体" panose="02010600040101010101" pitchFamily="2" charset="-122"/>
              <a:ea typeface="华文宋体" panose="02010600040101010101" pitchFamily="2" charset="-122"/>
              <a:sym typeface="Helvetica Neue"/>
            </a:endParaRPr>
          </a:p>
        </p:txBody>
      </p:sp>
      <p:grpSp>
        <p:nvGrpSpPr>
          <p:cNvPr id="15" name="组合 11"/>
          <p:cNvGrpSpPr/>
          <p:nvPr/>
        </p:nvGrpSpPr>
        <p:grpSpPr>
          <a:xfrm>
            <a:off x="890042" y="7922422"/>
            <a:ext cx="1179931" cy="310742"/>
            <a:chOff x="1571263" y="5376608"/>
            <a:chExt cx="2264935" cy="522466"/>
          </a:xfrm>
          <a:gradFill flip="none" rotWithShape="1">
            <a:gsLst>
              <a:gs pos="0">
                <a:srgbClr val="441D85"/>
              </a:gs>
              <a:gs pos="68000">
                <a:srgbClr val="D8D2F6">
                  <a:lumMod val="100000"/>
                </a:srgbClr>
              </a:gs>
            </a:gsLst>
            <a:lin ang="0" scaled="1"/>
            <a:tileRect/>
          </a:gradFill>
        </p:grpSpPr>
        <p:sp>
          <p:nvSpPr>
            <p:cNvPr id="16" name="圆角矩形"/>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17" name="圆形"/>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18" name="组合 14"/>
          <p:cNvGrpSpPr/>
          <p:nvPr/>
        </p:nvGrpSpPr>
        <p:grpSpPr>
          <a:xfrm>
            <a:off x="1746559" y="7035396"/>
            <a:ext cx="321111" cy="1193320"/>
            <a:chOff x="3374387" y="3821452"/>
            <a:chExt cx="461811" cy="2070141"/>
          </a:xfrm>
          <a:gradFill>
            <a:gsLst>
              <a:gs pos="66000">
                <a:srgbClr val="D8D2F6"/>
              </a:gs>
              <a:gs pos="0">
                <a:srgbClr val="F29624"/>
              </a:gs>
            </a:gsLst>
            <a:lin ang="16200000" scaled="1"/>
          </a:gradFill>
        </p:grpSpPr>
        <p:sp>
          <p:nvSpPr>
            <p:cNvPr id="19" name="圆角矩形"/>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20" name="圆形"/>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sp>
        <p:nvSpPr>
          <p:cNvPr id="21" name="2021年12月 锁定World Final 名额"/>
          <p:cNvSpPr txBox="1"/>
          <p:nvPr/>
        </p:nvSpPr>
        <p:spPr>
          <a:xfrm>
            <a:off x="2560158" y="3951465"/>
            <a:ext cx="1789460" cy="913070"/>
          </a:xfrm>
          <a:prstGeom prst="rect">
            <a:avLst/>
          </a:prstGeom>
          <a:ln w="12700">
            <a:miter lim="400000"/>
          </a:ln>
        </p:spPr>
        <p:txBody>
          <a:bodyPr wrap="square" lIns="50397" rIns="50397">
            <a:spAutoFit/>
          </a:bodyPr>
          <a:lstStyle>
            <a:lvl1pPr>
              <a:spcBef>
                <a:spcPts val="500"/>
              </a:spcBef>
              <a:defRPr sz="1800" b="1">
                <a:solidFill>
                  <a:srgbClr val="002673"/>
                </a:solidFill>
                <a:latin typeface="Times New Roman" panose="02020603050405020304"/>
                <a:ea typeface="Times New Roman" panose="02020603050405020304"/>
                <a:cs typeface="Times New Roman" panose="02020603050405020304"/>
                <a:sym typeface="Times New Roman" panose="02020603050405020304"/>
              </a:defRPr>
            </a:lvl1pPr>
          </a:lstStyle>
          <a:p>
            <a:r>
              <a:rPr sz="1500" dirty="0">
                <a:solidFill>
                  <a:schemeClr val="tx1"/>
                </a:solidFill>
                <a:latin typeface="微软雅黑" panose="020B0503020204020204" pitchFamily="34" charset="-122"/>
                <a:ea typeface="微软雅黑" panose="020B0503020204020204" pitchFamily="34" charset="-122"/>
              </a:rPr>
              <a:t>202</a:t>
            </a:r>
            <a:r>
              <a:rPr lang="en-US" sz="1500" dirty="0">
                <a:solidFill>
                  <a:schemeClr val="tx1"/>
                </a:solidFill>
                <a:latin typeface="微软雅黑" panose="020B0503020204020204" pitchFamily="34" charset="-122"/>
                <a:ea typeface="微软雅黑" panose="020B0503020204020204" pitchFamily="34" charset="-122"/>
              </a:rPr>
              <a:t>3</a:t>
            </a:r>
            <a:r>
              <a:rPr sz="1500" dirty="0">
                <a:solidFill>
                  <a:schemeClr val="tx1"/>
                </a:solidFill>
                <a:latin typeface="微软雅黑" panose="020B0503020204020204" pitchFamily="34" charset="-122"/>
                <a:ea typeface="微软雅黑" panose="020B0503020204020204" pitchFamily="34" charset="-122"/>
              </a:rPr>
              <a:t>年1</a:t>
            </a:r>
            <a:r>
              <a:rPr lang="en-US" altLang="zh-CN" sz="1500" dirty="0">
                <a:solidFill>
                  <a:schemeClr val="tx1"/>
                </a:solidFill>
                <a:latin typeface="微软雅黑" panose="020B0503020204020204" pitchFamily="34" charset="-122"/>
                <a:ea typeface="微软雅黑" panose="020B0503020204020204" pitchFamily="34" charset="-122"/>
              </a:rPr>
              <a:t>0</a:t>
            </a:r>
            <a:r>
              <a:rPr sz="1500" dirty="0">
                <a:solidFill>
                  <a:schemeClr val="tx1"/>
                </a:solidFill>
                <a:latin typeface="微软雅黑" panose="020B0503020204020204" pitchFamily="34" charset="-122"/>
                <a:ea typeface="微软雅黑" panose="020B0503020204020204" pitchFamily="34" charset="-122"/>
              </a:rPr>
              <a:t>月</a:t>
            </a:r>
            <a:endParaRPr lang="en-US" sz="1500" dirty="0">
              <a:solidFill>
                <a:schemeClr val="tx1"/>
              </a:solidFill>
              <a:latin typeface="微软雅黑" panose="020B0503020204020204" pitchFamily="34" charset="-122"/>
              <a:ea typeface="微软雅黑" panose="020B0503020204020204" pitchFamily="34" charset="-122"/>
            </a:endParaRPr>
          </a:p>
          <a:p>
            <a:r>
              <a:rPr lang="en-GB" altLang="zh-CN" sz="1500" b="0" dirty="0">
                <a:solidFill>
                  <a:schemeClr val="tx1"/>
                </a:solidFill>
                <a:latin typeface="华文宋体" panose="02010600040101010101" pitchFamily="2" charset="-122"/>
                <a:ea typeface="华文宋体" panose="02010600040101010101" pitchFamily="2" charset="-122"/>
                <a:sym typeface="Helvetica Neue"/>
              </a:rPr>
              <a:t>CCPC</a:t>
            </a:r>
            <a:r>
              <a:rPr lang="zh-CN" altLang="en-US" sz="1500" b="0" dirty="0">
                <a:solidFill>
                  <a:schemeClr val="tx1"/>
                </a:solidFill>
                <a:latin typeface="华文宋体" panose="02010600040101010101" pitchFamily="2" charset="-122"/>
                <a:ea typeface="华文宋体" panose="02010600040101010101" pitchFamily="2" charset="-122"/>
                <a:sym typeface="Helvetica Neue"/>
              </a:rPr>
              <a:t>女生赛</a:t>
            </a:r>
            <a:endParaRPr lang="en-US" altLang="zh-CN" sz="1500" b="0" dirty="0">
              <a:solidFill>
                <a:schemeClr val="tx1"/>
              </a:solidFill>
              <a:latin typeface="华文宋体" panose="02010600040101010101" pitchFamily="2" charset="-122"/>
              <a:ea typeface="华文宋体" panose="02010600040101010101" pitchFamily="2" charset="-122"/>
              <a:sym typeface="Helvetica Neue"/>
            </a:endParaRPr>
          </a:p>
          <a:p>
            <a:r>
              <a:rPr lang="zh-CN" altLang="en-US" sz="1500" b="0" dirty="0">
                <a:solidFill>
                  <a:schemeClr val="tx1"/>
                </a:solidFill>
                <a:latin typeface="华文宋体" panose="02010600040101010101" pitchFamily="2" charset="-122"/>
                <a:ea typeface="华文宋体" panose="02010600040101010101" pitchFamily="2" charset="-122"/>
                <a:sym typeface="Helvetica Neue"/>
              </a:rPr>
              <a:t>首获金牌</a:t>
            </a:r>
            <a:endParaRPr sz="1500" b="0" dirty="0">
              <a:solidFill>
                <a:schemeClr val="tx1"/>
              </a:solidFill>
              <a:latin typeface="华文宋体" panose="02010600040101010101" pitchFamily="2" charset="-122"/>
              <a:ea typeface="华文宋体" panose="02010600040101010101" pitchFamily="2" charset="-122"/>
              <a:sym typeface="Helvetica Neue"/>
            </a:endParaRPr>
          </a:p>
        </p:txBody>
      </p:sp>
      <p:sp>
        <p:nvSpPr>
          <p:cNvPr id="22" name="2021年12月 锁定World Final 名额"/>
          <p:cNvSpPr txBox="1"/>
          <p:nvPr/>
        </p:nvSpPr>
        <p:spPr>
          <a:xfrm>
            <a:off x="5379984" y="4343306"/>
            <a:ext cx="1817873" cy="848950"/>
          </a:xfrm>
          <a:prstGeom prst="rect">
            <a:avLst/>
          </a:prstGeom>
          <a:ln w="12700">
            <a:miter lim="400000"/>
          </a:ln>
        </p:spPr>
        <p:txBody>
          <a:bodyPr wrap="square" lIns="50397" rIns="50397">
            <a:spAutoFit/>
          </a:bodyPr>
          <a:lstStyle>
            <a:lvl1pPr>
              <a:spcBef>
                <a:spcPts val="500"/>
              </a:spcBef>
              <a:defRPr sz="1800" b="1">
                <a:solidFill>
                  <a:srgbClr val="002673"/>
                </a:solidFill>
                <a:latin typeface="Times New Roman" panose="02020603050405020304"/>
                <a:ea typeface="Times New Roman" panose="02020603050405020304"/>
                <a:cs typeface="Times New Roman" panose="02020603050405020304"/>
                <a:sym typeface="Times New Roman" panose="02020603050405020304"/>
              </a:defRPr>
            </a:lvl1pPr>
          </a:lstStyle>
          <a:p>
            <a:r>
              <a:rPr sz="1500" dirty="0">
                <a:solidFill>
                  <a:schemeClr val="tx1"/>
                </a:solidFill>
                <a:latin typeface="微软雅黑" panose="020B0503020204020204" pitchFamily="34" charset="-122"/>
                <a:ea typeface="微软雅黑" panose="020B0503020204020204" pitchFamily="34" charset="-122"/>
              </a:rPr>
              <a:t>202</a:t>
            </a:r>
            <a:r>
              <a:rPr lang="en-US" sz="1500" dirty="0">
                <a:solidFill>
                  <a:schemeClr val="tx1"/>
                </a:solidFill>
                <a:latin typeface="微软雅黑" panose="020B0503020204020204" pitchFamily="34" charset="-122"/>
                <a:ea typeface="微软雅黑" panose="020B0503020204020204" pitchFamily="34" charset="-122"/>
              </a:rPr>
              <a:t>3</a:t>
            </a:r>
            <a:r>
              <a:rPr sz="1500" dirty="0">
                <a:solidFill>
                  <a:schemeClr val="tx1"/>
                </a:solidFill>
                <a:latin typeface="微软雅黑" panose="020B0503020204020204" pitchFamily="34" charset="-122"/>
                <a:ea typeface="微软雅黑" panose="020B0503020204020204" pitchFamily="34" charset="-122"/>
              </a:rPr>
              <a:t>年1</a:t>
            </a:r>
            <a:r>
              <a:rPr lang="en-US" sz="1500" dirty="0">
                <a:solidFill>
                  <a:schemeClr val="tx1"/>
                </a:solidFill>
                <a:latin typeface="微软雅黑" panose="020B0503020204020204" pitchFamily="34" charset="-122"/>
                <a:ea typeface="微软雅黑" panose="020B0503020204020204" pitchFamily="34" charset="-122"/>
              </a:rPr>
              <a:t>1</a:t>
            </a:r>
            <a:r>
              <a:rPr sz="1500" dirty="0">
                <a:solidFill>
                  <a:schemeClr val="tx1"/>
                </a:solidFill>
                <a:latin typeface="微软雅黑" panose="020B0503020204020204" pitchFamily="34" charset="-122"/>
                <a:ea typeface="微软雅黑" panose="020B0503020204020204" pitchFamily="34" charset="-122"/>
              </a:rPr>
              <a:t>月</a:t>
            </a:r>
            <a:endParaRPr lang="en-US" sz="1500" dirty="0">
              <a:solidFill>
                <a:schemeClr val="tx1"/>
              </a:solidFill>
              <a:latin typeface="微软雅黑" panose="020B0503020204020204" pitchFamily="34" charset="-122"/>
              <a:ea typeface="微软雅黑" panose="020B0503020204020204" pitchFamily="34" charset="-122"/>
            </a:endParaRPr>
          </a:p>
          <a:p>
            <a:r>
              <a:rPr lang="zh-CN" altLang="en-US" sz="1500" b="0" dirty="0">
                <a:solidFill>
                  <a:schemeClr val="tx1"/>
                </a:solidFill>
                <a:latin typeface="华文宋体" panose="02010600040101010101" pitchFamily="2" charset="-122"/>
                <a:ea typeface="华文宋体" panose="02010600040101010101" pitchFamily="2" charset="-122"/>
                <a:sym typeface="Helvetica Neue"/>
              </a:rPr>
              <a:t>第二次锁定</a:t>
            </a:r>
            <a:r>
              <a:rPr lang="en-US" altLang="zh-CN" sz="1500" b="0" dirty="0">
                <a:solidFill>
                  <a:schemeClr val="tx1"/>
                </a:solidFill>
                <a:latin typeface="华文宋体" panose="02010600040101010101" pitchFamily="2" charset="-122"/>
                <a:ea typeface="华文宋体" panose="02010600040101010101" pitchFamily="2" charset="-122"/>
                <a:sym typeface="Helvetica Neue"/>
              </a:rPr>
              <a:t>World Final</a:t>
            </a:r>
            <a:r>
              <a:rPr lang="zh-CN" altLang="en-US" sz="1500" b="0" dirty="0">
                <a:solidFill>
                  <a:schemeClr val="tx1"/>
                </a:solidFill>
                <a:latin typeface="华文宋体" panose="02010600040101010101" pitchFamily="2" charset="-122"/>
                <a:ea typeface="华文宋体" panose="02010600040101010101" pitchFamily="2" charset="-122"/>
                <a:sym typeface="Helvetica Neue"/>
              </a:rPr>
              <a:t>名额</a:t>
            </a:r>
            <a:endParaRPr sz="1500" b="0" dirty="0">
              <a:solidFill>
                <a:schemeClr val="tx1"/>
              </a:solidFill>
              <a:latin typeface="华文宋体" panose="02010600040101010101" pitchFamily="2" charset="-122"/>
              <a:ea typeface="华文宋体" panose="02010600040101010101" pitchFamily="2" charset="-122"/>
              <a:sym typeface="Helvetica Neue"/>
            </a:endParaRPr>
          </a:p>
        </p:txBody>
      </p:sp>
      <p:sp>
        <p:nvSpPr>
          <p:cNvPr id="23" name="Title Placeholder 1"/>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团队发展</a:t>
            </a:r>
            <a:endParaRPr lang="en-CN" sz="3200"/>
          </a:p>
        </p:txBody>
      </p:sp>
      <p:cxnSp>
        <p:nvCxnSpPr>
          <p:cNvPr id="24" name="图形"/>
          <p:cNvCxnSpPr/>
          <p:nvPr/>
        </p:nvCxnSpPr>
        <p:spPr>
          <a:xfrm flipH="1">
            <a:off x="5403602" y="9113566"/>
            <a:ext cx="1721902"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cxnSp>
        <p:nvCxnSpPr>
          <p:cNvPr id="25" name="图形"/>
          <p:cNvCxnSpPr/>
          <p:nvPr/>
        </p:nvCxnSpPr>
        <p:spPr>
          <a:xfrm>
            <a:off x="466621"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nvGrpSpPr>
          <p:cNvPr id="28" name="组合 1"/>
          <p:cNvGrpSpPr/>
          <p:nvPr/>
        </p:nvGrpSpPr>
        <p:grpSpPr>
          <a:xfrm>
            <a:off x="1746559" y="7026771"/>
            <a:ext cx="1179931" cy="310742"/>
            <a:chOff x="1571263" y="5376608"/>
            <a:chExt cx="2264935" cy="522466"/>
          </a:xfrm>
          <a:gradFill flip="none" rotWithShape="1">
            <a:gsLst>
              <a:gs pos="0">
                <a:srgbClr val="441D85"/>
              </a:gs>
              <a:gs pos="68000">
                <a:srgbClr val="D8D2F6">
                  <a:lumMod val="100000"/>
                </a:srgbClr>
              </a:gs>
            </a:gsLst>
            <a:lin ang="0" scaled="1"/>
            <a:tileRect/>
          </a:gradFill>
        </p:grpSpPr>
        <p:sp>
          <p:nvSpPr>
            <p:cNvPr id="29" name="圆角矩形"/>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30" name="圆形"/>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31" name="组合 21"/>
          <p:cNvGrpSpPr/>
          <p:nvPr/>
        </p:nvGrpSpPr>
        <p:grpSpPr>
          <a:xfrm>
            <a:off x="2603076" y="6155637"/>
            <a:ext cx="321111" cy="1193320"/>
            <a:chOff x="3374387" y="3821452"/>
            <a:chExt cx="461811" cy="2070141"/>
          </a:xfrm>
          <a:gradFill>
            <a:gsLst>
              <a:gs pos="66000">
                <a:srgbClr val="D8D2F6"/>
              </a:gs>
              <a:gs pos="0">
                <a:srgbClr val="F29624"/>
              </a:gs>
            </a:gsLst>
            <a:lin ang="16200000" scaled="1"/>
          </a:gradFill>
        </p:grpSpPr>
        <p:sp>
          <p:nvSpPr>
            <p:cNvPr id="32" name="圆角矩形"/>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33" name="圆形"/>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34" name="组合 57"/>
          <p:cNvGrpSpPr/>
          <p:nvPr/>
        </p:nvGrpSpPr>
        <p:grpSpPr>
          <a:xfrm>
            <a:off x="2606848" y="6161150"/>
            <a:ext cx="1179931" cy="310742"/>
            <a:chOff x="1571263" y="5376608"/>
            <a:chExt cx="2264935" cy="522466"/>
          </a:xfrm>
          <a:gradFill flip="none" rotWithShape="1">
            <a:gsLst>
              <a:gs pos="0">
                <a:srgbClr val="441D85"/>
              </a:gs>
              <a:gs pos="68000">
                <a:srgbClr val="D8D2F6">
                  <a:lumMod val="100000"/>
                </a:srgbClr>
              </a:gs>
            </a:gsLst>
            <a:lin ang="0" scaled="1"/>
            <a:tileRect/>
          </a:gradFill>
        </p:grpSpPr>
        <p:sp>
          <p:nvSpPr>
            <p:cNvPr id="35" name="圆角矩形"/>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36" name="圆形"/>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37" name="组合 60"/>
          <p:cNvGrpSpPr/>
          <p:nvPr/>
        </p:nvGrpSpPr>
        <p:grpSpPr>
          <a:xfrm>
            <a:off x="3454888" y="5278572"/>
            <a:ext cx="321111" cy="1193320"/>
            <a:chOff x="3374387" y="3821452"/>
            <a:chExt cx="461811" cy="2070141"/>
          </a:xfrm>
          <a:gradFill>
            <a:gsLst>
              <a:gs pos="66000">
                <a:srgbClr val="D8D2F6"/>
              </a:gs>
              <a:gs pos="0">
                <a:srgbClr val="F29624"/>
              </a:gs>
            </a:gsLst>
            <a:lin ang="16200000" scaled="1"/>
          </a:gradFill>
        </p:grpSpPr>
        <p:sp>
          <p:nvSpPr>
            <p:cNvPr id="38" name="圆角矩形"/>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39" name="圆形"/>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40" name="组合 63"/>
          <p:cNvGrpSpPr/>
          <p:nvPr/>
        </p:nvGrpSpPr>
        <p:grpSpPr>
          <a:xfrm>
            <a:off x="3447719" y="5248924"/>
            <a:ext cx="1179931" cy="310742"/>
            <a:chOff x="1571263" y="5376608"/>
            <a:chExt cx="2264935" cy="522466"/>
          </a:xfrm>
          <a:gradFill flip="none" rotWithShape="1">
            <a:gsLst>
              <a:gs pos="0">
                <a:srgbClr val="441D85"/>
              </a:gs>
              <a:gs pos="68000">
                <a:srgbClr val="D8D2F6">
                  <a:lumMod val="100000"/>
                </a:srgbClr>
              </a:gs>
            </a:gsLst>
            <a:lin ang="0" scaled="1"/>
            <a:tileRect/>
          </a:gradFill>
        </p:grpSpPr>
        <p:sp>
          <p:nvSpPr>
            <p:cNvPr id="41" name="圆角矩形"/>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42" name="圆形"/>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43" name="组合 66"/>
          <p:cNvGrpSpPr/>
          <p:nvPr/>
        </p:nvGrpSpPr>
        <p:grpSpPr>
          <a:xfrm>
            <a:off x="4311836" y="4359177"/>
            <a:ext cx="321111" cy="1193320"/>
            <a:chOff x="3374387" y="3821452"/>
            <a:chExt cx="461811" cy="2070141"/>
          </a:xfrm>
          <a:gradFill>
            <a:gsLst>
              <a:gs pos="66000">
                <a:srgbClr val="D8D2F6"/>
              </a:gs>
              <a:gs pos="0">
                <a:srgbClr val="F29624"/>
              </a:gs>
            </a:gsLst>
            <a:lin ang="16200000" scaled="1"/>
          </a:gradFill>
        </p:grpSpPr>
        <p:sp>
          <p:nvSpPr>
            <p:cNvPr id="44" name="圆角矩形"/>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45" name="圆形"/>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46" name="组合 69"/>
          <p:cNvGrpSpPr/>
          <p:nvPr/>
        </p:nvGrpSpPr>
        <p:grpSpPr>
          <a:xfrm>
            <a:off x="4301149" y="4361481"/>
            <a:ext cx="1179931" cy="310742"/>
            <a:chOff x="1571263" y="5376608"/>
            <a:chExt cx="2264935" cy="522466"/>
          </a:xfrm>
          <a:gradFill flip="none" rotWithShape="1">
            <a:gsLst>
              <a:gs pos="0">
                <a:srgbClr val="441D85"/>
              </a:gs>
              <a:gs pos="68000">
                <a:srgbClr val="D8D2F6">
                  <a:lumMod val="100000"/>
                </a:srgbClr>
              </a:gs>
            </a:gsLst>
            <a:lin ang="0" scaled="1"/>
            <a:tileRect/>
          </a:gradFill>
        </p:grpSpPr>
        <p:sp>
          <p:nvSpPr>
            <p:cNvPr id="47" name="圆角矩形"/>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48" name="圆形"/>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49" name="组合 72"/>
          <p:cNvGrpSpPr/>
          <p:nvPr/>
        </p:nvGrpSpPr>
        <p:grpSpPr>
          <a:xfrm>
            <a:off x="5167281" y="3478903"/>
            <a:ext cx="321111" cy="1193320"/>
            <a:chOff x="3374387" y="3821452"/>
            <a:chExt cx="461811" cy="2070141"/>
          </a:xfrm>
          <a:gradFill>
            <a:gsLst>
              <a:gs pos="66000">
                <a:srgbClr val="D8D2F6"/>
              </a:gs>
              <a:gs pos="0">
                <a:srgbClr val="F29624"/>
              </a:gs>
            </a:gsLst>
            <a:lin ang="16200000" scaled="1"/>
          </a:gradFill>
        </p:grpSpPr>
        <p:sp>
          <p:nvSpPr>
            <p:cNvPr id="50" name="圆角矩形"/>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51" name="圆形"/>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52" name="组合 75"/>
          <p:cNvGrpSpPr/>
          <p:nvPr/>
        </p:nvGrpSpPr>
        <p:grpSpPr>
          <a:xfrm>
            <a:off x="5158334" y="3477318"/>
            <a:ext cx="1179931" cy="310742"/>
            <a:chOff x="1571263" y="5376608"/>
            <a:chExt cx="2264935" cy="522466"/>
          </a:xfrm>
          <a:gradFill flip="none" rotWithShape="1">
            <a:gsLst>
              <a:gs pos="0">
                <a:srgbClr val="441D85"/>
              </a:gs>
              <a:gs pos="68000">
                <a:srgbClr val="D8D2F6">
                  <a:lumMod val="100000"/>
                </a:srgbClr>
              </a:gs>
            </a:gsLst>
            <a:lin ang="0" scaled="1"/>
            <a:tileRect/>
          </a:gradFill>
        </p:grpSpPr>
        <p:sp>
          <p:nvSpPr>
            <p:cNvPr id="53" name="圆角矩形"/>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54" name="圆形"/>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55" name="组合 78"/>
          <p:cNvGrpSpPr/>
          <p:nvPr/>
        </p:nvGrpSpPr>
        <p:grpSpPr>
          <a:xfrm>
            <a:off x="6054291" y="2583071"/>
            <a:ext cx="321111" cy="1193320"/>
            <a:chOff x="3374387" y="3821452"/>
            <a:chExt cx="461811" cy="2070141"/>
          </a:xfrm>
          <a:gradFill>
            <a:gsLst>
              <a:gs pos="66000">
                <a:srgbClr val="D8D2F6"/>
              </a:gs>
              <a:gs pos="0">
                <a:srgbClr val="F29624"/>
              </a:gs>
            </a:gsLst>
            <a:lin ang="16200000" scaled="1"/>
          </a:gradFill>
        </p:grpSpPr>
        <p:sp>
          <p:nvSpPr>
            <p:cNvPr id="56" name="圆角矩形"/>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57" name="圆形"/>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sp>
        <p:nvSpPr>
          <p:cNvPr id="58" name="文本框 84"/>
          <p:cNvSpPr txBox="1"/>
          <p:nvPr/>
        </p:nvSpPr>
        <p:spPr>
          <a:xfrm>
            <a:off x="3430360" y="6190668"/>
            <a:ext cx="2394579" cy="553998"/>
          </a:xfrm>
          <a:prstGeom prst="rect">
            <a:avLst/>
          </a:prstGeom>
          <a:noFill/>
        </p:spPr>
        <p:txBody>
          <a:bodyPr wrap="square">
            <a:spAutoFit/>
          </a:bodyPr>
          <a:lstStyle/>
          <a:p>
            <a:pPr marL="0" marR="0" lvl="0" indent="0" algn="ctr" defTabSz="1167686" rtl="0" eaLnBrk="1" fontAlgn="auto" latinLnBrk="0" hangingPunct="0">
              <a:lnSpc>
                <a:spcPct val="100000"/>
              </a:lnSpc>
              <a:spcBef>
                <a:spcPts val="0"/>
              </a:spcBef>
              <a:spcAft>
                <a:spcPts val="0"/>
              </a:spcAft>
              <a:buClrTx/>
              <a:buSzTx/>
              <a:buFontTx/>
              <a:buNone/>
              <a:tabLst/>
              <a:defRPr/>
            </a:pPr>
            <a:r>
              <a:rPr lang="en-US" altLang="zh-CN" sz="1500" b="1" dirty="0">
                <a:solidFill>
                  <a:schemeClr val="tx1"/>
                </a:solidFill>
                <a:latin typeface="微软雅黑" panose="020B0503020204020204" pitchFamily="34" charset="-122"/>
                <a:ea typeface="微软雅黑" panose="020B0503020204020204" pitchFamily="34" charset="-122"/>
                <a:cs typeface="Times New Roman" panose="02020603050405020304"/>
              </a:rPr>
              <a:t>2021</a:t>
            </a:r>
            <a:r>
              <a:rPr lang="zh-CN" altLang="en-US" sz="1500" b="1" dirty="0">
                <a:solidFill>
                  <a:schemeClr val="tx1"/>
                </a:solidFill>
                <a:latin typeface="微软雅黑" panose="020B0503020204020204" pitchFamily="34" charset="-122"/>
                <a:ea typeface="微软雅黑" panose="020B0503020204020204" pitchFamily="34" charset="-122"/>
                <a:cs typeface="Times New Roman" panose="02020603050405020304"/>
              </a:rPr>
              <a:t>年</a:t>
            </a:r>
            <a:r>
              <a:rPr lang="en-US" altLang="zh-CN" sz="1500" b="1" dirty="0">
                <a:solidFill>
                  <a:schemeClr val="tx1"/>
                </a:solidFill>
                <a:latin typeface="微软雅黑" panose="020B0503020204020204" pitchFamily="34" charset="-122"/>
                <a:ea typeface="微软雅黑" panose="020B0503020204020204" pitchFamily="34" charset="-122"/>
                <a:cs typeface="Times New Roman" panose="02020603050405020304"/>
              </a:rPr>
              <a:t>11</a:t>
            </a:r>
            <a:r>
              <a:rPr lang="zh-CN" altLang="en-US" sz="1500" b="1" dirty="0">
                <a:solidFill>
                  <a:schemeClr val="tx1"/>
                </a:solidFill>
                <a:latin typeface="微软雅黑" panose="020B0503020204020204" pitchFamily="34" charset="-122"/>
                <a:ea typeface="微软雅黑" panose="020B0503020204020204" pitchFamily="34" charset="-122"/>
                <a:cs typeface="Times New Roman" panose="02020603050405020304"/>
              </a:rPr>
              <a:t>月</a:t>
            </a:r>
            <a:r>
              <a:rPr lang="en-US" altLang="zh-CN" sz="1500" b="1" dirty="0">
                <a:solidFill>
                  <a:schemeClr val="tx1"/>
                </a:solidFill>
                <a:latin typeface="微软雅黑" panose="020B0503020204020204" pitchFamily="34" charset="-122"/>
                <a:ea typeface="微软雅黑" panose="020B0503020204020204" pitchFamily="34" charset="-122"/>
                <a:cs typeface="Times New Roman" panose="02020603050405020304"/>
              </a:rPr>
              <a:t>4</a:t>
            </a:r>
          </a:p>
          <a:p>
            <a:pPr marL="0" marR="0" lvl="0" indent="0" algn="ctr" defTabSz="1167686" rtl="0" eaLnBrk="1" fontAlgn="auto" latinLnBrk="0" hangingPunct="0">
              <a:lnSpc>
                <a:spcPct val="100000"/>
              </a:lnSpc>
              <a:spcBef>
                <a:spcPts val="0"/>
              </a:spcBef>
              <a:spcAft>
                <a:spcPts val="0"/>
              </a:spcAft>
              <a:buClrTx/>
              <a:buSzTx/>
              <a:buFontTx/>
              <a:buNone/>
              <a:tabLst/>
              <a:defRPr/>
            </a:pPr>
            <a:r>
              <a:rPr lang="zh-CN" altLang="en-US" sz="1500" b="1" dirty="0">
                <a:solidFill>
                  <a:schemeClr val="tx1"/>
                </a:solidFill>
                <a:latin typeface="微软雅黑" panose="020B0503020204020204" pitchFamily="34" charset="-122"/>
                <a:ea typeface="微软雅黑" panose="020B0503020204020204" pitchFamily="34" charset="-122"/>
                <a:cs typeface="Times New Roman" panose="02020603050405020304"/>
              </a:rPr>
              <a:t> </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ICPC</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桂林站 首获奖杯</a:t>
            </a:r>
            <a:endParaRPr sz="1500" dirty="0"/>
          </a:p>
        </p:txBody>
      </p:sp>
      <p:sp>
        <p:nvSpPr>
          <p:cNvPr id="59" name="2021年12月 锁定World Final 名额"/>
          <p:cNvSpPr txBox="1"/>
          <p:nvPr/>
        </p:nvSpPr>
        <p:spPr>
          <a:xfrm>
            <a:off x="3687609" y="3060320"/>
            <a:ext cx="1654900" cy="848950"/>
          </a:xfrm>
          <a:prstGeom prst="rect">
            <a:avLst/>
          </a:prstGeom>
          <a:ln w="12700">
            <a:miter lim="400000"/>
          </a:ln>
        </p:spPr>
        <p:txBody>
          <a:bodyPr wrap="square" lIns="50397" rIns="50397">
            <a:spAutoFit/>
          </a:bodyPr>
          <a:lstStyle>
            <a:lvl1pPr>
              <a:spcBef>
                <a:spcPts val="500"/>
              </a:spcBef>
              <a:defRPr sz="1800" b="1">
                <a:solidFill>
                  <a:srgbClr val="002673"/>
                </a:solidFill>
                <a:latin typeface="Times New Roman" panose="02020603050405020304"/>
                <a:ea typeface="Times New Roman" panose="02020603050405020304"/>
                <a:cs typeface="Times New Roman" panose="02020603050405020304"/>
                <a:sym typeface="Times New Roman" panose="02020603050405020304"/>
              </a:defRPr>
            </a:lvl1pPr>
          </a:lstStyle>
          <a:p>
            <a:r>
              <a:rPr sz="1500" dirty="0">
                <a:solidFill>
                  <a:schemeClr val="tx1"/>
                </a:solidFill>
                <a:latin typeface="微软雅黑" panose="020B0503020204020204" pitchFamily="34" charset="-122"/>
                <a:ea typeface="微软雅黑" panose="020B0503020204020204" pitchFamily="34" charset="-122"/>
              </a:rPr>
              <a:t>202</a:t>
            </a:r>
            <a:r>
              <a:rPr lang="en-US" altLang="zh-CN" sz="1500" dirty="0">
                <a:solidFill>
                  <a:schemeClr val="tx1"/>
                </a:solidFill>
                <a:latin typeface="微软雅黑" panose="020B0503020204020204" pitchFamily="34" charset="-122"/>
                <a:ea typeface="微软雅黑" panose="020B0503020204020204" pitchFamily="34" charset="-122"/>
              </a:rPr>
              <a:t>4</a:t>
            </a:r>
            <a:r>
              <a:rPr sz="1500" dirty="0">
                <a:solidFill>
                  <a:schemeClr val="tx1"/>
                </a:solidFill>
                <a:latin typeface="微软雅黑" panose="020B0503020204020204" pitchFamily="34" charset="-122"/>
                <a:ea typeface="微软雅黑" panose="020B0503020204020204" pitchFamily="34" charset="-122"/>
              </a:rPr>
              <a:t>年1</a:t>
            </a:r>
            <a:r>
              <a:rPr lang="en-US" altLang="zh-CN" sz="1500" dirty="0">
                <a:solidFill>
                  <a:schemeClr val="tx1"/>
                </a:solidFill>
                <a:latin typeface="微软雅黑" panose="020B0503020204020204" pitchFamily="34" charset="-122"/>
                <a:ea typeface="微软雅黑" panose="020B0503020204020204" pitchFamily="34" charset="-122"/>
              </a:rPr>
              <a:t>1</a:t>
            </a:r>
            <a:r>
              <a:rPr sz="1500" dirty="0">
                <a:solidFill>
                  <a:schemeClr val="tx1"/>
                </a:solidFill>
                <a:latin typeface="微软雅黑" panose="020B0503020204020204" pitchFamily="34" charset="-122"/>
                <a:ea typeface="微软雅黑" panose="020B0503020204020204" pitchFamily="34" charset="-122"/>
              </a:rPr>
              <a:t>月 </a:t>
            </a:r>
            <a:r>
              <a:rPr lang="en-US" altLang="zh-CN" sz="1500" b="0" dirty="0">
                <a:solidFill>
                  <a:schemeClr val="tx1"/>
                </a:solidFill>
                <a:latin typeface="华文宋体" panose="02010600040101010101" pitchFamily="2" charset="-122"/>
                <a:ea typeface="华文宋体" panose="02010600040101010101" pitchFamily="2" charset="-122"/>
                <a:sym typeface="Helvetica Neue"/>
              </a:rPr>
              <a:t>CCPC</a:t>
            </a:r>
            <a:r>
              <a:rPr lang="zh-CN" altLang="en-US" sz="1500" b="0" dirty="0">
                <a:solidFill>
                  <a:schemeClr val="tx1"/>
                </a:solidFill>
                <a:latin typeface="华文宋体" panose="02010600040101010101" pitchFamily="2" charset="-122"/>
                <a:ea typeface="华文宋体" panose="02010600040101010101" pitchFamily="2" charset="-122"/>
                <a:sym typeface="Helvetica Neue"/>
              </a:rPr>
              <a:t>郑州站</a:t>
            </a:r>
            <a:endParaRPr lang="en-US" altLang="zh-CN" sz="1500" b="0" dirty="0">
              <a:solidFill>
                <a:schemeClr val="tx1"/>
              </a:solidFill>
              <a:latin typeface="华文宋体" panose="02010600040101010101" pitchFamily="2" charset="-122"/>
              <a:ea typeface="华文宋体" panose="02010600040101010101" pitchFamily="2" charset="-122"/>
              <a:sym typeface="Helvetica Neue"/>
            </a:endParaRPr>
          </a:p>
          <a:p>
            <a:r>
              <a:rPr lang="zh-CN" altLang="en-US" sz="1500" b="0" dirty="0">
                <a:solidFill>
                  <a:schemeClr val="tx1"/>
                </a:solidFill>
                <a:latin typeface="华文宋体" panose="02010600040101010101" pitchFamily="2" charset="-122"/>
                <a:ea typeface="华文宋体" panose="02010600040101010101" pitchFamily="2" charset="-122"/>
                <a:sym typeface="Helvetica Neue"/>
              </a:rPr>
              <a:t>首获奖杯</a:t>
            </a:r>
            <a:endParaRPr sz="1500" b="0" dirty="0">
              <a:solidFill>
                <a:schemeClr val="tx1"/>
              </a:solidFill>
              <a:latin typeface="华文宋体" panose="02010600040101010101" pitchFamily="2" charset="-122"/>
              <a:ea typeface="华文宋体" panose="02010600040101010101" pitchFamily="2" charset="-122"/>
              <a:sym typeface="Helvetica Neue"/>
            </a:endParaRPr>
          </a:p>
        </p:txBody>
      </p:sp>
      <p:pic>
        <p:nvPicPr>
          <p:cNvPr id="60" name="图片 18">
            <a:extLst>
              <a:ext uri="{FF2B5EF4-FFF2-40B4-BE49-F238E27FC236}">
                <a16:creationId xmlns:a16="http://schemas.microsoft.com/office/drawing/2014/main" id="{D2759A77-42EE-267A-1EE6-98C884A460C6}"/>
              </a:ext>
            </a:extLst>
          </p:cNvPr>
          <p:cNvPicPr>
            <a:picLocks noChangeAspect="1"/>
          </p:cNvPicPr>
          <p:nvPr/>
        </p:nvPicPr>
        <p:blipFill>
          <a:blip r:embed="rId6" cstate="print"/>
          <a:stretch>
            <a:fillRect/>
          </a:stretch>
        </p:blipFill>
        <p:spPr>
          <a:xfrm>
            <a:off x="-401919" y="196268"/>
            <a:ext cx="6637825" cy="925594"/>
          </a:xfrm>
          <a:prstGeom prst="rect">
            <a:avLst/>
          </a:prstGeom>
        </p:spPr>
      </p:pic>
      <p:sp>
        <p:nvSpPr>
          <p:cNvPr id="27" name="文本框 11">
            <a:extLst>
              <a:ext uri="{FF2B5EF4-FFF2-40B4-BE49-F238E27FC236}">
                <a16:creationId xmlns:a16="http://schemas.microsoft.com/office/drawing/2014/main" id="{D269CFF6-5C55-2B19-7A97-AEAEC68C37C9}"/>
              </a:ext>
            </a:extLst>
          </p:cNvPr>
          <p:cNvSpPr txBox="1"/>
          <p:nvPr/>
        </p:nvSpPr>
        <p:spPr>
          <a:xfrm>
            <a:off x="-1817145" y="9557605"/>
            <a:ext cx="4633521" cy="323165"/>
          </a:xfrm>
          <a:prstGeom prst="rect">
            <a:avLst/>
          </a:prstGeom>
          <a:noFill/>
        </p:spPr>
        <p:txBody>
          <a:bodyPr wrap="square">
            <a:spAutoFit/>
          </a:bodyPr>
          <a:lstStyle/>
          <a:p>
            <a:r>
              <a:rPr lang="en-US" altLang="zh-CN" sz="1500" dirty="0">
                <a:solidFill>
                  <a:schemeClr val="tx1">
                    <a:lumMod val="85000"/>
                    <a:lumOff val="15000"/>
                  </a:schemeClr>
                </a:solidFill>
                <a:latin typeface="华文宋体" panose="02010600040101010101" pitchFamily="2" charset="-122"/>
                <a:ea typeface="华文宋体" panose="02010600040101010101" pitchFamily="2" charset="-122"/>
                <a:cs typeface="+mn-ea"/>
              </a:rPr>
              <a:t>7</a:t>
            </a:r>
            <a:endParaRPr lang="zh-CN" altLang="en-US" sz="1500" dirty="0">
              <a:solidFill>
                <a:schemeClr val="tx1">
                  <a:lumMod val="85000"/>
                  <a:lumOff val="15000"/>
                </a:schemeClr>
              </a:solidFill>
              <a:latin typeface="华文宋体" panose="02010600040101010101" pitchFamily="2" charset="-122"/>
              <a:ea typeface="华文宋体" panose="02010600040101010101" pitchFamily="2" charset="-122"/>
              <a:cs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926EE-7507-1BCD-A969-6F31D99CFC5C}"/>
            </a:ext>
          </a:extLst>
        </p:cNvPr>
        <p:cNvGrpSpPr/>
        <p:nvPr/>
      </p:nvGrpSpPr>
      <p:grpSpPr>
        <a:xfrm>
          <a:off x="0" y="0"/>
          <a:ext cx="0" cy="0"/>
          <a:chOff x="0" y="0"/>
          <a:chExt cx="0" cy="0"/>
        </a:xfrm>
      </p:grpSpPr>
      <p:grpSp>
        <p:nvGrpSpPr>
          <p:cNvPr id="61" name="组合 5">
            <a:extLst>
              <a:ext uri="{FF2B5EF4-FFF2-40B4-BE49-F238E27FC236}">
                <a16:creationId xmlns:a16="http://schemas.microsoft.com/office/drawing/2014/main" id="{CC2D1FDA-686E-E6B7-72A7-F557DFAE2F39}"/>
              </a:ext>
            </a:extLst>
          </p:cNvPr>
          <p:cNvGrpSpPr/>
          <p:nvPr/>
        </p:nvGrpSpPr>
        <p:grpSpPr>
          <a:xfrm>
            <a:off x="9752" y="255633"/>
            <a:ext cx="7549923" cy="9999797"/>
            <a:chOff x="9752" y="255633"/>
            <a:chExt cx="7549923" cy="9999797"/>
          </a:xfrm>
        </p:grpSpPr>
        <p:pic>
          <p:nvPicPr>
            <p:cNvPr id="62" name="图片 6">
              <a:extLst>
                <a:ext uri="{FF2B5EF4-FFF2-40B4-BE49-F238E27FC236}">
                  <a16:creationId xmlns:a16="http://schemas.microsoft.com/office/drawing/2014/main" id="{2B91E54F-27A4-06A2-E466-B197C236EC77}"/>
                </a:ext>
              </a:extLst>
            </p:cNvPr>
            <p:cNvPicPr>
              <a:picLocks noChangeAspect="1"/>
            </p:cNvPicPr>
            <p:nvPr/>
          </p:nvPicPr>
          <p:blipFill>
            <a:blip r:embed="rId3"/>
            <a:srcRect r="1505"/>
            <a:stretch/>
          </p:blipFill>
          <p:spPr>
            <a:xfrm>
              <a:off x="9752" y="255633"/>
              <a:ext cx="7549923" cy="9999797"/>
            </a:xfrm>
            <a:prstGeom prst="rect">
              <a:avLst/>
            </a:prstGeom>
          </p:spPr>
        </p:pic>
        <p:pic>
          <p:nvPicPr>
            <p:cNvPr id="63" name="图片 7">
              <a:extLst>
                <a:ext uri="{FF2B5EF4-FFF2-40B4-BE49-F238E27FC236}">
                  <a16:creationId xmlns:a16="http://schemas.microsoft.com/office/drawing/2014/main" id="{38E17662-FEAE-1533-B1C5-E8347B9E1098}"/>
                </a:ext>
              </a:extLst>
            </p:cNvPr>
            <p:cNvPicPr>
              <a:picLocks noChangeAspect="1"/>
            </p:cNvPicPr>
            <p:nvPr/>
          </p:nvPicPr>
          <p:blipFill>
            <a:blip r:embed="rId4"/>
            <a:stretch>
              <a:fillRect/>
            </a:stretch>
          </p:blipFill>
          <p:spPr>
            <a:xfrm>
              <a:off x="2733503" y="958361"/>
              <a:ext cx="4803852" cy="183897"/>
            </a:xfrm>
            <a:prstGeom prst="rect">
              <a:avLst/>
            </a:prstGeom>
          </p:spPr>
        </p:pic>
        <p:pic>
          <p:nvPicPr>
            <p:cNvPr id="64" name="图片 8">
              <a:extLst>
                <a:ext uri="{FF2B5EF4-FFF2-40B4-BE49-F238E27FC236}">
                  <a16:creationId xmlns:a16="http://schemas.microsoft.com/office/drawing/2014/main" id="{5C3BA506-2B0C-30E7-4A8E-86E4961B29A0}"/>
                </a:ext>
              </a:extLst>
            </p:cNvPr>
            <p:cNvPicPr>
              <a:picLocks noChangeAspect="1"/>
            </p:cNvPicPr>
            <p:nvPr/>
          </p:nvPicPr>
          <p:blipFill>
            <a:blip r:embed="rId5"/>
            <a:stretch>
              <a:fillRect/>
            </a:stretch>
          </p:blipFill>
          <p:spPr>
            <a:xfrm>
              <a:off x="2955317" y="489607"/>
              <a:ext cx="4480144" cy="476842"/>
            </a:xfrm>
            <a:prstGeom prst="rect">
              <a:avLst/>
            </a:prstGeom>
          </p:spPr>
        </p:pic>
      </p:grpSp>
      <p:pic>
        <p:nvPicPr>
          <p:cNvPr id="2" name="图片 29">
            <a:extLst>
              <a:ext uri="{FF2B5EF4-FFF2-40B4-BE49-F238E27FC236}">
                <a16:creationId xmlns:a16="http://schemas.microsoft.com/office/drawing/2014/main" id="{CD34C236-DFD4-8789-C873-AE2BEBEF63F0}"/>
              </a:ext>
            </a:extLst>
          </p:cNvPr>
          <p:cNvPicPr>
            <a:picLocks noChangeAspect="1"/>
          </p:cNvPicPr>
          <p:nvPr/>
        </p:nvPicPr>
        <p:blipFill>
          <a:blip r:embed="rId6" cstate="print"/>
          <a:stretch>
            <a:fillRect/>
          </a:stretch>
        </p:blipFill>
        <p:spPr>
          <a:xfrm>
            <a:off x="1336928" y="196268"/>
            <a:ext cx="6637825" cy="925594"/>
          </a:xfrm>
          <a:prstGeom prst="rect">
            <a:avLst/>
          </a:prstGeom>
        </p:spPr>
      </p:pic>
      <p:sp>
        <p:nvSpPr>
          <p:cNvPr id="3" name="矩形: 圆角 71">
            <a:extLst>
              <a:ext uri="{FF2B5EF4-FFF2-40B4-BE49-F238E27FC236}">
                <a16:creationId xmlns:a16="http://schemas.microsoft.com/office/drawing/2014/main" id="{41EDAF81-EAAE-B242-AC4A-DD650807503D}"/>
              </a:ext>
            </a:extLst>
          </p:cNvPr>
          <p:cNvSpPr/>
          <p:nvPr/>
        </p:nvSpPr>
        <p:spPr>
          <a:xfrm>
            <a:off x="613065" y="7674515"/>
            <a:ext cx="2362036" cy="1841123"/>
          </a:xfrm>
          <a:prstGeom prst="rect">
            <a:avLst/>
          </a:prstGeom>
          <a:solidFill>
            <a:srgbClr val="9C8AD0"/>
          </a:solidFill>
          <a:ln w="9525">
            <a:noFill/>
          </a:ln>
          <a:effectLst/>
        </p:spPr>
        <p:txBody>
          <a:bodyPr lIns="27955" tIns="14568" rIns="27955" bIns="14568" anchor="ctr"/>
          <a:lstStyle/>
          <a:p>
            <a:pPr algn="l" defTabSz="283534" hangingPunct="1">
              <a:buFont typeface="阿里巴巴普惠体 Heavy" panose="00020600040101010101" charset="-122"/>
            </a:pPr>
            <a:endParaRPr lang="zh-CN" altLang="en-US" sz="558" kern="1200">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sp>
        <p:nvSpPr>
          <p:cNvPr id="4" name="矩形 26">
            <a:extLst>
              <a:ext uri="{FF2B5EF4-FFF2-40B4-BE49-F238E27FC236}">
                <a16:creationId xmlns:a16="http://schemas.microsoft.com/office/drawing/2014/main" id="{9ACE9844-256A-0FF1-0D50-CB7526E51C2E}"/>
              </a:ext>
            </a:extLst>
          </p:cNvPr>
          <p:cNvSpPr/>
          <p:nvPr/>
        </p:nvSpPr>
        <p:spPr>
          <a:xfrm rot="5400000" flipH="1">
            <a:off x="3515717" y="-971165"/>
            <a:ext cx="888289" cy="6946555"/>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5" name="object 18">
            <a:extLst>
              <a:ext uri="{FF2B5EF4-FFF2-40B4-BE49-F238E27FC236}">
                <a16:creationId xmlns:a16="http://schemas.microsoft.com/office/drawing/2014/main" id="{837CB0D3-2266-4D65-4DF6-750EF8F3D9D7}"/>
              </a:ext>
            </a:extLst>
          </p:cNvPr>
          <p:cNvSpPr/>
          <p:nvPr/>
        </p:nvSpPr>
        <p:spPr>
          <a:xfrm rot="16200000" flipV="1">
            <a:off x="36807" y="1982878"/>
            <a:ext cx="384083" cy="873033"/>
          </a:xfrm>
          <a:custGeom>
            <a:avLst/>
            <a:gdLst/>
            <a:ahLst/>
            <a:cxnLst/>
            <a:rect l="l" t="t" r="r" b="b"/>
            <a:pathLst>
              <a:path w="18185765">
                <a:moveTo>
                  <a:pt x="0" y="0"/>
                </a:moveTo>
                <a:lnTo>
                  <a:pt x="18185310" y="0"/>
                </a:lnTo>
              </a:path>
            </a:pathLst>
          </a:custGeom>
          <a:ln w="73025">
            <a:solidFill>
              <a:srgbClr val="FFA701"/>
            </a:solidFill>
          </a:ln>
        </p:spPr>
        <p:txBody>
          <a:bodyPr wrap="square" lIns="0" tIns="0" rIns="0" bIns="0" rtlCol="0"/>
          <a:lstStyle/>
          <a:p>
            <a:pPr>
              <a:defRPr/>
            </a:pPr>
            <a:endParaRPr sz="903">
              <a:latin typeface="Microsoft YaHei" panose="020B0503020204020204" pitchFamily="34" charset="-122"/>
              <a:ea typeface="Microsoft YaHei" panose="020B0503020204020204" pitchFamily="34" charset="-122"/>
              <a:cs typeface="Helvetica Neue"/>
            </a:endParaRPr>
          </a:p>
        </p:txBody>
      </p:sp>
      <p:sp>
        <p:nvSpPr>
          <p:cNvPr id="6" name="文本框 8">
            <a:extLst>
              <a:ext uri="{FF2B5EF4-FFF2-40B4-BE49-F238E27FC236}">
                <a16:creationId xmlns:a16="http://schemas.microsoft.com/office/drawing/2014/main" id="{5A1A0D0B-D45D-8781-1489-7F81D0E0DDFA}"/>
              </a:ext>
            </a:extLst>
          </p:cNvPr>
          <p:cNvSpPr txBox="1"/>
          <p:nvPr/>
        </p:nvSpPr>
        <p:spPr>
          <a:xfrm>
            <a:off x="692582" y="2203106"/>
            <a:ext cx="6801494" cy="1609864"/>
          </a:xfrm>
          <a:prstGeom prst="rect">
            <a:avLst/>
          </a:prstGeom>
          <a:noFill/>
        </p:spPr>
        <p:txBody>
          <a:bodyPr wrap="square">
            <a:spAutoFit/>
          </a:bodyPr>
          <a:lstStyle/>
          <a:p>
            <a:pPr algn="l">
              <a:lnSpc>
                <a:spcPct val="125000"/>
              </a:lnSpc>
            </a:pPr>
            <a:r>
              <a:rPr lang="zh-CN" altLang="en-US" sz="2000" b="1" dirty="0">
                <a:solidFill>
                  <a:schemeClr val="tx1"/>
                </a:solidFill>
                <a:latin typeface="Microsoft YaHei" panose="020B0503020204020204" pitchFamily="34" charset="-122"/>
                <a:ea typeface="Microsoft YaHei" panose="020B0503020204020204" pitchFamily="34" charset="-122"/>
                <a:cs typeface="Times New Roman" panose="02020603050405020304"/>
              </a:rPr>
              <a:t>截止</a:t>
            </a:r>
            <a:r>
              <a:rPr lang="en-US" altLang="zh-CN" sz="2000" b="1" dirty="0">
                <a:solidFill>
                  <a:schemeClr val="tx1"/>
                </a:solidFill>
                <a:latin typeface="Microsoft YaHei" panose="020B0503020204020204" pitchFamily="34" charset="-122"/>
                <a:ea typeface="Microsoft YaHei" panose="020B0503020204020204" pitchFamily="34" charset="-122"/>
                <a:cs typeface="Times New Roman" panose="02020603050405020304"/>
              </a:rPr>
              <a:t>2026</a:t>
            </a:r>
            <a:r>
              <a:rPr lang="zh-CN" altLang="en-US" sz="2000" b="1" dirty="0">
                <a:solidFill>
                  <a:schemeClr val="tx1"/>
                </a:solidFill>
                <a:latin typeface="Microsoft YaHei" panose="020B0503020204020204" pitchFamily="34" charset="-122"/>
                <a:ea typeface="Microsoft YaHei" panose="020B0503020204020204" pitchFamily="34" charset="-122"/>
                <a:cs typeface="Times New Roman" panose="02020603050405020304"/>
              </a:rPr>
              <a:t>年，累计获得</a:t>
            </a:r>
            <a:r>
              <a:rPr lang="en-US" altLang="zh-CN" sz="2000" b="1" dirty="0">
                <a:solidFill>
                  <a:srgbClr val="441D85"/>
                </a:solidFill>
                <a:latin typeface="Microsoft YaHei" panose="020B0503020204020204" pitchFamily="34" charset="-122"/>
                <a:ea typeface="Microsoft YaHei" panose="020B0503020204020204" pitchFamily="34" charset="-122"/>
                <a:cs typeface="Times New Roman" panose="02020603050405020304"/>
              </a:rPr>
              <a:t>37</a:t>
            </a:r>
            <a:r>
              <a:rPr lang="zh-CN" altLang="en-US" sz="2000" b="1" dirty="0">
                <a:solidFill>
                  <a:schemeClr val="tx1"/>
                </a:solidFill>
                <a:latin typeface="Microsoft YaHei" panose="020B0503020204020204" pitchFamily="34" charset="-122"/>
                <a:ea typeface="Microsoft YaHei" panose="020B0503020204020204" pitchFamily="34" charset="-122"/>
                <a:cs typeface="Times New Roman" panose="02020603050405020304"/>
              </a:rPr>
              <a:t>枚金奖、</a:t>
            </a:r>
            <a:r>
              <a:rPr lang="en-US" altLang="zh-CN" sz="2000" b="1" dirty="0">
                <a:solidFill>
                  <a:srgbClr val="441D85"/>
                </a:solidFill>
                <a:latin typeface="Microsoft YaHei" panose="020B0503020204020204" pitchFamily="34" charset="-122"/>
                <a:ea typeface="Microsoft YaHei" panose="020B0503020204020204" pitchFamily="34" charset="-122"/>
              </a:rPr>
              <a:t>34</a:t>
            </a:r>
            <a:r>
              <a:rPr lang="zh-CN" altLang="en-US" sz="2000" b="1" dirty="0">
                <a:solidFill>
                  <a:schemeClr val="tx1"/>
                </a:solidFill>
                <a:latin typeface="Microsoft YaHei" panose="020B0503020204020204" pitchFamily="34" charset="-122"/>
                <a:ea typeface="Microsoft YaHei" panose="020B0503020204020204" pitchFamily="34" charset="-122"/>
                <a:cs typeface="Times New Roman" panose="02020603050405020304"/>
              </a:rPr>
              <a:t>枚银奖、</a:t>
            </a:r>
            <a:r>
              <a:rPr lang="en-US" altLang="zh-CN" sz="2000" b="1" dirty="0">
                <a:solidFill>
                  <a:srgbClr val="441D85"/>
                </a:solidFill>
                <a:latin typeface="Microsoft YaHei" panose="020B0503020204020204" pitchFamily="34" charset="-122"/>
                <a:ea typeface="Microsoft YaHei" panose="020B0503020204020204" pitchFamily="34" charset="-122"/>
              </a:rPr>
              <a:t>20</a:t>
            </a:r>
            <a:r>
              <a:rPr lang="zh-CN" altLang="en-US" sz="2000" b="1" dirty="0">
                <a:solidFill>
                  <a:schemeClr val="tx1"/>
                </a:solidFill>
                <a:latin typeface="Microsoft YaHei" panose="020B0503020204020204" pitchFamily="34" charset="-122"/>
                <a:ea typeface="Microsoft YaHei" panose="020B0503020204020204" pitchFamily="34" charset="-122"/>
                <a:cs typeface="Times New Roman" panose="02020603050405020304"/>
              </a:rPr>
              <a:t>枚铜奖</a:t>
            </a:r>
            <a:endParaRPr sz="2000" b="1" dirty="0">
              <a:latin typeface="Microsoft YaHei" panose="020B0503020204020204" pitchFamily="34" charset="-122"/>
              <a:ea typeface="Microsoft YaHei" panose="020B0503020204020204" pitchFamily="34" charset="-122"/>
            </a:endParaRPr>
          </a:p>
          <a:p>
            <a:pPr marL="314982" indent="-314982" algn="l">
              <a:lnSpc>
                <a:spcPct val="125000"/>
              </a:lnSpc>
              <a:buFont typeface="Wingdings" panose="05000000000000000000" pitchFamily="2" charset="2"/>
              <a:buChar char="Ø"/>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曾获得</a:t>
            </a:r>
            <a:r>
              <a:rPr lang="en-US" altLang="zh-CN" sz="1500" b="1" dirty="0">
                <a:solidFill>
                  <a:srgbClr val="441D85"/>
                </a:solidFill>
                <a:latin typeface="微软雅黑" panose="020B0503020204020204" pitchFamily="34" charset="-122"/>
                <a:ea typeface="微软雅黑" panose="020B0503020204020204" pitchFamily="34" charset="-122"/>
              </a:rPr>
              <a:t>ICPC</a:t>
            </a:r>
            <a:r>
              <a:rPr lang="zh-CN" altLang="en-US" sz="1500" b="1" dirty="0">
                <a:solidFill>
                  <a:srgbClr val="441D85"/>
                </a:solidFill>
                <a:latin typeface="微软雅黑" panose="020B0503020204020204" pitchFamily="34" charset="-122"/>
                <a:ea typeface="微软雅黑" panose="020B0503020204020204" pitchFamily="34" charset="-122"/>
              </a:rPr>
              <a:t>亚洲区域赛亚军、季军</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等奖项</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a:p>
            <a:pPr marL="314982" indent="-314982" algn="l">
              <a:lnSpc>
                <a:spcPct val="125000"/>
              </a:lnSpc>
              <a:buFont typeface="Wingdings" panose="05000000000000000000" pitchFamily="2" charset="2"/>
              <a:buChar char="Ø"/>
            </a:pP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2025</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年获</a:t>
            </a:r>
            <a:r>
              <a:rPr lang="zh-CN" altLang="en-US" sz="1500" b="1" dirty="0">
                <a:solidFill>
                  <a:srgbClr val="441D85"/>
                </a:solidFill>
                <a:latin typeface="微软雅黑" panose="020B0503020204020204" pitchFamily="34" charset="-122"/>
                <a:ea typeface="微软雅黑" panose="020B0503020204020204" pitchFamily="34" charset="-122"/>
              </a:rPr>
              <a:t>中国大学生程序设计竞赛女生专场冠军</a:t>
            </a:r>
            <a:endPar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a:p>
            <a:pPr marL="314982" indent="-314982" algn="l">
              <a:lnSpc>
                <a:spcPct val="125000"/>
              </a:lnSpc>
              <a:buFont typeface="Wingdings" panose="05000000000000000000" pitchFamily="2" charset="2"/>
              <a:buChar char="Ø"/>
            </a:pP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a:p>
            <a:pPr marL="314982" indent="-314982" algn="l">
              <a:lnSpc>
                <a:spcPct val="125000"/>
              </a:lnSpc>
              <a:buFont typeface="Wingdings" panose="05000000000000000000" pitchFamily="2" charset="2"/>
              <a:buChar char="Ø"/>
            </a:pPr>
            <a:endParaRPr sz="1500" dirty="0"/>
          </a:p>
        </p:txBody>
      </p:sp>
      <p:grpSp>
        <p:nvGrpSpPr>
          <p:cNvPr id="7" name="组合 6">
            <a:extLst>
              <a:ext uri="{FF2B5EF4-FFF2-40B4-BE49-F238E27FC236}">
                <a16:creationId xmlns:a16="http://schemas.microsoft.com/office/drawing/2014/main" id="{510080E3-767C-3EAB-D0B3-9011799C908D}"/>
              </a:ext>
            </a:extLst>
          </p:cNvPr>
          <p:cNvGrpSpPr/>
          <p:nvPr/>
        </p:nvGrpSpPr>
        <p:grpSpPr>
          <a:xfrm>
            <a:off x="466621" y="4017649"/>
            <a:ext cx="6958509" cy="730196"/>
            <a:chOff x="756913" y="4002815"/>
            <a:chExt cx="6276329" cy="730196"/>
          </a:xfrm>
        </p:grpSpPr>
        <p:sp>
          <p:nvSpPr>
            <p:cNvPr id="8" name="矩形 32">
              <a:extLst>
                <a:ext uri="{FF2B5EF4-FFF2-40B4-BE49-F238E27FC236}">
                  <a16:creationId xmlns:a16="http://schemas.microsoft.com/office/drawing/2014/main" id="{21447E49-E04C-04CF-CB4B-D026D7C2CC96}"/>
                </a:ext>
              </a:extLst>
            </p:cNvPr>
            <p:cNvSpPr/>
            <p:nvPr/>
          </p:nvSpPr>
          <p:spPr>
            <a:xfrm rot="5400000" flipH="1">
              <a:off x="3534719" y="1234488"/>
              <a:ext cx="730196" cy="626685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9" name="object 18">
              <a:extLst>
                <a:ext uri="{FF2B5EF4-FFF2-40B4-BE49-F238E27FC236}">
                  <a16:creationId xmlns:a16="http://schemas.microsoft.com/office/drawing/2014/main" id="{B4F795AF-382F-078F-BC28-459F7FCD890F}"/>
                </a:ext>
              </a:extLst>
            </p:cNvPr>
            <p:cNvSpPr/>
            <p:nvPr/>
          </p:nvSpPr>
          <p:spPr>
            <a:xfrm rot="16200000" flipV="1">
              <a:off x="660918" y="4240165"/>
              <a:ext cx="373192" cy="181201"/>
            </a:xfrm>
            <a:custGeom>
              <a:avLst/>
              <a:gdLst/>
              <a:ahLst/>
              <a:cxnLst/>
              <a:rect l="l" t="t" r="r" b="b"/>
              <a:pathLst>
                <a:path w="18185765">
                  <a:moveTo>
                    <a:pt x="0" y="0"/>
                  </a:moveTo>
                  <a:lnTo>
                    <a:pt x="18185310" y="0"/>
                  </a:lnTo>
                </a:path>
              </a:pathLst>
            </a:custGeom>
            <a:ln w="73025">
              <a:solidFill>
                <a:srgbClr val="FFA701"/>
              </a:solidFill>
            </a:ln>
          </p:spPr>
          <p:txBody>
            <a:bodyPr wrap="square" lIns="0" tIns="0" rIns="0" bIns="0" rtlCol="0"/>
            <a:lstStyle/>
            <a:p>
              <a:pPr>
                <a:defRPr/>
              </a:pPr>
              <a:endParaRPr sz="903">
                <a:latin typeface="Microsoft YaHei" panose="020B0503020204020204" pitchFamily="34" charset="-122"/>
                <a:ea typeface="Microsoft YaHei" panose="020B0503020204020204" pitchFamily="34" charset="-122"/>
                <a:cs typeface="Helvetica Neue"/>
              </a:endParaRPr>
            </a:p>
          </p:txBody>
        </p:sp>
        <p:sp>
          <p:nvSpPr>
            <p:cNvPr id="10" name="文本框 10">
              <a:extLst>
                <a:ext uri="{FF2B5EF4-FFF2-40B4-BE49-F238E27FC236}">
                  <a16:creationId xmlns:a16="http://schemas.microsoft.com/office/drawing/2014/main" id="{7F49DA22-0C31-9867-64D2-D784A4DBA4F1}"/>
                </a:ext>
              </a:extLst>
            </p:cNvPr>
            <p:cNvSpPr txBox="1"/>
            <p:nvPr/>
          </p:nvSpPr>
          <p:spPr>
            <a:xfrm>
              <a:off x="975280" y="4150435"/>
              <a:ext cx="5433471" cy="369332"/>
            </a:xfrm>
            <a:prstGeom prst="rect">
              <a:avLst/>
            </a:prstGeom>
            <a:noFill/>
          </p:spPr>
          <p:txBody>
            <a:bodyPr wrap="square">
              <a:spAutoFit/>
            </a:bodyPr>
            <a:lstStyle/>
            <a:p>
              <a:pPr algn="l" defTabSz="1007943" hangingPunct="1">
                <a:lnSpc>
                  <a:spcPct val="90000"/>
                </a:lnSpc>
                <a:spcBef>
                  <a:spcPct val="1"/>
                </a:spcBef>
                <a:defRPr sz="1715" b="1"/>
              </a:pPr>
              <a:r>
                <a:rPr lang="zh-CN" altLang="en-US" sz="2000" b="1" kern="1200" dirty="0">
                  <a:solidFill>
                    <a:srgbClr val="441D85"/>
                  </a:solidFill>
                  <a:latin typeface="Microsoft YaHei" panose="020B0503020204020204" pitchFamily="34" charset="-122"/>
                  <a:ea typeface="Microsoft YaHei" panose="020B0503020204020204" pitchFamily="34" charset="-122"/>
                </a:rPr>
                <a:t>连续举办</a:t>
              </a:r>
              <a:r>
                <a:rPr lang="en-US" altLang="zh-CN" sz="2000" b="1" kern="1200" dirty="0">
                  <a:solidFill>
                    <a:srgbClr val="441D85"/>
                  </a:solidFill>
                  <a:latin typeface="Microsoft YaHei" panose="020B0503020204020204" pitchFamily="34" charset="-122"/>
                  <a:ea typeface="Microsoft YaHei" panose="020B0503020204020204" pitchFamily="34" charset="-122"/>
                </a:rPr>
                <a:t>2023-2026</a:t>
              </a:r>
              <a:r>
                <a:rPr lang="zh-CN" altLang="en-US" sz="2000" b="1" kern="1200" dirty="0">
                  <a:solidFill>
                    <a:srgbClr val="441D85"/>
                  </a:solidFill>
                  <a:latin typeface="Microsoft YaHei" panose="020B0503020204020204" pitchFamily="34" charset="-122"/>
                  <a:ea typeface="Microsoft YaHei" panose="020B0503020204020204" pitchFamily="34" charset="-122"/>
                </a:rPr>
                <a:t>年校内程序设计竞赛</a:t>
              </a:r>
            </a:p>
          </p:txBody>
        </p:sp>
      </p:grpSp>
      <p:pic>
        <p:nvPicPr>
          <p:cNvPr id="11" name="IMG_0586.jpeg" descr="IMG_0586.jpeg">
            <a:extLst>
              <a:ext uri="{FF2B5EF4-FFF2-40B4-BE49-F238E27FC236}">
                <a16:creationId xmlns:a16="http://schemas.microsoft.com/office/drawing/2014/main" id="{E5A39C91-5B06-4FA9-6FA6-636AA89BDA63}"/>
              </a:ext>
            </a:extLst>
          </p:cNvPr>
          <p:cNvPicPr>
            <a:picLocks noChangeAspect="1"/>
          </p:cNvPicPr>
          <p:nvPr/>
        </p:nvPicPr>
        <p:blipFill rotWithShape="1">
          <a:blip r:embed="rId7"/>
          <a:srcRect r="1304"/>
          <a:stretch/>
        </p:blipFill>
        <p:spPr>
          <a:xfrm>
            <a:off x="801837" y="6970747"/>
            <a:ext cx="3470905" cy="2344506"/>
          </a:xfrm>
          <a:prstGeom prst="rect">
            <a:avLst/>
          </a:prstGeom>
          <a:ln w="12700">
            <a:miter lim="400000"/>
            <a:headEnd/>
            <a:tailEnd/>
          </a:ln>
          <a:effectLst>
            <a:outerShdw blurRad="558800" dist="38100" dir="18900000" sx="96000" sy="96000" algn="bl" rotWithShape="0">
              <a:srgbClr val="441D85">
                <a:alpha val="52000"/>
              </a:srgbClr>
            </a:outerShdw>
          </a:effectLst>
        </p:spPr>
      </p:pic>
      <p:sp>
        <p:nvSpPr>
          <p:cNvPr id="12" name="Title Placeholder 1">
            <a:extLst>
              <a:ext uri="{FF2B5EF4-FFF2-40B4-BE49-F238E27FC236}">
                <a16:creationId xmlns:a16="http://schemas.microsoft.com/office/drawing/2014/main" id="{2DAC03FF-340C-1BEC-9CFA-E275DBC46AE9}"/>
              </a:ext>
            </a:extLst>
          </p:cNvPr>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竞赛队成果</a:t>
            </a:r>
            <a:endParaRPr lang="en-CN" sz="3200"/>
          </a:p>
        </p:txBody>
      </p:sp>
      <p:cxnSp>
        <p:nvCxnSpPr>
          <p:cNvPr id="13" name="图形">
            <a:extLst>
              <a:ext uri="{FF2B5EF4-FFF2-40B4-BE49-F238E27FC236}">
                <a16:creationId xmlns:a16="http://schemas.microsoft.com/office/drawing/2014/main" id="{9A928D4A-8155-2A65-94EE-407ADC7ED97E}"/>
              </a:ext>
            </a:extLst>
          </p:cNvPr>
          <p:cNvCxnSpPr/>
          <p:nvPr/>
        </p:nvCxnSpPr>
        <p:spPr>
          <a:xfrm>
            <a:off x="466621"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nvGrpSpPr>
          <p:cNvPr id="14" name="组合 13">
            <a:extLst>
              <a:ext uri="{FF2B5EF4-FFF2-40B4-BE49-F238E27FC236}">
                <a16:creationId xmlns:a16="http://schemas.microsoft.com/office/drawing/2014/main" id="{C969B675-B01C-D532-7C4B-CD68456B0B37}"/>
              </a:ext>
            </a:extLst>
          </p:cNvPr>
          <p:cNvGrpSpPr/>
          <p:nvPr/>
        </p:nvGrpSpPr>
        <p:grpSpPr>
          <a:xfrm>
            <a:off x="486584" y="4667700"/>
            <a:ext cx="6958507" cy="730196"/>
            <a:chOff x="774919" y="3739733"/>
            <a:chExt cx="6276327" cy="730196"/>
          </a:xfrm>
        </p:grpSpPr>
        <p:sp>
          <p:nvSpPr>
            <p:cNvPr id="15" name="矩形 32">
              <a:extLst>
                <a:ext uri="{FF2B5EF4-FFF2-40B4-BE49-F238E27FC236}">
                  <a16:creationId xmlns:a16="http://schemas.microsoft.com/office/drawing/2014/main" id="{205E3DE3-028E-E257-832C-D30C71E5C28B}"/>
                </a:ext>
              </a:extLst>
            </p:cNvPr>
            <p:cNvSpPr/>
            <p:nvPr/>
          </p:nvSpPr>
          <p:spPr>
            <a:xfrm rot="5400000" flipH="1">
              <a:off x="3552723" y="971406"/>
              <a:ext cx="730196" cy="626685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16" name="object 18">
              <a:extLst>
                <a:ext uri="{FF2B5EF4-FFF2-40B4-BE49-F238E27FC236}">
                  <a16:creationId xmlns:a16="http://schemas.microsoft.com/office/drawing/2014/main" id="{FA92C1B2-1CAD-420C-BD70-9FF4E64776AD}"/>
                </a:ext>
              </a:extLst>
            </p:cNvPr>
            <p:cNvSpPr/>
            <p:nvPr/>
          </p:nvSpPr>
          <p:spPr>
            <a:xfrm rot="16200000" flipV="1">
              <a:off x="678924" y="3977083"/>
              <a:ext cx="373192" cy="181201"/>
            </a:xfrm>
            <a:custGeom>
              <a:avLst/>
              <a:gdLst/>
              <a:ahLst/>
              <a:cxnLst/>
              <a:rect l="l" t="t" r="r" b="b"/>
              <a:pathLst>
                <a:path w="18185765">
                  <a:moveTo>
                    <a:pt x="0" y="0"/>
                  </a:moveTo>
                  <a:lnTo>
                    <a:pt x="18185310" y="0"/>
                  </a:lnTo>
                </a:path>
              </a:pathLst>
            </a:custGeom>
            <a:ln w="73025">
              <a:solidFill>
                <a:srgbClr val="FFA701"/>
              </a:solidFill>
            </a:ln>
          </p:spPr>
          <p:txBody>
            <a:bodyPr wrap="square" lIns="0" tIns="0" rIns="0" bIns="0" rtlCol="0"/>
            <a:lstStyle/>
            <a:p>
              <a:pPr>
                <a:defRPr/>
              </a:pPr>
              <a:endParaRPr sz="903">
                <a:latin typeface="Microsoft YaHei" panose="020B0503020204020204" pitchFamily="34" charset="-122"/>
                <a:ea typeface="Microsoft YaHei" panose="020B0503020204020204" pitchFamily="34" charset="-122"/>
                <a:cs typeface="Helvetica Neue"/>
              </a:endParaRPr>
            </a:p>
          </p:txBody>
        </p:sp>
        <p:sp>
          <p:nvSpPr>
            <p:cNvPr id="17" name="文本框 10">
              <a:extLst>
                <a:ext uri="{FF2B5EF4-FFF2-40B4-BE49-F238E27FC236}">
                  <a16:creationId xmlns:a16="http://schemas.microsoft.com/office/drawing/2014/main" id="{4AC7A539-883D-111D-9021-647AA9290F0A}"/>
                </a:ext>
              </a:extLst>
            </p:cNvPr>
            <p:cNvSpPr txBox="1"/>
            <p:nvPr/>
          </p:nvSpPr>
          <p:spPr>
            <a:xfrm>
              <a:off x="993286" y="3887353"/>
              <a:ext cx="5433471" cy="369332"/>
            </a:xfrm>
            <a:prstGeom prst="rect">
              <a:avLst/>
            </a:prstGeom>
            <a:noFill/>
          </p:spPr>
          <p:txBody>
            <a:bodyPr wrap="square">
              <a:spAutoFit/>
            </a:bodyPr>
            <a:lstStyle/>
            <a:p>
              <a:pPr algn="l" defTabSz="1007943" hangingPunct="1">
                <a:lnSpc>
                  <a:spcPct val="90000"/>
                </a:lnSpc>
                <a:spcBef>
                  <a:spcPct val="1"/>
                </a:spcBef>
                <a:defRPr sz="1715" b="1"/>
              </a:pPr>
              <a:r>
                <a:rPr lang="zh-CN" altLang="en-US" sz="2000" b="1" kern="1200" dirty="0">
                  <a:solidFill>
                    <a:srgbClr val="441D85"/>
                  </a:solidFill>
                  <a:latin typeface="Microsoft YaHei" panose="020B0503020204020204" pitchFamily="34" charset="-122"/>
                  <a:ea typeface="Microsoft YaHei" panose="020B0503020204020204" pitchFamily="34" charset="-122"/>
                  <a:cs typeface="+mj-cs"/>
                </a:rPr>
                <a:t>连续举办</a:t>
              </a:r>
              <a:r>
                <a:rPr lang="en-US" altLang="zh-CN" sz="2000" b="1" kern="1200" dirty="0">
                  <a:solidFill>
                    <a:srgbClr val="441D85"/>
                  </a:solidFill>
                  <a:latin typeface="Microsoft YaHei" panose="020B0503020204020204" pitchFamily="34" charset="-122"/>
                  <a:ea typeface="Microsoft YaHei" panose="020B0503020204020204" pitchFamily="34" charset="-122"/>
                  <a:cs typeface="+mj-cs"/>
                </a:rPr>
                <a:t>2025-2026</a:t>
              </a:r>
              <a:r>
                <a:rPr lang="zh-CN" altLang="en-US" sz="2000" b="1" kern="1200" dirty="0">
                  <a:solidFill>
                    <a:srgbClr val="441D85"/>
                  </a:solidFill>
                  <a:latin typeface="Microsoft YaHei" panose="020B0503020204020204" pitchFamily="34" charset="-122"/>
                  <a:ea typeface="Microsoft YaHei" panose="020B0503020204020204" pitchFamily="34" charset="-122"/>
                  <a:cs typeface="+mj-cs"/>
                </a:rPr>
                <a:t>年粤港澳大湾区国际编程大赛</a:t>
              </a:r>
            </a:p>
          </p:txBody>
        </p:sp>
      </p:grpSp>
      <p:grpSp>
        <p:nvGrpSpPr>
          <p:cNvPr id="18" name="组合 17">
            <a:extLst>
              <a:ext uri="{FF2B5EF4-FFF2-40B4-BE49-F238E27FC236}">
                <a16:creationId xmlns:a16="http://schemas.microsoft.com/office/drawing/2014/main" id="{A8960B98-A112-1077-BDD7-8D8CE0B24D94}"/>
              </a:ext>
            </a:extLst>
          </p:cNvPr>
          <p:cNvGrpSpPr/>
          <p:nvPr/>
        </p:nvGrpSpPr>
        <p:grpSpPr>
          <a:xfrm>
            <a:off x="466621" y="5836804"/>
            <a:ext cx="6966518" cy="730196"/>
            <a:chOff x="756913" y="4002815"/>
            <a:chExt cx="6283553" cy="730196"/>
          </a:xfrm>
        </p:grpSpPr>
        <p:sp>
          <p:nvSpPr>
            <p:cNvPr id="19" name="矩形 32">
              <a:extLst>
                <a:ext uri="{FF2B5EF4-FFF2-40B4-BE49-F238E27FC236}">
                  <a16:creationId xmlns:a16="http://schemas.microsoft.com/office/drawing/2014/main" id="{40ED07E6-3768-0F0D-B35E-E9DB8DF4584A}"/>
                </a:ext>
              </a:extLst>
            </p:cNvPr>
            <p:cNvSpPr/>
            <p:nvPr/>
          </p:nvSpPr>
          <p:spPr>
            <a:xfrm rot="5400000" flipH="1">
              <a:off x="3534719" y="1234488"/>
              <a:ext cx="730196" cy="626685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tx1"/>
                </a:solidFill>
              </a:endParaRPr>
            </a:p>
          </p:txBody>
        </p:sp>
        <p:sp>
          <p:nvSpPr>
            <p:cNvPr id="20" name="object 18">
              <a:extLst>
                <a:ext uri="{FF2B5EF4-FFF2-40B4-BE49-F238E27FC236}">
                  <a16:creationId xmlns:a16="http://schemas.microsoft.com/office/drawing/2014/main" id="{85878168-D4F3-6CCC-6E35-586B7429283E}"/>
                </a:ext>
              </a:extLst>
            </p:cNvPr>
            <p:cNvSpPr/>
            <p:nvPr/>
          </p:nvSpPr>
          <p:spPr>
            <a:xfrm rot="16200000" flipV="1">
              <a:off x="660918" y="4240165"/>
              <a:ext cx="373192" cy="181201"/>
            </a:xfrm>
            <a:custGeom>
              <a:avLst/>
              <a:gdLst/>
              <a:ahLst/>
              <a:cxnLst/>
              <a:rect l="l" t="t" r="r" b="b"/>
              <a:pathLst>
                <a:path w="18185765">
                  <a:moveTo>
                    <a:pt x="0" y="0"/>
                  </a:moveTo>
                  <a:lnTo>
                    <a:pt x="18185310" y="0"/>
                  </a:lnTo>
                </a:path>
              </a:pathLst>
            </a:custGeom>
            <a:ln w="73025">
              <a:solidFill>
                <a:srgbClr val="FFA701"/>
              </a:solidFill>
            </a:ln>
          </p:spPr>
          <p:txBody>
            <a:bodyPr wrap="square" lIns="0" tIns="0" rIns="0" bIns="0" rtlCol="0"/>
            <a:lstStyle/>
            <a:p>
              <a:pPr>
                <a:defRPr/>
              </a:pPr>
              <a:endParaRPr sz="903">
                <a:solidFill>
                  <a:schemeClr val="tx1"/>
                </a:solidFill>
                <a:latin typeface="Microsoft YaHei" panose="020B0503020204020204" pitchFamily="34" charset="-122"/>
                <a:ea typeface="Microsoft YaHei" panose="020B0503020204020204" pitchFamily="34" charset="-122"/>
                <a:cs typeface="Helvetica Neue"/>
              </a:endParaRPr>
            </a:p>
          </p:txBody>
        </p:sp>
        <p:sp>
          <p:nvSpPr>
            <p:cNvPr id="21" name="文本框 20">
              <a:extLst>
                <a:ext uri="{FF2B5EF4-FFF2-40B4-BE49-F238E27FC236}">
                  <a16:creationId xmlns:a16="http://schemas.microsoft.com/office/drawing/2014/main" id="{953D248B-AD93-379D-DA3A-0C27564F70E9}"/>
                </a:ext>
              </a:extLst>
            </p:cNvPr>
            <p:cNvSpPr txBox="1"/>
            <p:nvPr/>
          </p:nvSpPr>
          <p:spPr>
            <a:xfrm>
              <a:off x="975280" y="4150435"/>
              <a:ext cx="6065186" cy="369332"/>
            </a:xfrm>
            <a:prstGeom prst="rect">
              <a:avLst/>
            </a:prstGeom>
            <a:noFill/>
          </p:spPr>
          <p:txBody>
            <a:bodyPr wrap="square">
              <a:spAutoFit/>
            </a:bodyPr>
            <a:lstStyle/>
            <a:p>
              <a:pPr algn="l" defTabSz="1007943" hangingPunct="1">
                <a:lnSpc>
                  <a:spcPct val="90000"/>
                </a:lnSpc>
                <a:spcBef>
                  <a:spcPct val="1"/>
                </a:spcBef>
                <a:defRPr sz="1715" b="1"/>
              </a:pPr>
              <a:r>
                <a:rPr lang="zh-CN" altLang="en-US" sz="2000" b="1" kern="1200" dirty="0">
                  <a:solidFill>
                    <a:schemeClr val="tx1"/>
                  </a:solidFill>
                  <a:latin typeface="Microsoft YaHei" panose="020B0503020204020204" pitchFamily="34" charset="-122"/>
                  <a:ea typeface="Microsoft YaHei" panose="020B0503020204020204" pitchFamily="34" charset="-122"/>
                  <a:cs typeface="+mj-cs"/>
                </a:rPr>
                <a:t>参与大学招生、开设复习讲座、协助附属学校信奥培训等</a:t>
              </a:r>
            </a:p>
          </p:txBody>
        </p:sp>
      </p:grpSp>
      <p:sp>
        <p:nvSpPr>
          <p:cNvPr id="22" name="文本框 17">
            <a:extLst>
              <a:ext uri="{FF2B5EF4-FFF2-40B4-BE49-F238E27FC236}">
                <a16:creationId xmlns:a16="http://schemas.microsoft.com/office/drawing/2014/main" id="{9ACD5727-0B7F-4264-BABC-F81680548558}"/>
              </a:ext>
            </a:extLst>
          </p:cNvPr>
          <p:cNvSpPr txBox="1"/>
          <p:nvPr/>
        </p:nvSpPr>
        <p:spPr>
          <a:xfrm>
            <a:off x="4778527" y="9557605"/>
            <a:ext cx="4633521" cy="323165"/>
          </a:xfrm>
          <a:prstGeom prst="rect">
            <a:avLst/>
          </a:prstGeom>
          <a:noFill/>
        </p:spPr>
        <p:txBody>
          <a:bodyPr wrap="square">
            <a:spAutoFit/>
          </a:bodyPr>
          <a:lstStyle/>
          <a:p>
            <a:r>
              <a:rPr lang="en-US" altLang="zh-CN" sz="1500" dirty="0">
                <a:solidFill>
                  <a:schemeClr val="tx1">
                    <a:lumMod val="85000"/>
                    <a:lumOff val="15000"/>
                  </a:schemeClr>
                </a:solidFill>
                <a:latin typeface="华文宋体" panose="02010600040101010101" pitchFamily="2" charset="-122"/>
                <a:ea typeface="华文宋体" panose="02010600040101010101" pitchFamily="2" charset="-122"/>
                <a:cs typeface="+mn-ea"/>
              </a:rPr>
              <a:t>8</a:t>
            </a:r>
            <a:endParaRPr lang="zh-CN" altLang="en-US" sz="1500" dirty="0">
              <a:solidFill>
                <a:schemeClr val="tx1">
                  <a:lumMod val="85000"/>
                  <a:lumOff val="15000"/>
                </a:schemeClr>
              </a:solidFill>
              <a:latin typeface="华文宋体" panose="02010600040101010101" pitchFamily="2" charset="-122"/>
              <a:ea typeface="华文宋体" panose="02010600040101010101" pitchFamily="2" charset="-122"/>
              <a:cs typeface="+mn-ea"/>
            </a:endParaRPr>
          </a:p>
        </p:txBody>
      </p:sp>
      <p:sp>
        <p:nvSpPr>
          <p:cNvPr id="34" name="矩形 32">
            <a:extLst>
              <a:ext uri="{FF2B5EF4-FFF2-40B4-BE49-F238E27FC236}">
                <a16:creationId xmlns:a16="http://schemas.microsoft.com/office/drawing/2014/main" id="{404EF5AD-63C7-4BED-A2EB-3AF91A088442}"/>
              </a:ext>
            </a:extLst>
          </p:cNvPr>
          <p:cNvSpPr/>
          <p:nvPr/>
        </p:nvSpPr>
        <p:spPr>
          <a:xfrm rot="5400000" flipH="1">
            <a:off x="3586032" y="233805"/>
            <a:ext cx="730196" cy="694800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35" name="object 18">
            <a:extLst>
              <a:ext uri="{FF2B5EF4-FFF2-40B4-BE49-F238E27FC236}">
                <a16:creationId xmlns:a16="http://schemas.microsoft.com/office/drawing/2014/main" id="{1B4412E9-6A6A-9A4A-EBBB-4FA723AF2A14}"/>
              </a:ext>
            </a:extLst>
          </p:cNvPr>
          <p:cNvSpPr/>
          <p:nvPr/>
        </p:nvSpPr>
        <p:spPr>
          <a:xfrm rot="16200000" flipV="1">
            <a:off x="380474" y="3570210"/>
            <a:ext cx="373192" cy="200896"/>
          </a:xfrm>
          <a:custGeom>
            <a:avLst/>
            <a:gdLst/>
            <a:ahLst/>
            <a:cxnLst/>
            <a:rect l="l" t="t" r="r" b="b"/>
            <a:pathLst>
              <a:path w="18185765">
                <a:moveTo>
                  <a:pt x="0" y="0"/>
                </a:moveTo>
                <a:lnTo>
                  <a:pt x="18185310" y="0"/>
                </a:lnTo>
              </a:path>
            </a:pathLst>
          </a:custGeom>
          <a:ln w="73025">
            <a:solidFill>
              <a:srgbClr val="FFA701"/>
            </a:solidFill>
          </a:ln>
        </p:spPr>
        <p:txBody>
          <a:bodyPr wrap="square" lIns="0" tIns="0" rIns="0" bIns="0" rtlCol="0"/>
          <a:lstStyle/>
          <a:p>
            <a:pPr>
              <a:defRPr/>
            </a:pPr>
            <a:endParaRPr sz="903">
              <a:latin typeface="Microsoft YaHei" panose="020B0503020204020204" pitchFamily="34" charset="-122"/>
              <a:ea typeface="Microsoft YaHei" panose="020B0503020204020204" pitchFamily="34" charset="-122"/>
              <a:cs typeface="Helvetica Neue"/>
            </a:endParaRPr>
          </a:p>
        </p:txBody>
      </p:sp>
      <p:sp>
        <p:nvSpPr>
          <p:cNvPr id="36" name="文本框 10">
            <a:extLst>
              <a:ext uri="{FF2B5EF4-FFF2-40B4-BE49-F238E27FC236}">
                <a16:creationId xmlns:a16="http://schemas.microsoft.com/office/drawing/2014/main" id="{A349727A-2A00-70E0-066C-7D5CDE6B33C0}"/>
              </a:ext>
            </a:extLst>
          </p:cNvPr>
          <p:cNvSpPr txBox="1"/>
          <p:nvPr/>
        </p:nvSpPr>
        <p:spPr>
          <a:xfrm>
            <a:off x="708723" y="3490327"/>
            <a:ext cx="6024040" cy="369332"/>
          </a:xfrm>
          <a:prstGeom prst="rect">
            <a:avLst/>
          </a:prstGeom>
          <a:noFill/>
        </p:spPr>
        <p:txBody>
          <a:bodyPr wrap="square">
            <a:spAutoFit/>
          </a:bodyPr>
          <a:lstStyle/>
          <a:p>
            <a:pPr algn="l" defTabSz="1007943" hangingPunct="1">
              <a:lnSpc>
                <a:spcPct val="90000"/>
              </a:lnSpc>
              <a:spcBef>
                <a:spcPct val="1"/>
              </a:spcBef>
              <a:defRPr sz="1715" b="1"/>
            </a:pPr>
            <a:r>
              <a:rPr lang="zh-CN" altLang="en-US" sz="2000" b="1" kern="1200">
                <a:solidFill>
                  <a:srgbClr val="441D85"/>
                </a:solidFill>
                <a:latin typeface="Microsoft YaHei" panose="020B0503020204020204" pitchFamily="34" charset="-122"/>
                <a:ea typeface="Microsoft YaHei" panose="020B0503020204020204" pitchFamily="34" charset="-122"/>
              </a:rPr>
              <a:t>获得第</a:t>
            </a:r>
            <a:r>
              <a:rPr lang="en-US" altLang="zh-CN" sz="2000" b="1" kern="1200">
                <a:solidFill>
                  <a:srgbClr val="441D85"/>
                </a:solidFill>
                <a:latin typeface="Microsoft YaHei" panose="020B0503020204020204" pitchFamily="34" charset="-122"/>
                <a:ea typeface="Microsoft YaHei" panose="020B0503020204020204" pitchFamily="34" charset="-122"/>
              </a:rPr>
              <a:t>46</a:t>
            </a:r>
            <a:r>
              <a:rPr lang="zh-CN" altLang="en-US" sz="2000" b="1" kern="1200">
                <a:solidFill>
                  <a:srgbClr val="441D85"/>
                </a:solidFill>
                <a:latin typeface="Microsoft YaHei" panose="020B0503020204020204" pitchFamily="34" charset="-122"/>
                <a:ea typeface="Microsoft YaHei" panose="020B0503020204020204" pitchFamily="34" charset="-122"/>
              </a:rPr>
              <a:t>届、</a:t>
            </a:r>
            <a:r>
              <a:rPr lang="en-US" altLang="zh-CN" sz="2000" b="1" kern="1200">
                <a:solidFill>
                  <a:srgbClr val="441D85"/>
                </a:solidFill>
                <a:latin typeface="Microsoft YaHei" panose="020B0503020204020204" pitchFamily="34" charset="-122"/>
                <a:ea typeface="Microsoft YaHei" panose="020B0503020204020204" pitchFamily="34" charset="-122"/>
              </a:rPr>
              <a:t>48</a:t>
            </a:r>
            <a:r>
              <a:rPr lang="zh-CN" altLang="en-US" sz="2000" b="1" kern="1200">
                <a:solidFill>
                  <a:srgbClr val="441D85"/>
                </a:solidFill>
                <a:latin typeface="Microsoft YaHei" panose="020B0503020204020204" pitchFamily="34" charset="-122"/>
                <a:ea typeface="Microsoft YaHei" panose="020B0503020204020204" pitchFamily="34" charset="-122"/>
              </a:rPr>
              <a:t>届 </a:t>
            </a:r>
            <a:r>
              <a:rPr lang="en-US" altLang="zh-CN" sz="2000" b="1" kern="1200">
                <a:solidFill>
                  <a:srgbClr val="441D85"/>
                </a:solidFill>
                <a:latin typeface="Microsoft YaHei" panose="020B0503020204020204" pitchFamily="34" charset="-122"/>
                <a:ea typeface="Microsoft YaHei" panose="020B0503020204020204" pitchFamily="34" charset="-122"/>
              </a:rPr>
              <a:t>ICPC</a:t>
            </a:r>
            <a:r>
              <a:rPr lang="zh-CN" altLang="en-US" sz="2000" b="1" kern="1200">
                <a:solidFill>
                  <a:srgbClr val="441D85"/>
                </a:solidFill>
                <a:latin typeface="Microsoft YaHei" panose="020B0503020204020204" pitchFamily="34" charset="-122"/>
                <a:ea typeface="Microsoft YaHei" panose="020B0503020204020204" pitchFamily="34" charset="-122"/>
              </a:rPr>
              <a:t> </a:t>
            </a:r>
            <a:r>
              <a:rPr lang="en-HK" altLang="zh-CN" sz="2000" b="1" kern="1200">
                <a:solidFill>
                  <a:srgbClr val="441D85"/>
                </a:solidFill>
                <a:latin typeface="Microsoft YaHei" panose="020B0503020204020204" pitchFamily="34" charset="-122"/>
                <a:ea typeface="Microsoft YaHei" panose="020B0503020204020204" pitchFamily="34" charset="-122"/>
              </a:rPr>
              <a:t>World Final </a:t>
            </a:r>
            <a:r>
              <a:rPr lang="zh-CN" altLang="en-US" sz="2000" b="1" kern="1200">
                <a:solidFill>
                  <a:srgbClr val="441D85"/>
                </a:solidFill>
                <a:latin typeface="Microsoft YaHei" panose="020B0503020204020204" pitchFamily="34" charset="-122"/>
                <a:ea typeface="Microsoft YaHei" panose="020B0503020204020204" pitchFamily="34" charset="-122"/>
              </a:rPr>
              <a:t>出线资格</a:t>
            </a:r>
            <a:endParaRPr lang="zh-CN" altLang="en-US" sz="2000" b="1" kern="1200" dirty="0">
              <a:solidFill>
                <a:srgbClr val="441D85"/>
              </a:solidFill>
              <a:latin typeface="Microsoft YaHei" panose="020B0503020204020204" pitchFamily="34" charset="-122"/>
              <a:ea typeface="Microsoft YaHei" panose="020B0503020204020204" pitchFamily="34" charset="-122"/>
            </a:endParaRPr>
          </a:p>
        </p:txBody>
      </p:sp>
      <p:sp>
        <p:nvSpPr>
          <p:cNvPr id="46" name="矩形 32">
            <a:extLst>
              <a:ext uri="{FF2B5EF4-FFF2-40B4-BE49-F238E27FC236}">
                <a16:creationId xmlns:a16="http://schemas.microsoft.com/office/drawing/2014/main" id="{931CFE5C-C639-02CE-BFE1-DEF29378B998}"/>
              </a:ext>
            </a:extLst>
          </p:cNvPr>
          <p:cNvSpPr/>
          <p:nvPr/>
        </p:nvSpPr>
        <p:spPr>
          <a:xfrm rot="5400000" flipH="1">
            <a:off x="3605992" y="2127062"/>
            <a:ext cx="730196" cy="694800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47" name="object 18">
            <a:extLst>
              <a:ext uri="{FF2B5EF4-FFF2-40B4-BE49-F238E27FC236}">
                <a16:creationId xmlns:a16="http://schemas.microsoft.com/office/drawing/2014/main" id="{B7C3018B-4321-0232-93B5-05AEEFCC0969}"/>
              </a:ext>
            </a:extLst>
          </p:cNvPr>
          <p:cNvSpPr/>
          <p:nvPr/>
        </p:nvSpPr>
        <p:spPr>
          <a:xfrm rot="16200000" flipV="1">
            <a:off x="400436" y="5463467"/>
            <a:ext cx="373192" cy="200896"/>
          </a:xfrm>
          <a:custGeom>
            <a:avLst/>
            <a:gdLst/>
            <a:ahLst/>
            <a:cxnLst/>
            <a:rect l="l" t="t" r="r" b="b"/>
            <a:pathLst>
              <a:path w="18185765">
                <a:moveTo>
                  <a:pt x="0" y="0"/>
                </a:moveTo>
                <a:lnTo>
                  <a:pt x="18185310" y="0"/>
                </a:lnTo>
              </a:path>
            </a:pathLst>
          </a:custGeom>
          <a:ln w="73025">
            <a:solidFill>
              <a:srgbClr val="FFA701"/>
            </a:solidFill>
          </a:ln>
        </p:spPr>
        <p:txBody>
          <a:bodyPr wrap="square" lIns="0" tIns="0" rIns="0" bIns="0" rtlCol="0"/>
          <a:lstStyle/>
          <a:p>
            <a:pPr>
              <a:defRPr/>
            </a:pPr>
            <a:endParaRPr sz="903">
              <a:latin typeface="Microsoft YaHei" panose="020B0503020204020204" pitchFamily="34" charset="-122"/>
              <a:ea typeface="Microsoft YaHei" panose="020B0503020204020204" pitchFamily="34" charset="-122"/>
              <a:cs typeface="Helvetica Neue"/>
            </a:endParaRPr>
          </a:p>
        </p:txBody>
      </p:sp>
      <p:sp>
        <p:nvSpPr>
          <p:cNvPr id="48" name="文本框 10">
            <a:extLst>
              <a:ext uri="{FF2B5EF4-FFF2-40B4-BE49-F238E27FC236}">
                <a16:creationId xmlns:a16="http://schemas.microsoft.com/office/drawing/2014/main" id="{ED85B47B-41EB-F355-42DA-2475D0C11BB2}"/>
              </a:ext>
            </a:extLst>
          </p:cNvPr>
          <p:cNvSpPr txBox="1"/>
          <p:nvPr/>
        </p:nvSpPr>
        <p:spPr>
          <a:xfrm>
            <a:off x="728685" y="5383584"/>
            <a:ext cx="6024040" cy="369332"/>
          </a:xfrm>
          <a:prstGeom prst="rect">
            <a:avLst/>
          </a:prstGeom>
          <a:noFill/>
        </p:spPr>
        <p:txBody>
          <a:bodyPr wrap="square">
            <a:spAutoFit/>
          </a:bodyPr>
          <a:lstStyle/>
          <a:p>
            <a:pPr algn="l" defTabSz="1007943" hangingPunct="1">
              <a:lnSpc>
                <a:spcPct val="90000"/>
              </a:lnSpc>
              <a:spcBef>
                <a:spcPct val="1"/>
              </a:spcBef>
              <a:defRPr sz="1715" b="1"/>
            </a:pPr>
            <a:r>
              <a:rPr lang="zh-CN" altLang="en-US" sz="2000" b="1" kern="1200" dirty="0">
                <a:solidFill>
                  <a:srgbClr val="441D85"/>
                </a:solidFill>
                <a:latin typeface="Microsoft YaHei" panose="020B0503020204020204" pitchFamily="34" charset="-122"/>
                <a:ea typeface="Microsoft YaHei" panose="020B0503020204020204" pitchFamily="34" charset="-122"/>
                <a:cs typeface="+mj-cs"/>
              </a:rPr>
              <a:t>举办</a:t>
            </a:r>
            <a:r>
              <a:rPr lang="en-US" altLang="zh-CN" sz="2000" b="1" kern="1200" dirty="0">
                <a:solidFill>
                  <a:srgbClr val="441D85"/>
                </a:solidFill>
                <a:latin typeface="Microsoft YaHei" panose="020B0503020204020204" pitchFamily="34" charset="-122"/>
                <a:ea typeface="Microsoft YaHei" panose="020B0503020204020204" pitchFamily="34" charset="-122"/>
                <a:cs typeface="+mj-cs"/>
              </a:rPr>
              <a:t>2026</a:t>
            </a:r>
            <a:r>
              <a:rPr lang="zh-CN" altLang="en-US" sz="2000" b="1" kern="1200" dirty="0">
                <a:solidFill>
                  <a:srgbClr val="441D85"/>
                </a:solidFill>
                <a:latin typeface="Microsoft YaHei" panose="020B0503020204020204" pitchFamily="34" charset="-122"/>
                <a:ea typeface="Microsoft YaHei" panose="020B0503020204020204" pitchFamily="34" charset="-122"/>
                <a:cs typeface="+mj-cs"/>
              </a:rPr>
              <a:t>年</a:t>
            </a:r>
            <a:r>
              <a:rPr lang="en-US" altLang="zh-CN" sz="2000" b="1" kern="1200" dirty="0">
                <a:solidFill>
                  <a:srgbClr val="441D85"/>
                </a:solidFill>
                <a:latin typeface="Microsoft YaHei" panose="020B0503020204020204" pitchFamily="34" charset="-122"/>
                <a:ea typeface="Microsoft YaHei" panose="020B0503020204020204" pitchFamily="34" charset="-122"/>
                <a:cs typeface="+mj-cs"/>
              </a:rPr>
              <a:t>ICPC</a:t>
            </a:r>
            <a:r>
              <a:rPr lang="zh-CN" altLang="en-US" sz="2000" b="1" kern="1200" dirty="0">
                <a:solidFill>
                  <a:srgbClr val="441D85"/>
                </a:solidFill>
                <a:latin typeface="Microsoft YaHei" panose="020B0503020204020204" pitchFamily="34" charset="-122"/>
                <a:ea typeface="Microsoft YaHei" panose="020B0503020204020204" pitchFamily="34" charset="-122"/>
                <a:cs typeface="+mj-cs"/>
              </a:rPr>
              <a:t>全国邀请赛（深圳）</a:t>
            </a:r>
          </a:p>
        </p:txBody>
      </p:sp>
    </p:spTree>
    <p:extLst>
      <p:ext uri="{BB962C8B-B14F-4D97-AF65-F5344CB8AC3E}">
        <p14:creationId xmlns:p14="http://schemas.microsoft.com/office/powerpoint/2010/main" val="1464322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5" name="组合 14"/>
          <p:cNvGrpSpPr/>
          <p:nvPr/>
        </p:nvGrpSpPr>
        <p:grpSpPr>
          <a:xfrm>
            <a:off x="9752" y="255633"/>
            <a:ext cx="7549923" cy="9999797"/>
            <a:chOff x="9752" y="255633"/>
            <a:chExt cx="7549923" cy="9999797"/>
          </a:xfrm>
        </p:grpSpPr>
        <p:pic>
          <p:nvPicPr>
            <p:cNvPr id="156" name="图片 15"/>
            <p:cNvPicPr>
              <a:picLocks noChangeAspect="1"/>
            </p:cNvPicPr>
            <p:nvPr/>
          </p:nvPicPr>
          <p:blipFill>
            <a:blip r:embed="rId3"/>
            <a:srcRect r="1505"/>
            <a:stretch/>
          </p:blipFill>
          <p:spPr>
            <a:xfrm>
              <a:off x="9752" y="255633"/>
              <a:ext cx="7549923" cy="9999797"/>
            </a:xfrm>
            <a:prstGeom prst="rect">
              <a:avLst/>
            </a:prstGeom>
          </p:spPr>
        </p:pic>
        <p:pic>
          <p:nvPicPr>
            <p:cNvPr id="157" name="图片 17"/>
            <p:cNvPicPr>
              <a:picLocks noChangeAspect="1"/>
            </p:cNvPicPr>
            <p:nvPr/>
          </p:nvPicPr>
          <p:blipFill>
            <a:blip r:embed="rId4"/>
            <a:stretch>
              <a:fillRect/>
            </a:stretch>
          </p:blipFill>
          <p:spPr>
            <a:xfrm>
              <a:off x="2733503" y="958361"/>
              <a:ext cx="4803852" cy="183897"/>
            </a:xfrm>
            <a:prstGeom prst="rect">
              <a:avLst/>
            </a:prstGeom>
          </p:spPr>
        </p:pic>
        <p:pic>
          <p:nvPicPr>
            <p:cNvPr id="158" name="图片 19"/>
            <p:cNvPicPr>
              <a:picLocks noChangeAspect="1"/>
            </p:cNvPicPr>
            <p:nvPr/>
          </p:nvPicPr>
          <p:blipFill>
            <a:blip r:embed="rId5"/>
            <a:stretch>
              <a:fillRect/>
            </a:stretch>
          </p:blipFill>
          <p:spPr>
            <a:xfrm>
              <a:off x="2955317" y="489607"/>
              <a:ext cx="4480144" cy="476842"/>
            </a:xfrm>
            <a:prstGeom prst="rect">
              <a:avLst/>
            </a:prstGeom>
          </p:spPr>
        </p:pic>
      </p:grpSp>
      <p:sp>
        <p:nvSpPr>
          <p:cNvPr id="159" name="矩形 34"/>
          <p:cNvSpPr/>
          <p:nvPr/>
        </p:nvSpPr>
        <p:spPr>
          <a:xfrm rot="5400000" flipH="1">
            <a:off x="2424491" y="2841033"/>
            <a:ext cx="3141924" cy="6991677"/>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60" name="矩形 1"/>
          <p:cNvSpPr/>
          <p:nvPr/>
        </p:nvSpPr>
        <p:spPr>
          <a:xfrm rot="5400000" flipH="1">
            <a:off x="2368661" y="230704"/>
            <a:ext cx="3141924" cy="6991677"/>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62" name="Title Placeholder 1"/>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优秀队伍</a:t>
            </a:r>
            <a:endParaRPr lang="en-CN" sz="3200" dirty="0"/>
          </a:p>
        </p:txBody>
      </p:sp>
      <p:cxnSp>
        <p:nvCxnSpPr>
          <p:cNvPr id="164" name="图形"/>
          <p:cNvCxnSpPr>
            <a:cxnSpLocks/>
          </p:cNvCxnSpPr>
          <p:nvPr/>
        </p:nvCxnSpPr>
        <p:spPr>
          <a:xfrm>
            <a:off x="466621"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pic>
        <p:nvPicPr>
          <p:cNvPr id="165" name="Picture 4"/>
          <p:cNvPicPr>
            <a:picLocks noChangeAspect="1" noChangeArrowheads="1"/>
          </p:cNvPicPr>
          <p:nvPr/>
        </p:nvPicPr>
        <p:blipFill rotWithShape="1">
          <a:blip r:embed="rId6"/>
          <a:srcRect l="20456" t="25449" r="28117" b="33960"/>
          <a:stretch/>
        </p:blipFill>
        <p:spPr bwMode="auto">
          <a:xfrm>
            <a:off x="499614" y="4872829"/>
            <a:ext cx="4258800" cy="2242401"/>
          </a:xfrm>
          <a:prstGeom prst="rect">
            <a:avLst/>
          </a:prstGeom>
          <a:noFill/>
        </p:spPr>
      </p:pic>
      <p:pic>
        <p:nvPicPr>
          <p:cNvPr id="169" name="图片 3"/>
          <p:cNvPicPr>
            <a:picLocks noChangeAspect="1"/>
          </p:cNvPicPr>
          <p:nvPr/>
        </p:nvPicPr>
        <p:blipFill rotWithShape="1">
          <a:blip r:embed="rId7" cstate="print"/>
          <a:srcRect t="19337" b="11471"/>
          <a:stretch/>
        </p:blipFill>
        <p:spPr>
          <a:xfrm>
            <a:off x="500208" y="2324774"/>
            <a:ext cx="4258206" cy="2208892"/>
          </a:xfrm>
          <a:prstGeom prst="rect">
            <a:avLst/>
          </a:prstGeom>
        </p:spPr>
      </p:pic>
      <p:sp>
        <p:nvSpPr>
          <p:cNvPr id="175" name="文本框 16"/>
          <p:cNvSpPr txBox="1"/>
          <p:nvPr/>
        </p:nvSpPr>
        <p:spPr>
          <a:xfrm>
            <a:off x="4768037" y="2129380"/>
            <a:ext cx="2820567" cy="26068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pPr algn="l" defTabSz="403177">
              <a:lnSpc>
                <a:spcPct val="125000"/>
              </a:lnSpc>
            </a:pPr>
            <a:r>
              <a:rPr lang="zh-CN" altLang="en-GB" sz="1500" b="1" dirty="0">
                <a:solidFill>
                  <a:schemeClr val="tx1"/>
                </a:solidFill>
                <a:latin typeface="微软雅黑" panose="020B0503020204020204" pitchFamily="34" charset="-122"/>
                <a:ea typeface="微软雅黑" panose="020B0503020204020204" pitchFamily="34" charset="-122"/>
                <a:cs typeface="Times New Roman" panose="02020603050405020304"/>
                <a:sym typeface="Times New Roman" panose="02020603050405020304"/>
              </a:rPr>
              <a:t>队伍</a:t>
            </a:r>
            <a:r>
              <a:rPr lang="zh-CN" altLang="en-US" sz="1500" b="1" dirty="0">
                <a:solidFill>
                  <a:schemeClr val="tx1"/>
                </a:solidFill>
                <a:latin typeface="微软雅黑" panose="020B0503020204020204" pitchFamily="34" charset="-122"/>
                <a:ea typeface="微软雅黑" panose="020B0503020204020204" pitchFamily="34" charset="-122"/>
                <a:cs typeface="Times New Roman" panose="02020603050405020304"/>
                <a:sym typeface="Times New Roman" panose="02020603050405020304"/>
              </a:rPr>
              <a:t>名称：</a:t>
            </a:r>
            <a:endParaRPr lang="en-US" altLang="zh-CN" sz="1500" b="1" dirty="0">
              <a:solidFill>
                <a:schemeClr val="tx1"/>
              </a:solidFill>
              <a:latin typeface="微软雅黑" panose="020B0503020204020204" pitchFamily="34" charset="-122"/>
              <a:ea typeface="微软雅黑" panose="020B0503020204020204" pitchFamily="34" charset="-122"/>
              <a:cs typeface="Times New Roman" panose="02020603050405020304"/>
              <a:sym typeface="Times New Roman" panose="02020603050405020304"/>
            </a:endParaRPr>
          </a:p>
          <a:p>
            <a:pPr algn="l" defTabSz="403177">
              <a:lnSpc>
                <a:spcPct val="125000"/>
              </a:lnSpc>
            </a:pPr>
            <a:r>
              <a:rPr lang="en-US" altLang="zh-CN" sz="1500" dirty="0">
                <a:solidFill>
                  <a:schemeClr val="tx1"/>
                </a:solidFill>
                <a:latin typeface="SimSun" panose="02010600030101010101" pitchFamily="2" charset="-122"/>
                <a:ea typeface="SimSun" panose="02010600030101010101" pitchFamily="2" charset="-122"/>
                <a:cs typeface="Times New Roman" panose="02020603050405020304"/>
                <a:sym typeface="Times New Roman" panose="02020603050405020304"/>
              </a:rPr>
              <a:t>  </a:t>
            </a:r>
            <a:r>
              <a:rPr lang="zh-CN" altLang="en-US" sz="1500" dirty="0">
                <a:solidFill>
                  <a:schemeClr val="tx1"/>
                </a:solidFill>
                <a:latin typeface="SimSun" panose="02010600030101010101" pitchFamily="2" charset="-122"/>
                <a:ea typeface="SimSun" panose="02010600030101010101" pitchFamily="2" charset="-122"/>
                <a:cs typeface="Times New Roman" panose="02020603050405020304"/>
                <a:sym typeface="Times New Roman" panose="02020603050405020304"/>
              </a:rPr>
              <a:t>新手上路</a:t>
            </a:r>
            <a:endParaRPr lang="en-US" altLang="zh-CN" sz="1500" dirty="0">
              <a:solidFill>
                <a:schemeClr val="tx1"/>
              </a:solidFill>
              <a:latin typeface="SimSun" panose="02010600030101010101" pitchFamily="2" charset="-122"/>
              <a:ea typeface="SimSun" panose="02010600030101010101" pitchFamily="2" charset="-122"/>
              <a:cs typeface="Times New Roman" panose="02020603050405020304"/>
              <a:sym typeface="Times New Roman" panose="02020603050405020304"/>
            </a:endParaRPr>
          </a:p>
          <a:p>
            <a:pPr algn="l" defTabSz="403177">
              <a:lnSpc>
                <a:spcPct val="125000"/>
              </a:lnSpc>
            </a:pPr>
            <a:r>
              <a:rPr lang="en-US" altLang="zh-CN" sz="1500" dirty="0">
                <a:solidFill>
                  <a:schemeClr val="tx1"/>
                </a:solidFill>
                <a:latin typeface="微软雅黑" panose="020B0503020204020204" pitchFamily="34" charset="-122"/>
                <a:ea typeface="微软雅黑" panose="020B0503020204020204" pitchFamily="34" charset="-122"/>
                <a:cs typeface="Times New Roman" panose="02020603050405020304"/>
                <a:sym typeface="Times New Roman" panose="02020603050405020304"/>
              </a:rPr>
              <a:t>   </a:t>
            </a:r>
            <a:r>
              <a:rPr lang="zh-CN" altLang="en-US" sz="15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a:rPr>
              <a:t>（</a:t>
            </a:r>
            <a:r>
              <a:rPr lang="en-GB" altLang="zh-CN" sz="15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a:rPr>
              <a:t>Novices on the Road</a:t>
            </a:r>
            <a:r>
              <a:rPr lang="zh-CN" altLang="en-US" sz="15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a:rPr>
              <a:t>）</a:t>
            </a:r>
            <a:endParaRPr lang="en-US" altLang="zh-CN" sz="15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a:endParaRPr>
          </a:p>
          <a:p>
            <a:pPr algn="l" defTabSz="403177">
              <a:lnSpc>
                <a:spcPct val="125000"/>
              </a:lnSpc>
            </a:pPr>
            <a:r>
              <a:rPr lang="zh-CN" altLang="en-US" sz="1500" b="1" dirty="0">
                <a:solidFill>
                  <a:schemeClr val="tx1"/>
                </a:solidFill>
                <a:latin typeface="微软雅黑" panose="020B0503020204020204" pitchFamily="34" charset="-122"/>
                <a:ea typeface="微软雅黑" panose="020B0503020204020204" pitchFamily="34" charset="-122"/>
                <a:cs typeface="Times New Roman" panose="02020603050405020304"/>
                <a:sym typeface="Times New Roman" panose="02020603050405020304"/>
              </a:rPr>
              <a:t>队伍成员（从左到右） ：</a:t>
            </a:r>
            <a:endParaRPr lang="en-US" altLang="zh-CN" sz="1500" b="1" dirty="0">
              <a:solidFill>
                <a:schemeClr val="tx1"/>
              </a:solidFill>
              <a:latin typeface="微软雅黑" panose="020B0503020204020204" pitchFamily="34" charset="-122"/>
              <a:ea typeface="微软雅黑" panose="020B0503020204020204" pitchFamily="34" charset="-122"/>
              <a:cs typeface="Times New Roman" panose="02020603050405020304"/>
              <a:sym typeface="Times New Roman" panose="02020603050405020304"/>
            </a:endParaRPr>
          </a:p>
          <a:p>
            <a:pPr algn="l" defTabSz="403177">
              <a:lnSpc>
                <a:spcPct val="125000"/>
              </a:lnSpc>
            </a:pPr>
            <a:r>
              <a:rPr lang="en-US" altLang="zh-CN" sz="1500" b="1" dirty="0">
                <a:solidFill>
                  <a:schemeClr val="tx1"/>
                </a:solidFill>
                <a:latin typeface="微软雅黑" panose="020B0503020204020204" pitchFamily="34" charset="-122"/>
                <a:ea typeface="微软雅黑" panose="020B0503020204020204" pitchFamily="34" charset="-122"/>
                <a:cs typeface="Times New Roman" panose="02020603050405020304"/>
                <a:sym typeface="Times New Roman" panose="02020603050405020304"/>
              </a:rPr>
              <a:t>    </a:t>
            </a:r>
            <a:r>
              <a:rPr lang="zh-CN" altLang="en-US" sz="1500" b="1" dirty="0">
                <a:solidFill>
                  <a:schemeClr val="tx1"/>
                </a:solidFill>
                <a:latin typeface="SimSun" panose="02010600030101010101" pitchFamily="2" charset="-122"/>
                <a:ea typeface="SimSun" panose="02010600030101010101" pitchFamily="2" charset="-122"/>
                <a:cs typeface="Times New Roman" panose="02020603050405020304"/>
                <a:sym typeface="Times New Roman" panose="02020603050405020304"/>
              </a:rPr>
              <a:t>徐源、郭青硕、忙秋阳</a:t>
            </a:r>
            <a:endParaRPr lang="en-US" altLang="zh-CN" sz="1500" dirty="0">
              <a:solidFill>
                <a:schemeClr val="tx1"/>
              </a:solidFill>
              <a:latin typeface="SimSun" panose="02010600030101010101" pitchFamily="2" charset="-122"/>
              <a:ea typeface="SimSun" panose="02010600030101010101" pitchFamily="2" charset="-122"/>
              <a:cs typeface="Times New Roman" panose="02020603050405020304"/>
              <a:sym typeface="Times New Roman" panose="02020603050405020304"/>
            </a:endParaRPr>
          </a:p>
          <a:p>
            <a:pPr algn="l" defTabSz="403177"/>
            <a:r>
              <a:rPr lang="zh-CN" altLang="en-US" sz="1500" b="1" dirty="0">
                <a:solidFill>
                  <a:schemeClr val="tx1"/>
                </a:solidFill>
                <a:latin typeface="微软雅黑" panose="020B0503020204020204" pitchFamily="34" charset="-122"/>
                <a:ea typeface="微软雅黑" panose="020B0503020204020204" pitchFamily="34" charset="-122"/>
                <a:cs typeface="Times New Roman" panose="02020603050405020304"/>
                <a:sym typeface="Times New Roman" panose="02020603050405020304"/>
              </a:rPr>
              <a:t>所获荣誉：</a:t>
            </a:r>
            <a:endParaRPr lang="en-US" altLang="zh-CN" sz="1500" b="1" dirty="0">
              <a:solidFill>
                <a:schemeClr val="tx1"/>
              </a:solidFill>
              <a:latin typeface="微软雅黑" panose="020B0503020204020204" pitchFamily="34" charset="-122"/>
              <a:ea typeface="微软雅黑" panose="020B0503020204020204" pitchFamily="34" charset="-122"/>
              <a:cs typeface="Times New Roman" panose="02020603050405020304"/>
              <a:sym typeface="Times New Roman" panose="02020603050405020304"/>
            </a:endParaRPr>
          </a:p>
          <a:p>
            <a:pPr algn="l" defTabSz="403177">
              <a:lnSpc>
                <a:spcPct val="125000"/>
              </a:lnSpc>
              <a:defRPr sz="1280">
                <a:solidFill>
                  <a:srgbClr val="450D59"/>
                </a:solidFill>
              </a:defRPr>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    </a:t>
            </a:r>
            <a:r>
              <a:rPr lang="en-GB"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ICPC  </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亚洲区决赛金牌</a:t>
            </a:r>
            <a:endParaRPr lang="zh-CN" altLang="en-US" sz="1500" dirty="0"/>
          </a:p>
          <a:p>
            <a:pPr algn="l" defTabSz="403177">
              <a:lnSpc>
                <a:spcPct val="125000"/>
              </a:lnSpc>
              <a:defRPr sz="1120"/>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    </a:t>
            </a:r>
            <a:r>
              <a:rPr lang="en-GB"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ICPC  </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沈阳站亚军</a:t>
            </a:r>
            <a:endParaRPr lang="zh-CN" altLang="en-US" sz="1500" dirty="0"/>
          </a:p>
          <a:p>
            <a:pPr algn="l" defTabSz="403177">
              <a:lnSpc>
                <a:spcPct val="125000"/>
              </a:lnSpc>
              <a:defRPr sz="1280">
                <a:solidFill>
                  <a:srgbClr val="450D59"/>
                </a:solidFill>
              </a:defRPr>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    </a:t>
            </a:r>
            <a:r>
              <a:rPr lang="en-GB"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ICPC World</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 </a:t>
            </a:r>
            <a:r>
              <a:rPr lang="en-GB"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Final </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参赛资格</a:t>
            </a:r>
            <a:endParaRPr lang="en-US" altLang="zh-CN" sz="1500" b="1" dirty="0">
              <a:latin typeface="+mn-ea"/>
              <a:sym typeface="Times New Roman" panose="02020603050405020304"/>
            </a:endParaRPr>
          </a:p>
        </p:txBody>
      </p:sp>
      <p:sp>
        <p:nvSpPr>
          <p:cNvPr id="176" name="文本框 39"/>
          <p:cNvSpPr txBox="1"/>
          <p:nvPr/>
        </p:nvSpPr>
        <p:spPr>
          <a:xfrm>
            <a:off x="4722693" y="4918784"/>
            <a:ext cx="2820566" cy="237500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pPr algn="l" defTabSz="403177">
              <a:spcBef>
                <a:spcPts val="220"/>
              </a:spcBef>
            </a:pPr>
            <a:r>
              <a:rPr lang="zh-CN" altLang="en-US" sz="1500" b="1" dirty="0">
                <a:solidFill>
                  <a:schemeClr val="tx1"/>
                </a:solidFill>
                <a:latin typeface="微软雅黑" panose="020B0503020204020204" pitchFamily="34" charset="-122"/>
                <a:ea typeface="微软雅黑" panose="020B0503020204020204" pitchFamily="34" charset="-122"/>
                <a:cs typeface="Times New Roman" panose="02020603050405020304"/>
                <a:sym typeface="Times New Roman" panose="02020603050405020304"/>
              </a:rPr>
              <a:t>队伍名称：</a:t>
            </a:r>
            <a:endParaRPr lang="en-US" altLang="zh-CN" sz="1500" b="1" dirty="0">
              <a:solidFill>
                <a:schemeClr val="tx1"/>
              </a:solidFill>
              <a:latin typeface="微软雅黑" panose="020B0503020204020204" pitchFamily="34" charset="-122"/>
              <a:ea typeface="微软雅黑" panose="020B0503020204020204" pitchFamily="34" charset="-122"/>
              <a:cs typeface="Times New Roman" panose="02020603050405020304"/>
            </a:endParaRPr>
          </a:p>
          <a:p>
            <a:pPr algn="l" defTabSz="403177">
              <a:spcBef>
                <a:spcPts val="220"/>
              </a:spcBef>
            </a:pPr>
            <a:r>
              <a:rPr lang="zh-CN" altLang="en-US" sz="15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Times New Roman" panose="02020603050405020304"/>
              </a:rPr>
              <a:t>   香港中文大学</a:t>
            </a:r>
            <a:r>
              <a:rPr lang="en-US" altLang="zh-CN" sz="15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Times New Roman" panose="02020603050405020304"/>
              </a:rPr>
              <a:t>-</a:t>
            </a:r>
            <a:r>
              <a:rPr lang="zh-CN" altLang="en-US" sz="15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Times New Roman" panose="02020603050405020304"/>
              </a:rPr>
              <a:t>深圳（待定）</a:t>
            </a:r>
            <a:endParaRPr lang="en-US" altLang="zh-CN" sz="15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Times New Roman" panose="02020603050405020304"/>
            </a:endParaRPr>
          </a:p>
          <a:p>
            <a:pPr algn="l" defTabSz="403177">
              <a:spcBef>
                <a:spcPts val="220"/>
              </a:spcBef>
            </a:pPr>
            <a:r>
              <a:rPr lang="zh-CN" altLang="en-US" sz="15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Times New Roman" panose="02020603050405020304"/>
              </a:rPr>
              <a:t>   （</a:t>
            </a:r>
            <a:r>
              <a:rPr lang="en-GB" altLang="zh-CN" sz="15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Times New Roman" panose="02020603050405020304"/>
              </a:rPr>
              <a:t>CUHK-SZ</a:t>
            </a:r>
            <a:r>
              <a:rPr lang="en-US" altLang="zh-CN" sz="15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Times New Roman" panose="02020603050405020304"/>
              </a:rPr>
              <a:t>:</a:t>
            </a:r>
            <a:r>
              <a:rPr lang="en-GB" altLang="zh-CN" sz="15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Times New Roman" panose="02020603050405020304"/>
              </a:rPr>
              <a:t> (TBD)</a:t>
            </a:r>
            <a:r>
              <a:rPr lang="zh-CN" altLang="en-GB" sz="15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Times New Roman" panose="02020603050405020304"/>
              </a:rPr>
              <a:t>）</a:t>
            </a:r>
            <a:endParaRPr lang="en-US" altLang="zh-CN" sz="1500" b="1" dirty="0">
              <a:solidFill>
                <a:schemeClr val="tx1"/>
              </a:solidFill>
              <a:latin typeface="微软雅黑" panose="020B0503020204020204" pitchFamily="34" charset="-122"/>
              <a:ea typeface="微软雅黑" panose="020B0503020204020204" pitchFamily="34" charset="-122"/>
              <a:cs typeface="Times New Roman" panose="02020603050405020304"/>
              <a:sym typeface="Times New Roman" panose="02020603050405020304"/>
            </a:endParaRPr>
          </a:p>
          <a:p>
            <a:pPr algn="l" defTabSz="403177">
              <a:spcBef>
                <a:spcPts val="220"/>
              </a:spcBef>
            </a:pPr>
            <a:r>
              <a:rPr lang="zh-CN" altLang="en-US" sz="1500" b="1" dirty="0">
                <a:solidFill>
                  <a:schemeClr val="tx1"/>
                </a:solidFill>
                <a:latin typeface="微软雅黑" panose="020B0503020204020204" pitchFamily="34" charset="-122"/>
                <a:ea typeface="微软雅黑" panose="020B0503020204020204" pitchFamily="34" charset="-122"/>
                <a:cs typeface="Times New Roman" panose="02020603050405020304"/>
                <a:sym typeface="Times New Roman" panose="02020603050405020304"/>
              </a:rPr>
              <a:t>队伍成员（从左到右） ：</a:t>
            </a:r>
            <a:endParaRPr lang="en-US" altLang="zh-CN" sz="1500" b="1" dirty="0">
              <a:solidFill>
                <a:schemeClr val="tx1"/>
              </a:solidFill>
              <a:latin typeface="微软雅黑" panose="020B0503020204020204" pitchFamily="34" charset="-122"/>
              <a:ea typeface="微软雅黑" panose="020B0503020204020204" pitchFamily="34" charset="-122"/>
              <a:cs typeface="Times New Roman" panose="02020603050405020304"/>
              <a:sym typeface="Times New Roman" panose="02020603050405020304"/>
            </a:endParaRPr>
          </a:p>
          <a:p>
            <a:pPr algn="l" defTabSz="403177">
              <a:spcBef>
                <a:spcPts val="220"/>
              </a:spcBef>
            </a:pPr>
            <a:r>
              <a:rPr lang="zh-CN" altLang="en-US" sz="1500" b="1" dirty="0">
                <a:solidFill>
                  <a:schemeClr val="tx1"/>
                </a:solidFill>
                <a:latin typeface="微软雅黑" panose="020B0503020204020204" pitchFamily="34" charset="-122"/>
                <a:ea typeface="微软雅黑" panose="020B0503020204020204" pitchFamily="34" charset="-122"/>
                <a:cs typeface="Times New Roman" panose="02020603050405020304"/>
                <a:sym typeface="Times New Roman" panose="02020603050405020304"/>
              </a:rPr>
              <a:t>  </a:t>
            </a:r>
            <a:r>
              <a:rPr lang="zh-CN" altLang="en-US" sz="1500" dirty="0">
                <a:solidFill>
                  <a:schemeClr val="tx1"/>
                </a:solidFill>
                <a:latin typeface="微软雅黑" panose="020B0503020204020204" pitchFamily="34" charset="-122"/>
                <a:ea typeface="微软雅黑" panose="020B0503020204020204" pitchFamily="34" charset="-122"/>
                <a:cs typeface="Times New Roman" panose="02020603050405020304"/>
                <a:sym typeface="Times New Roman" panose="02020603050405020304"/>
              </a:rPr>
              <a:t>  </a:t>
            </a:r>
            <a:r>
              <a:rPr lang="zh-CN" altLang="en-US" sz="1500" dirty="0">
                <a:solidFill>
                  <a:schemeClr val="tx1"/>
                </a:solidFill>
                <a:latin typeface="SimSun" panose="02010600030101010101" pitchFamily="2" charset="-122"/>
                <a:ea typeface="SimSun" panose="02010600030101010101" pitchFamily="2" charset="-122"/>
                <a:cs typeface="Times New Roman" panose="02020603050405020304"/>
                <a:sym typeface="Times New Roman" panose="02020603050405020304"/>
              </a:rPr>
              <a:t>曾子荣、何润元、陈翰飞</a:t>
            </a:r>
            <a:endParaRPr lang="en-US" altLang="zh-CN" sz="1500" dirty="0">
              <a:solidFill>
                <a:schemeClr val="tx1"/>
              </a:solidFill>
              <a:latin typeface="SimSun" panose="02010600030101010101" pitchFamily="2" charset="-122"/>
              <a:ea typeface="SimSun" panose="02010600030101010101" pitchFamily="2" charset="-122"/>
              <a:cs typeface="Times New Roman" panose="02020603050405020304"/>
              <a:sym typeface="Times New Roman" panose="02020603050405020304"/>
            </a:endParaRPr>
          </a:p>
          <a:p>
            <a:pPr algn="l" defTabSz="403177">
              <a:spcBef>
                <a:spcPts val="220"/>
              </a:spcBef>
            </a:pPr>
            <a:r>
              <a:rPr lang="zh-CN" altLang="en-US" sz="1500" b="1" dirty="0">
                <a:solidFill>
                  <a:schemeClr val="tx1"/>
                </a:solidFill>
                <a:latin typeface="微软雅黑" panose="020B0503020204020204" pitchFamily="34" charset="-122"/>
                <a:ea typeface="微软雅黑" panose="020B0503020204020204" pitchFamily="34" charset="-122"/>
                <a:cs typeface="Times New Roman" panose="02020603050405020304"/>
                <a:sym typeface="Times New Roman" panose="02020603050405020304"/>
              </a:rPr>
              <a:t>所获荣誉：</a:t>
            </a:r>
            <a:endParaRPr lang="en-US" altLang="zh-CN" sz="1500" b="1" dirty="0">
              <a:solidFill>
                <a:schemeClr val="tx1"/>
              </a:solidFill>
              <a:latin typeface="微软雅黑" panose="020B0503020204020204" pitchFamily="34" charset="-122"/>
              <a:ea typeface="微软雅黑" panose="020B0503020204020204" pitchFamily="34" charset="-122"/>
              <a:cs typeface="Times New Roman" panose="02020603050405020304"/>
              <a:sym typeface="Times New Roman" panose="02020603050405020304"/>
            </a:endParaRPr>
          </a:p>
          <a:p>
            <a:pPr algn="l" defTabSz="403177">
              <a:spcBef>
                <a:spcPts val="220"/>
              </a:spcBef>
              <a:defRPr sz="1280">
                <a:solidFill>
                  <a:srgbClr val="450D59"/>
                </a:solidFill>
              </a:defRPr>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  </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 </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 </a:t>
            </a:r>
            <a:r>
              <a:rPr lang="en-GB"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ICPC   </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港澳站季军</a:t>
            </a:r>
            <a:endParaRPr lang="zh-CN" altLang="en-US" sz="1500" dirty="0"/>
          </a:p>
          <a:p>
            <a:pPr algn="l" defTabSz="403177">
              <a:spcBef>
                <a:spcPts val="220"/>
              </a:spcBef>
              <a:defRPr sz="1280">
                <a:solidFill>
                  <a:srgbClr val="450D59"/>
                </a:solidFill>
              </a:defRPr>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   </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 </a:t>
            </a:r>
            <a:r>
              <a:rPr lang="en-GB"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CCPC  </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深圳站金牌</a:t>
            </a:r>
            <a:endParaRPr lang="zh-CN" altLang="en-US" sz="1500" dirty="0"/>
          </a:p>
          <a:p>
            <a:pPr algn="l" defTabSz="403177">
              <a:spcBef>
                <a:spcPts val="220"/>
              </a:spcBef>
              <a:defRPr sz="1280">
                <a:solidFill>
                  <a:srgbClr val="450D59"/>
                </a:solidFill>
              </a:defRPr>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   </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 </a:t>
            </a:r>
            <a:r>
              <a:rPr lang="en-GB"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ICPC World</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 </a:t>
            </a:r>
            <a:r>
              <a:rPr lang="en-GB"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Final </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参赛资格</a:t>
            </a:r>
            <a:endParaRPr lang="zh-CN" altLang="en-US" sz="1500" dirty="0"/>
          </a:p>
        </p:txBody>
      </p:sp>
      <p:pic>
        <p:nvPicPr>
          <p:cNvPr id="177" name="图片 12"/>
          <p:cNvPicPr>
            <a:picLocks noChangeAspect="1"/>
          </p:cNvPicPr>
          <p:nvPr/>
        </p:nvPicPr>
        <p:blipFill>
          <a:blip r:embed="rId8" cstate="print"/>
          <a:stretch>
            <a:fillRect/>
          </a:stretch>
        </p:blipFill>
        <p:spPr>
          <a:xfrm>
            <a:off x="-401919" y="196268"/>
            <a:ext cx="6637825" cy="925594"/>
          </a:xfrm>
          <a:prstGeom prst="rect">
            <a:avLst/>
          </a:prstGeom>
        </p:spPr>
      </p:pic>
      <p:sp>
        <p:nvSpPr>
          <p:cNvPr id="178" name="文本框 20"/>
          <p:cNvSpPr txBox="1"/>
          <p:nvPr/>
        </p:nvSpPr>
        <p:spPr>
          <a:xfrm>
            <a:off x="-1817145" y="9557605"/>
            <a:ext cx="4633521" cy="323165"/>
          </a:xfrm>
          <a:prstGeom prst="rect">
            <a:avLst/>
          </a:prstGeom>
          <a:noFill/>
        </p:spPr>
        <p:txBody>
          <a:bodyPr wrap="square">
            <a:spAutoFit/>
          </a:bodyPr>
          <a:lstStyle/>
          <a:p>
            <a:r>
              <a:rPr lang="en-US" altLang="zh-CN" sz="1500" dirty="0">
                <a:solidFill>
                  <a:schemeClr val="tx1">
                    <a:lumMod val="85000"/>
                    <a:lumOff val="15000"/>
                  </a:schemeClr>
                </a:solidFill>
                <a:latin typeface="华文宋体" panose="02010600040101010101" pitchFamily="2" charset="-122"/>
                <a:ea typeface="华文宋体" panose="02010600040101010101" pitchFamily="2" charset="-122"/>
                <a:cs typeface="+mn-ea"/>
              </a:rPr>
              <a:t>9</a:t>
            </a:r>
            <a:endParaRPr lang="zh-CN" altLang="en-US" sz="1500" dirty="0">
              <a:solidFill>
                <a:schemeClr val="tx1">
                  <a:lumMod val="85000"/>
                  <a:lumOff val="15000"/>
                </a:schemeClr>
              </a:solidFill>
              <a:latin typeface="华文宋体" panose="02010600040101010101" pitchFamily="2" charset="-122"/>
              <a:ea typeface="华文宋体" panose="02010600040101010101" pitchFamily="2" charset="-122"/>
              <a:cs typeface="+mn-ea"/>
            </a:endParaRPr>
          </a:p>
        </p:txBody>
      </p:sp>
      <p:sp>
        <p:nvSpPr>
          <p:cNvPr id="6" name="矩形 1">
            <a:extLst>
              <a:ext uri="{FF2B5EF4-FFF2-40B4-BE49-F238E27FC236}">
                <a16:creationId xmlns:a16="http://schemas.microsoft.com/office/drawing/2014/main" id="{DE7126A4-E582-1B31-78E1-70675FA6FC7C}"/>
              </a:ext>
            </a:extLst>
          </p:cNvPr>
          <p:cNvSpPr/>
          <p:nvPr/>
        </p:nvSpPr>
        <p:spPr>
          <a:xfrm rot="5400000" flipH="1">
            <a:off x="2605630" y="5079868"/>
            <a:ext cx="2610126" cy="6991677"/>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pic>
        <p:nvPicPr>
          <p:cNvPr id="1027" name="Picture 3">
            <a:extLst>
              <a:ext uri="{FF2B5EF4-FFF2-40B4-BE49-F238E27FC236}">
                <a16:creationId xmlns:a16="http://schemas.microsoft.com/office/drawing/2014/main" id="{F6127C02-4892-7CA8-E3FF-0DD3C46E8F47}"/>
              </a:ext>
            </a:extLst>
          </p:cNvPr>
          <p:cNvPicPr>
            <a:picLocks noChangeArrowheads="1"/>
          </p:cNvPicPr>
          <p:nvPr/>
        </p:nvPicPr>
        <p:blipFill rotWithShape="1">
          <a:blip r:embed="rId9">
            <a:extLst>
              <a:ext uri="{28A0092B-C50C-407E-A947-70E740481C1C}">
                <a14:useLocalDpi xmlns:a14="http://schemas.microsoft.com/office/drawing/2010/main" val="0"/>
              </a:ext>
            </a:extLst>
          </a:blip>
          <a:srcRect l="17012" t="13946" r="13629" b="25042"/>
          <a:stretch>
            <a:fillRect/>
          </a:stretch>
        </p:blipFill>
        <p:spPr bwMode="auto">
          <a:xfrm>
            <a:off x="466621" y="7364021"/>
            <a:ext cx="4216657" cy="2107237"/>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39">
            <a:extLst>
              <a:ext uri="{FF2B5EF4-FFF2-40B4-BE49-F238E27FC236}">
                <a16:creationId xmlns:a16="http://schemas.microsoft.com/office/drawing/2014/main" id="{1D35CE55-FA7E-11D1-4CC3-89C87B503DC6}"/>
              </a:ext>
            </a:extLst>
          </p:cNvPr>
          <p:cNvSpPr txBox="1"/>
          <p:nvPr/>
        </p:nvSpPr>
        <p:spPr>
          <a:xfrm>
            <a:off x="4768038" y="7402794"/>
            <a:ext cx="2820566" cy="160556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pPr algn="l" defTabSz="403177">
              <a:spcBef>
                <a:spcPts val="220"/>
              </a:spcBef>
            </a:pPr>
            <a:r>
              <a:rPr lang="zh-CN" altLang="en-US" sz="1500" b="1" dirty="0">
                <a:solidFill>
                  <a:schemeClr val="tx1"/>
                </a:solidFill>
                <a:latin typeface="微软雅黑" panose="020B0503020204020204" pitchFamily="34" charset="-122"/>
                <a:ea typeface="微软雅黑" panose="020B0503020204020204" pitchFamily="34" charset="-122"/>
                <a:cs typeface="Times New Roman" panose="02020603050405020304"/>
                <a:sym typeface="Times New Roman" panose="02020603050405020304"/>
              </a:rPr>
              <a:t>队伍名称：</a:t>
            </a:r>
            <a:endParaRPr lang="en-US" altLang="zh-CN" sz="1500" b="1" dirty="0">
              <a:solidFill>
                <a:schemeClr val="tx1"/>
              </a:solidFill>
              <a:latin typeface="微软雅黑" panose="020B0503020204020204" pitchFamily="34" charset="-122"/>
              <a:ea typeface="微软雅黑" panose="020B0503020204020204" pitchFamily="34" charset="-122"/>
              <a:cs typeface="Times New Roman" panose="02020603050405020304"/>
            </a:endParaRPr>
          </a:p>
          <a:p>
            <a:pPr algn="l" defTabSz="403177">
              <a:spcBef>
                <a:spcPts val="220"/>
              </a:spcBef>
            </a:pPr>
            <a:r>
              <a:rPr lang="zh-CN" altLang="en-US" sz="15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Times New Roman" panose="02020603050405020304"/>
              </a:rPr>
              <a:t>   </a:t>
            </a:r>
            <a:r>
              <a:rPr lang="en-US" altLang="zh-CN" sz="15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sym typeface="Times New Roman" panose="02020603050405020304"/>
              </a:rPr>
              <a:t>WTYTO</a:t>
            </a:r>
          </a:p>
          <a:p>
            <a:pPr algn="l" defTabSz="403177">
              <a:spcBef>
                <a:spcPts val="220"/>
              </a:spcBef>
            </a:pPr>
            <a:r>
              <a:rPr lang="zh-CN" altLang="en-US" sz="1500" b="1" dirty="0">
                <a:solidFill>
                  <a:schemeClr val="tx1"/>
                </a:solidFill>
                <a:latin typeface="微软雅黑" panose="020B0503020204020204" pitchFamily="34" charset="-122"/>
                <a:ea typeface="微软雅黑" panose="020B0503020204020204" pitchFamily="34" charset="-122"/>
                <a:cs typeface="Times New Roman" panose="02020603050405020304"/>
                <a:sym typeface="Times New Roman" panose="02020603050405020304"/>
              </a:rPr>
              <a:t>队伍成员（从左到右） ：</a:t>
            </a:r>
            <a:endParaRPr lang="en-US" altLang="zh-CN" sz="1500" b="1" dirty="0">
              <a:solidFill>
                <a:schemeClr val="tx1"/>
              </a:solidFill>
              <a:latin typeface="微软雅黑" panose="020B0503020204020204" pitchFamily="34" charset="-122"/>
              <a:ea typeface="微软雅黑" panose="020B0503020204020204" pitchFamily="34" charset="-122"/>
              <a:cs typeface="Times New Roman" panose="02020603050405020304"/>
              <a:sym typeface="Times New Roman" panose="02020603050405020304"/>
            </a:endParaRPr>
          </a:p>
          <a:p>
            <a:pPr algn="l" defTabSz="403177">
              <a:spcBef>
                <a:spcPts val="220"/>
              </a:spcBef>
            </a:pPr>
            <a:r>
              <a:rPr lang="zh-CN" altLang="en-US" sz="1500" b="1" dirty="0">
                <a:solidFill>
                  <a:schemeClr val="tx1"/>
                </a:solidFill>
                <a:latin typeface="微软雅黑" panose="020B0503020204020204" pitchFamily="34" charset="-122"/>
                <a:ea typeface="微软雅黑" panose="020B0503020204020204" pitchFamily="34" charset="-122"/>
                <a:cs typeface="Times New Roman" panose="02020603050405020304"/>
                <a:sym typeface="Times New Roman" panose="02020603050405020304"/>
              </a:rPr>
              <a:t>  </a:t>
            </a:r>
            <a:r>
              <a:rPr lang="zh-CN" altLang="en-US" sz="1500" dirty="0">
                <a:solidFill>
                  <a:schemeClr val="tx1"/>
                </a:solidFill>
                <a:latin typeface="微软雅黑" panose="020B0503020204020204" pitchFamily="34" charset="-122"/>
                <a:ea typeface="微软雅黑" panose="020B0503020204020204" pitchFamily="34" charset="-122"/>
                <a:cs typeface="Times New Roman" panose="02020603050405020304"/>
                <a:sym typeface="Times New Roman" panose="02020603050405020304"/>
              </a:rPr>
              <a:t>  </a:t>
            </a:r>
            <a:r>
              <a:rPr lang="zh-CN" altLang="en-US" sz="1500" dirty="0">
                <a:solidFill>
                  <a:schemeClr val="tx1"/>
                </a:solidFill>
                <a:latin typeface="SimSun" panose="02010600030101010101" pitchFamily="2" charset="-122"/>
                <a:ea typeface="SimSun" panose="02010600030101010101" pitchFamily="2" charset="-122"/>
                <a:cs typeface="Times New Roman" panose="02020603050405020304"/>
                <a:sym typeface="Times New Roman" panose="02020603050405020304"/>
              </a:rPr>
              <a:t>孙悠然、杨久知、涂宵箫</a:t>
            </a:r>
            <a:endParaRPr lang="en-US" altLang="zh-CN" sz="1500" dirty="0">
              <a:solidFill>
                <a:schemeClr val="tx1"/>
              </a:solidFill>
              <a:latin typeface="SimSun" panose="02010600030101010101" pitchFamily="2" charset="-122"/>
              <a:ea typeface="SimSun" panose="02010600030101010101" pitchFamily="2" charset="-122"/>
              <a:cs typeface="Times New Roman" panose="02020603050405020304"/>
              <a:sym typeface="Times New Roman" panose="02020603050405020304"/>
            </a:endParaRPr>
          </a:p>
          <a:p>
            <a:pPr algn="l" defTabSz="403177">
              <a:spcBef>
                <a:spcPts val="220"/>
              </a:spcBef>
            </a:pPr>
            <a:r>
              <a:rPr lang="zh-CN" altLang="en-US" sz="1500" b="1" dirty="0">
                <a:solidFill>
                  <a:schemeClr val="tx1"/>
                </a:solidFill>
                <a:latin typeface="微软雅黑" panose="020B0503020204020204" pitchFamily="34" charset="-122"/>
                <a:ea typeface="微软雅黑" panose="020B0503020204020204" pitchFamily="34" charset="-122"/>
                <a:cs typeface="Times New Roman" panose="02020603050405020304"/>
                <a:sym typeface="Times New Roman" panose="02020603050405020304"/>
              </a:rPr>
              <a:t>所获荣誉：</a:t>
            </a:r>
            <a:endParaRPr lang="en-US" altLang="zh-CN" sz="1500" b="1" dirty="0">
              <a:solidFill>
                <a:schemeClr val="tx1"/>
              </a:solidFill>
              <a:latin typeface="微软雅黑" panose="020B0503020204020204" pitchFamily="34" charset="-122"/>
              <a:ea typeface="微软雅黑" panose="020B0503020204020204" pitchFamily="34" charset="-122"/>
              <a:cs typeface="Times New Roman" panose="02020603050405020304"/>
              <a:sym typeface="Times New Roman" panose="02020603050405020304"/>
            </a:endParaRPr>
          </a:p>
          <a:p>
            <a:pPr algn="l" defTabSz="403177">
              <a:spcBef>
                <a:spcPts val="220"/>
              </a:spcBef>
              <a:defRPr sz="1280">
                <a:solidFill>
                  <a:srgbClr val="450D59"/>
                </a:solidFill>
              </a:defRPr>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  </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 </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 </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CCPC</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女生专场冠军</a:t>
            </a:r>
            <a:endParaRPr lang="zh-CN" alt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A61AA-67F7-4C02-398E-FEF9148CFEC2}"/>
            </a:ext>
          </a:extLst>
        </p:cNvPr>
        <p:cNvGrpSpPr/>
        <p:nvPr/>
      </p:nvGrpSpPr>
      <p:grpSpPr>
        <a:xfrm>
          <a:off x="0" y="0"/>
          <a:ext cx="0" cy="0"/>
          <a:chOff x="0" y="0"/>
          <a:chExt cx="0" cy="0"/>
        </a:xfrm>
      </p:grpSpPr>
      <p:grpSp>
        <p:nvGrpSpPr>
          <p:cNvPr id="61" name="组合 5">
            <a:extLst>
              <a:ext uri="{FF2B5EF4-FFF2-40B4-BE49-F238E27FC236}">
                <a16:creationId xmlns:a16="http://schemas.microsoft.com/office/drawing/2014/main" id="{1582A48C-6E6F-0E19-E684-C53B3467F7A2}"/>
              </a:ext>
            </a:extLst>
          </p:cNvPr>
          <p:cNvGrpSpPr/>
          <p:nvPr/>
        </p:nvGrpSpPr>
        <p:grpSpPr>
          <a:xfrm>
            <a:off x="9752" y="255633"/>
            <a:ext cx="7549923" cy="9999797"/>
            <a:chOff x="9752" y="255633"/>
            <a:chExt cx="7549923" cy="9999797"/>
          </a:xfrm>
        </p:grpSpPr>
        <p:pic>
          <p:nvPicPr>
            <p:cNvPr id="62" name="图片 6">
              <a:extLst>
                <a:ext uri="{FF2B5EF4-FFF2-40B4-BE49-F238E27FC236}">
                  <a16:creationId xmlns:a16="http://schemas.microsoft.com/office/drawing/2014/main" id="{91829296-2FC8-3914-BC18-00CCB774CF67}"/>
                </a:ext>
              </a:extLst>
            </p:cNvPr>
            <p:cNvPicPr>
              <a:picLocks noChangeAspect="1"/>
            </p:cNvPicPr>
            <p:nvPr/>
          </p:nvPicPr>
          <p:blipFill>
            <a:blip r:embed="rId3"/>
            <a:srcRect r="1505"/>
            <a:stretch/>
          </p:blipFill>
          <p:spPr>
            <a:xfrm>
              <a:off x="9752" y="255633"/>
              <a:ext cx="7549923" cy="9999797"/>
            </a:xfrm>
            <a:prstGeom prst="rect">
              <a:avLst/>
            </a:prstGeom>
          </p:spPr>
        </p:pic>
        <p:pic>
          <p:nvPicPr>
            <p:cNvPr id="63" name="图片 7">
              <a:extLst>
                <a:ext uri="{FF2B5EF4-FFF2-40B4-BE49-F238E27FC236}">
                  <a16:creationId xmlns:a16="http://schemas.microsoft.com/office/drawing/2014/main" id="{F590FA88-CD19-246B-1D70-6923257E33FE}"/>
                </a:ext>
              </a:extLst>
            </p:cNvPr>
            <p:cNvPicPr>
              <a:picLocks noChangeAspect="1"/>
            </p:cNvPicPr>
            <p:nvPr/>
          </p:nvPicPr>
          <p:blipFill>
            <a:blip r:embed="rId4"/>
            <a:stretch>
              <a:fillRect/>
            </a:stretch>
          </p:blipFill>
          <p:spPr>
            <a:xfrm>
              <a:off x="2733503" y="958361"/>
              <a:ext cx="4803852" cy="183897"/>
            </a:xfrm>
            <a:prstGeom prst="rect">
              <a:avLst/>
            </a:prstGeom>
          </p:spPr>
        </p:pic>
        <p:pic>
          <p:nvPicPr>
            <p:cNvPr id="64" name="图片 8">
              <a:extLst>
                <a:ext uri="{FF2B5EF4-FFF2-40B4-BE49-F238E27FC236}">
                  <a16:creationId xmlns:a16="http://schemas.microsoft.com/office/drawing/2014/main" id="{EAE9DD8A-25CE-3E6D-10E6-7A37B08B707F}"/>
                </a:ext>
              </a:extLst>
            </p:cNvPr>
            <p:cNvPicPr>
              <a:picLocks noChangeAspect="1"/>
            </p:cNvPicPr>
            <p:nvPr/>
          </p:nvPicPr>
          <p:blipFill>
            <a:blip r:embed="rId5"/>
            <a:stretch>
              <a:fillRect/>
            </a:stretch>
          </p:blipFill>
          <p:spPr>
            <a:xfrm>
              <a:off x="2955317" y="489607"/>
              <a:ext cx="4480144" cy="476842"/>
            </a:xfrm>
            <a:prstGeom prst="rect">
              <a:avLst/>
            </a:prstGeom>
          </p:spPr>
        </p:pic>
      </p:grpSp>
      <p:pic>
        <p:nvPicPr>
          <p:cNvPr id="2" name="图片 29">
            <a:extLst>
              <a:ext uri="{FF2B5EF4-FFF2-40B4-BE49-F238E27FC236}">
                <a16:creationId xmlns:a16="http://schemas.microsoft.com/office/drawing/2014/main" id="{7F892860-08A3-6714-6981-907CF2ACC052}"/>
              </a:ext>
            </a:extLst>
          </p:cNvPr>
          <p:cNvPicPr>
            <a:picLocks noChangeAspect="1"/>
          </p:cNvPicPr>
          <p:nvPr/>
        </p:nvPicPr>
        <p:blipFill>
          <a:blip r:embed="rId6" cstate="print"/>
          <a:stretch>
            <a:fillRect/>
          </a:stretch>
        </p:blipFill>
        <p:spPr>
          <a:xfrm>
            <a:off x="1336928" y="196268"/>
            <a:ext cx="6637825" cy="925594"/>
          </a:xfrm>
          <a:prstGeom prst="rect">
            <a:avLst/>
          </a:prstGeom>
        </p:spPr>
      </p:pic>
      <p:sp>
        <p:nvSpPr>
          <p:cNvPr id="56" name="矩形 70">
            <a:extLst>
              <a:ext uri="{FF2B5EF4-FFF2-40B4-BE49-F238E27FC236}">
                <a16:creationId xmlns:a16="http://schemas.microsoft.com/office/drawing/2014/main" id="{99194CC0-1CBA-4724-34F7-0774A848C5D4}"/>
              </a:ext>
            </a:extLst>
          </p:cNvPr>
          <p:cNvSpPr/>
          <p:nvPr/>
        </p:nvSpPr>
        <p:spPr>
          <a:xfrm rot="10800000">
            <a:off x="-1" y="2197930"/>
            <a:ext cx="7540170" cy="1007726"/>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311" dirty="0"/>
          </a:p>
          <a:p>
            <a:pPr algn="ctr"/>
            <a:endParaRPr lang="en-US" altLang="zh-CN" sz="311" dirty="0"/>
          </a:p>
          <a:p>
            <a:pPr algn="ctr"/>
            <a:endParaRPr lang="en-US" altLang="zh-CN" sz="311" dirty="0"/>
          </a:p>
          <a:p>
            <a:pPr algn="ctr"/>
            <a:endParaRPr lang="en-US" altLang="zh-CN" sz="311" dirty="0"/>
          </a:p>
          <a:p>
            <a:pPr algn="ctr"/>
            <a:endParaRPr lang="en-US" altLang="zh-CN" sz="311" dirty="0"/>
          </a:p>
          <a:p>
            <a:pPr algn="ctr"/>
            <a:endParaRPr lang="en-US" altLang="zh-CN" sz="311" dirty="0"/>
          </a:p>
          <a:p>
            <a:pPr algn="ctr"/>
            <a:endParaRPr lang="en-US" altLang="zh-CN" sz="311" dirty="0"/>
          </a:p>
          <a:p>
            <a:pPr algn="ctr"/>
            <a:endParaRPr lang="en-US" altLang="zh-CN" sz="311" dirty="0"/>
          </a:p>
          <a:p>
            <a:pPr algn="ctr"/>
            <a:endParaRPr lang="en-US" altLang="zh-CN" sz="311" dirty="0"/>
          </a:p>
          <a:p>
            <a:pPr algn="ctr"/>
            <a:endParaRPr lang="zh-CN" altLang="en-US" sz="311" dirty="0"/>
          </a:p>
        </p:txBody>
      </p:sp>
      <p:sp>
        <p:nvSpPr>
          <p:cNvPr id="69" name="Title Placeholder 1">
            <a:extLst>
              <a:ext uri="{FF2B5EF4-FFF2-40B4-BE49-F238E27FC236}">
                <a16:creationId xmlns:a16="http://schemas.microsoft.com/office/drawing/2014/main" id="{BD9D6F9E-9911-464A-1719-8BEBC66679FC}"/>
              </a:ext>
            </a:extLst>
          </p:cNvPr>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企业实习</a:t>
            </a:r>
            <a:endParaRPr lang="en-CN" sz="3200"/>
          </a:p>
        </p:txBody>
      </p:sp>
      <p:sp>
        <p:nvSpPr>
          <p:cNvPr id="74" name="文本框 26">
            <a:extLst>
              <a:ext uri="{FF2B5EF4-FFF2-40B4-BE49-F238E27FC236}">
                <a16:creationId xmlns:a16="http://schemas.microsoft.com/office/drawing/2014/main" id="{6DE701B0-21AF-BC22-28D4-A89DEE13C7A2}"/>
              </a:ext>
            </a:extLst>
          </p:cNvPr>
          <p:cNvSpPr txBox="1"/>
          <p:nvPr/>
        </p:nvSpPr>
        <p:spPr>
          <a:xfrm>
            <a:off x="871095" y="2244173"/>
            <a:ext cx="5827236" cy="925703"/>
          </a:xfrm>
          <a:prstGeom prst="rect">
            <a:avLst/>
          </a:prstGeom>
          <a:noFill/>
        </p:spPr>
        <p:txBody>
          <a:bodyPr wrap="none" rtlCol="0">
            <a:spAutoFit/>
          </a:bodyPr>
          <a:lstStyle/>
          <a:p>
            <a:pPr defTabSz="494172">
              <a:lnSpc>
                <a:spcPct val="125000"/>
              </a:lnSpc>
              <a:spcBef>
                <a:spcPts val="220"/>
              </a:spcBef>
              <a:defRPr sz="1715" b="1"/>
            </a:pPr>
            <a:r>
              <a:rPr lang="zh-CN" altLang="en-US" sz="2200" dirty="0">
                <a:solidFill>
                  <a:srgbClr val="F29624"/>
                </a:solidFill>
                <a:latin typeface="微软雅黑" panose="020B0503020204020204" pitchFamily="34" charset="-122"/>
                <a:ea typeface="微软雅黑" panose="020B0503020204020204" pitchFamily="34" charset="-122"/>
              </a:rPr>
              <a:t>与多家知名企业建立了友好合作关系</a:t>
            </a:r>
            <a:endParaRPr lang="en-US" altLang="zh-CN" sz="2200" dirty="0">
              <a:solidFill>
                <a:srgbClr val="F29624"/>
              </a:solidFill>
              <a:latin typeface="微软雅黑" panose="020B0503020204020204" pitchFamily="34" charset="-122"/>
              <a:ea typeface="微软雅黑" panose="020B0503020204020204" pitchFamily="34" charset="-122"/>
            </a:endParaRPr>
          </a:p>
          <a:p>
            <a:pPr defTabSz="494172">
              <a:lnSpc>
                <a:spcPct val="125000"/>
              </a:lnSpc>
              <a:spcBef>
                <a:spcPts val="220"/>
              </a:spcBef>
              <a:defRPr sz="1715" b="1"/>
            </a:pPr>
            <a:r>
              <a:rPr lang="zh-CN" altLang="en-US" sz="2200" dirty="0">
                <a:solidFill>
                  <a:srgbClr val="F29624"/>
                </a:solidFill>
                <a:latin typeface="微软雅黑" panose="020B0503020204020204" pitchFamily="34" charset="-122"/>
                <a:ea typeface="微软雅黑" panose="020B0503020204020204" pitchFamily="34" charset="-122"/>
              </a:rPr>
              <a:t>绝大多数竞赛队员成功获得顶尖企业实习机会</a:t>
            </a:r>
            <a:endParaRPr lang="en-US" altLang="zh-CN" sz="2200" dirty="0">
              <a:solidFill>
                <a:srgbClr val="F29624"/>
              </a:solidFill>
              <a:latin typeface="微软雅黑" panose="020B0503020204020204" pitchFamily="34" charset="-122"/>
              <a:ea typeface="微软雅黑" panose="020B0503020204020204" pitchFamily="34" charset="-122"/>
            </a:endParaRPr>
          </a:p>
        </p:txBody>
      </p:sp>
      <p:sp>
        <p:nvSpPr>
          <p:cNvPr id="67" name="图形">
            <a:extLst>
              <a:ext uri="{FF2B5EF4-FFF2-40B4-BE49-F238E27FC236}">
                <a16:creationId xmlns:a16="http://schemas.microsoft.com/office/drawing/2014/main" id="{18D105E4-AAC4-8933-FE73-D8F27965267B}"/>
              </a:ext>
            </a:extLst>
          </p:cNvPr>
          <p:cNvSpPr/>
          <p:nvPr/>
        </p:nvSpPr>
        <p:spPr>
          <a:xfrm>
            <a:off x="4091969" y="3886648"/>
            <a:ext cx="2081074" cy="2069280"/>
          </a:xfrm>
          <a:prstGeom prst="ellipse">
            <a:avLst/>
          </a:prstGeom>
          <a:gradFill flip="none" rotWithShape="1">
            <a:gsLst>
              <a:gs pos="49000">
                <a:srgbClr val="D8D2F6"/>
              </a:gs>
              <a:gs pos="100000">
                <a:srgbClr val="6556A3"/>
              </a:gs>
            </a:gsLst>
            <a:path path="circle">
              <a:fillToRect l="100000" t="100000"/>
            </a:path>
            <a:tileRect r="-100000" b="-100000"/>
          </a:gradFill>
          <a:ln w="9525">
            <a:noFill/>
          </a:ln>
          <a:effectLst>
            <a:outerShdw blurRad="44450" dist="27940" dir="5400000" algn="ctr">
              <a:srgbClr val="000000">
                <a:alpha val="32000"/>
              </a:srgbClr>
            </a:outerShdw>
          </a:effectLst>
        </p:spPr>
        <p:txBody>
          <a:bodyPr lIns="27955" tIns="14568" rIns="27955" bIns="14568" anchor="ctr"/>
          <a:lstStyle/>
          <a:p>
            <a:pPr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sp>
        <p:nvSpPr>
          <p:cNvPr id="68" name="图形">
            <a:extLst>
              <a:ext uri="{FF2B5EF4-FFF2-40B4-BE49-F238E27FC236}">
                <a16:creationId xmlns:a16="http://schemas.microsoft.com/office/drawing/2014/main" id="{B6DC60EF-766E-5817-93C5-2EDFB8F52FBD}"/>
              </a:ext>
            </a:extLst>
          </p:cNvPr>
          <p:cNvSpPr/>
          <p:nvPr/>
        </p:nvSpPr>
        <p:spPr>
          <a:xfrm>
            <a:off x="3736310" y="3586818"/>
            <a:ext cx="2709567" cy="2693316"/>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pic>
        <p:nvPicPr>
          <p:cNvPr id="72" name="图片 24">
            <a:extLst>
              <a:ext uri="{FF2B5EF4-FFF2-40B4-BE49-F238E27FC236}">
                <a16:creationId xmlns:a16="http://schemas.microsoft.com/office/drawing/2014/main" id="{B9FA5DD5-0724-4AB1-C6A8-D72BCF9C06C6}"/>
              </a:ext>
            </a:extLst>
          </p:cNvPr>
          <p:cNvPicPr>
            <a:picLocks noChangeAspect="1"/>
          </p:cNvPicPr>
          <p:nvPr/>
        </p:nvPicPr>
        <p:blipFill>
          <a:blip r:embed="rId7" cstate="print"/>
          <a:srcRect t="22699" b="23772"/>
          <a:stretch>
            <a:fillRect/>
          </a:stretch>
        </p:blipFill>
        <p:spPr>
          <a:xfrm>
            <a:off x="4415567" y="4471571"/>
            <a:ext cx="1434161" cy="767696"/>
          </a:xfrm>
          <a:prstGeom prst="rect">
            <a:avLst/>
          </a:prstGeom>
          <a:solidFill>
            <a:srgbClr val="441D85"/>
          </a:solidFill>
          <a:effectLst/>
        </p:spPr>
      </p:pic>
      <p:sp>
        <p:nvSpPr>
          <p:cNvPr id="75" name="文本框 32">
            <a:extLst>
              <a:ext uri="{FF2B5EF4-FFF2-40B4-BE49-F238E27FC236}">
                <a16:creationId xmlns:a16="http://schemas.microsoft.com/office/drawing/2014/main" id="{477A5481-7F9B-AF44-6B9E-9FBFD6711064}"/>
              </a:ext>
            </a:extLst>
          </p:cNvPr>
          <p:cNvSpPr txBox="1"/>
          <p:nvPr/>
        </p:nvSpPr>
        <p:spPr>
          <a:xfrm>
            <a:off x="4641266" y="5279763"/>
            <a:ext cx="1210714" cy="431657"/>
          </a:xfrm>
          <a:prstGeom prst="rect">
            <a:avLst/>
          </a:prstGeom>
          <a:noFill/>
        </p:spPr>
        <p:txBody>
          <a:bodyPr wrap="square" rtlCol="0">
            <a:spAutoFit/>
          </a:bodyPr>
          <a:lstStyle/>
          <a:p>
            <a:pPr algn="l" defTabSz="567066" hangingPunct="1"/>
            <a:r>
              <a:rPr lang="zh-CN" altLang="en-US" sz="2200" b="1" kern="1200" dirty="0">
                <a:solidFill>
                  <a:srgbClr val="F29624"/>
                </a:solidFill>
                <a:latin typeface="微软雅黑" panose="020B0503020204020204" pitchFamily="34" charset="-122"/>
                <a:ea typeface="微软雅黑" panose="020B0503020204020204" pitchFamily="34" charset="-122"/>
                <a:cs typeface="+mn-ea"/>
                <a:sym typeface="+mn-lt"/>
              </a:rPr>
              <a:t>华为云</a:t>
            </a:r>
            <a:endParaRPr b="1" dirty="0">
              <a:latin typeface="微软雅黑" panose="020B0503020204020204" pitchFamily="34" charset="-122"/>
              <a:ea typeface="微软雅黑" panose="020B0503020204020204" pitchFamily="34" charset="-122"/>
            </a:endParaRPr>
          </a:p>
        </p:txBody>
      </p:sp>
      <p:cxnSp>
        <p:nvCxnSpPr>
          <p:cNvPr id="78" name="图形">
            <a:extLst>
              <a:ext uri="{FF2B5EF4-FFF2-40B4-BE49-F238E27FC236}">
                <a16:creationId xmlns:a16="http://schemas.microsoft.com/office/drawing/2014/main" id="{4B581A47-970B-AEF7-0B97-03361233BED8}"/>
              </a:ext>
            </a:extLst>
          </p:cNvPr>
          <p:cNvCxnSpPr>
            <a:cxnSpLocks/>
          </p:cNvCxnSpPr>
          <p:nvPr/>
        </p:nvCxnSpPr>
        <p:spPr>
          <a:xfrm>
            <a:off x="4740115" y="5720776"/>
            <a:ext cx="827999"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65" name="图形">
            <a:extLst>
              <a:ext uri="{FF2B5EF4-FFF2-40B4-BE49-F238E27FC236}">
                <a16:creationId xmlns:a16="http://schemas.microsoft.com/office/drawing/2014/main" id="{EBABC4D1-E633-CDAF-1817-4A965E668D74}"/>
              </a:ext>
            </a:extLst>
          </p:cNvPr>
          <p:cNvSpPr/>
          <p:nvPr/>
        </p:nvSpPr>
        <p:spPr>
          <a:xfrm>
            <a:off x="2757688" y="6443640"/>
            <a:ext cx="2081074" cy="2069280"/>
          </a:xfrm>
          <a:prstGeom prst="ellipse">
            <a:avLst/>
          </a:prstGeom>
          <a:gradFill flip="none" rotWithShape="1">
            <a:gsLst>
              <a:gs pos="49000">
                <a:srgbClr val="D8D2F6"/>
              </a:gs>
              <a:gs pos="100000">
                <a:srgbClr val="6556A3"/>
              </a:gs>
            </a:gsLst>
            <a:path path="circle">
              <a:fillToRect l="100000" t="100000"/>
            </a:path>
            <a:tileRect r="-100000" b="-100000"/>
          </a:gradFill>
          <a:ln w="9525">
            <a:noFill/>
          </a:ln>
          <a:effectLst>
            <a:outerShdw blurRad="44450" dist="27940" dir="5400000" algn="ctr">
              <a:srgbClr val="000000">
                <a:alpha val="32000"/>
              </a:srgbClr>
            </a:outerShdw>
          </a:effectLst>
        </p:spPr>
        <p:txBody>
          <a:bodyPr lIns="27955" tIns="14568" rIns="27955" bIns="14568" anchor="ctr"/>
          <a:lstStyle/>
          <a:p>
            <a:pPr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sp>
        <p:nvSpPr>
          <p:cNvPr id="66" name="图形">
            <a:extLst>
              <a:ext uri="{FF2B5EF4-FFF2-40B4-BE49-F238E27FC236}">
                <a16:creationId xmlns:a16="http://schemas.microsoft.com/office/drawing/2014/main" id="{6E15DC3C-0431-670D-58E7-996EDDFA717D}"/>
              </a:ext>
            </a:extLst>
          </p:cNvPr>
          <p:cNvSpPr/>
          <p:nvPr/>
        </p:nvSpPr>
        <p:spPr>
          <a:xfrm>
            <a:off x="2402028" y="6143810"/>
            <a:ext cx="2709567" cy="2693316"/>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pic>
        <p:nvPicPr>
          <p:cNvPr id="71" name="图片 23">
            <a:extLst>
              <a:ext uri="{FF2B5EF4-FFF2-40B4-BE49-F238E27FC236}">
                <a16:creationId xmlns:a16="http://schemas.microsoft.com/office/drawing/2014/main" id="{7DCBAB56-2752-206A-1CB8-6FC21C13DAFD}"/>
              </a:ext>
            </a:extLst>
          </p:cNvPr>
          <p:cNvPicPr>
            <a:picLocks noChangeAspect="1"/>
          </p:cNvPicPr>
          <p:nvPr/>
        </p:nvPicPr>
        <p:blipFill>
          <a:blip r:embed="rId8" cstate="print"/>
          <a:stretch>
            <a:fillRect/>
          </a:stretch>
        </p:blipFill>
        <p:spPr>
          <a:xfrm>
            <a:off x="3188507" y="6735864"/>
            <a:ext cx="1222805" cy="1222805"/>
          </a:xfrm>
          <a:prstGeom prst="rect">
            <a:avLst/>
          </a:prstGeom>
        </p:spPr>
      </p:pic>
      <p:sp>
        <p:nvSpPr>
          <p:cNvPr id="79" name="文本框 32">
            <a:extLst>
              <a:ext uri="{FF2B5EF4-FFF2-40B4-BE49-F238E27FC236}">
                <a16:creationId xmlns:a16="http://schemas.microsoft.com/office/drawing/2014/main" id="{0C71C8D7-FDF3-5308-16B4-4BC889676856}"/>
              </a:ext>
            </a:extLst>
          </p:cNvPr>
          <p:cNvSpPr txBox="1"/>
          <p:nvPr/>
        </p:nvSpPr>
        <p:spPr>
          <a:xfrm>
            <a:off x="3321046" y="7913725"/>
            <a:ext cx="1210714" cy="431657"/>
          </a:xfrm>
          <a:prstGeom prst="rect">
            <a:avLst/>
          </a:prstGeom>
          <a:noFill/>
        </p:spPr>
        <p:txBody>
          <a:bodyPr wrap="square" rtlCol="0">
            <a:spAutoFit/>
          </a:bodyPr>
          <a:lstStyle/>
          <a:p>
            <a:pPr algn="l" defTabSz="567066" hangingPunct="1"/>
            <a:r>
              <a:rPr lang="zh-CN" altLang="en-US" sz="2200" b="1" kern="1200" dirty="0">
                <a:solidFill>
                  <a:srgbClr val="F29624"/>
                </a:solidFill>
                <a:latin typeface="+mn-ea"/>
                <a:cs typeface="+mn-ea"/>
                <a:sym typeface="+mn-lt"/>
              </a:rPr>
              <a:t>英伟达</a:t>
            </a:r>
            <a:endParaRPr dirty="0"/>
          </a:p>
        </p:txBody>
      </p:sp>
      <p:cxnSp>
        <p:nvCxnSpPr>
          <p:cNvPr id="82" name="图形">
            <a:extLst>
              <a:ext uri="{FF2B5EF4-FFF2-40B4-BE49-F238E27FC236}">
                <a16:creationId xmlns:a16="http://schemas.microsoft.com/office/drawing/2014/main" id="{D3AF8D42-EDE7-D14C-A6DE-5C2517D1B1DF}"/>
              </a:ext>
            </a:extLst>
          </p:cNvPr>
          <p:cNvCxnSpPr>
            <a:cxnSpLocks/>
          </p:cNvCxnSpPr>
          <p:nvPr/>
        </p:nvCxnSpPr>
        <p:spPr>
          <a:xfrm>
            <a:off x="3410372" y="8352309"/>
            <a:ext cx="827999"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59" name="图形">
            <a:extLst>
              <a:ext uri="{FF2B5EF4-FFF2-40B4-BE49-F238E27FC236}">
                <a16:creationId xmlns:a16="http://schemas.microsoft.com/office/drawing/2014/main" id="{81FE1922-06A2-3413-DBC8-410C2EC852F2}"/>
              </a:ext>
            </a:extLst>
          </p:cNvPr>
          <p:cNvSpPr/>
          <p:nvPr/>
        </p:nvSpPr>
        <p:spPr>
          <a:xfrm>
            <a:off x="378425" y="6443640"/>
            <a:ext cx="2081074" cy="2069280"/>
          </a:xfrm>
          <a:prstGeom prst="ellipse">
            <a:avLst/>
          </a:prstGeom>
          <a:gradFill flip="none" rotWithShape="1">
            <a:gsLst>
              <a:gs pos="49000">
                <a:srgbClr val="D8D2F6"/>
              </a:gs>
              <a:gs pos="100000">
                <a:srgbClr val="6556A3"/>
              </a:gs>
            </a:gsLst>
            <a:path path="circle">
              <a:fillToRect l="100000" t="100000"/>
            </a:path>
            <a:tileRect r="-100000" b="-100000"/>
          </a:gradFill>
          <a:ln w="9525">
            <a:noFill/>
          </a:ln>
          <a:effectLst>
            <a:outerShdw blurRad="44450" dist="27940" dir="5400000" algn="ctr">
              <a:srgbClr val="000000">
                <a:alpha val="32000"/>
              </a:srgbClr>
            </a:outerShdw>
          </a:effectLst>
        </p:spPr>
        <p:txBody>
          <a:bodyPr lIns="27955" tIns="14568" rIns="27955" bIns="14568" anchor="ctr"/>
          <a:lstStyle/>
          <a:p>
            <a:pPr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sp>
        <p:nvSpPr>
          <p:cNvPr id="60" name="图形">
            <a:extLst>
              <a:ext uri="{FF2B5EF4-FFF2-40B4-BE49-F238E27FC236}">
                <a16:creationId xmlns:a16="http://schemas.microsoft.com/office/drawing/2014/main" id="{AB5458BF-4888-D769-FF40-69408D87A211}"/>
              </a:ext>
            </a:extLst>
          </p:cNvPr>
          <p:cNvSpPr/>
          <p:nvPr/>
        </p:nvSpPr>
        <p:spPr>
          <a:xfrm>
            <a:off x="22765" y="6143810"/>
            <a:ext cx="2709567" cy="2693316"/>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pic>
        <p:nvPicPr>
          <p:cNvPr id="73" name="图片 25">
            <a:extLst>
              <a:ext uri="{FF2B5EF4-FFF2-40B4-BE49-F238E27FC236}">
                <a16:creationId xmlns:a16="http://schemas.microsoft.com/office/drawing/2014/main" id="{048EB744-2134-6EF0-F73D-61B8208CA76E}"/>
              </a:ext>
            </a:extLst>
          </p:cNvPr>
          <p:cNvPicPr>
            <a:picLocks noChangeAspect="1"/>
          </p:cNvPicPr>
          <p:nvPr/>
        </p:nvPicPr>
        <p:blipFill>
          <a:blip r:embed="rId9" cstate="print"/>
          <a:stretch>
            <a:fillRect/>
          </a:stretch>
        </p:blipFill>
        <p:spPr>
          <a:xfrm>
            <a:off x="545140" y="6939921"/>
            <a:ext cx="1791964" cy="1043474"/>
          </a:xfrm>
          <a:prstGeom prst="rect">
            <a:avLst/>
          </a:prstGeom>
        </p:spPr>
      </p:pic>
      <p:sp>
        <p:nvSpPr>
          <p:cNvPr id="83" name="文本框 32">
            <a:extLst>
              <a:ext uri="{FF2B5EF4-FFF2-40B4-BE49-F238E27FC236}">
                <a16:creationId xmlns:a16="http://schemas.microsoft.com/office/drawing/2014/main" id="{6B6EB787-A17B-6E36-695B-E3CA55A44241}"/>
              </a:ext>
            </a:extLst>
          </p:cNvPr>
          <p:cNvSpPr txBox="1"/>
          <p:nvPr/>
        </p:nvSpPr>
        <p:spPr>
          <a:xfrm>
            <a:off x="1032483" y="7936600"/>
            <a:ext cx="1210714" cy="431657"/>
          </a:xfrm>
          <a:prstGeom prst="rect">
            <a:avLst/>
          </a:prstGeom>
          <a:noFill/>
        </p:spPr>
        <p:txBody>
          <a:bodyPr wrap="square" rtlCol="0">
            <a:spAutoFit/>
          </a:bodyPr>
          <a:lstStyle/>
          <a:p>
            <a:pPr algn="l" defTabSz="567066" hangingPunct="1"/>
            <a:r>
              <a:rPr lang="zh-CN" altLang="en-US" sz="2200" b="1" kern="1200" dirty="0">
                <a:solidFill>
                  <a:srgbClr val="F29624"/>
                </a:solidFill>
                <a:latin typeface="+mn-ea"/>
                <a:cs typeface="+mn-ea"/>
                <a:sym typeface="+mn-lt"/>
              </a:rPr>
              <a:t>腾讯</a:t>
            </a:r>
            <a:endParaRPr dirty="0"/>
          </a:p>
        </p:txBody>
      </p:sp>
      <p:cxnSp>
        <p:nvCxnSpPr>
          <p:cNvPr id="86" name="图形">
            <a:extLst>
              <a:ext uri="{FF2B5EF4-FFF2-40B4-BE49-F238E27FC236}">
                <a16:creationId xmlns:a16="http://schemas.microsoft.com/office/drawing/2014/main" id="{DB4B1B0E-1A44-93CB-4082-76EA6D7C68D5}"/>
              </a:ext>
            </a:extLst>
          </p:cNvPr>
          <p:cNvCxnSpPr>
            <a:cxnSpLocks/>
          </p:cNvCxnSpPr>
          <p:nvPr/>
        </p:nvCxnSpPr>
        <p:spPr>
          <a:xfrm>
            <a:off x="1130259" y="8352309"/>
            <a:ext cx="540000"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57" name="图形">
            <a:extLst>
              <a:ext uri="{FF2B5EF4-FFF2-40B4-BE49-F238E27FC236}">
                <a16:creationId xmlns:a16="http://schemas.microsoft.com/office/drawing/2014/main" id="{32A4174D-DF4F-96DF-A3BF-2057008AB9F9}"/>
              </a:ext>
            </a:extLst>
          </p:cNvPr>
          <p:cNvSpPr/>
          <p:nvPr/>
        </p:nvSpPr>
        <p:spPr>
          <a:xfrm>
            <a:off x="5223147" y="6443640"/>
            <a:ext cx="2081074" cy="2069280"/>
          </a:xfrm>
          <a:prstGeom prst="ellipse">
            <a:avLst/>
          </a:prstGeom>
          <a:gradFill flip="none" rotWithShape="1">
            <a:gsLst>
              <a:gs pos="49000">
                <a:srgbClr val="D8D2F6"/>
              </a:gs>
              <a:gs pos="100000">
                <a:srgbClr val="6556A3"/>
              </a:gs>
            </a:gsLst>
            <a:path path="circle">
              <a:fillToRect l="100000" t="100000"/>
            </a:path>
            <a:tileRect r="-100000" b="-100000"/>
          </a:gradFill>
          <a:ln w="9525">
            <a:noFill/>
          </a:ln>
          <a:effectLst>
            <a:outerShdw blurRad="44450" dist="27940" dir="5400000" algn="ctr">
              <a:srgbClr val="000000">
                <a:alpha val="32000"/>
              </a:srgbClr>
            </a:outerShdw>
          </a:effectLst>
        </p:spPr>
        <p:txBody>
          <a:bodyPr lIns="27955" tIns="14568" rIns="27955" bIns="14568" anchor="ctr"/>
          <a:lstStyle/>
          <a:p>
            <a:pPr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sp>
        <p:nvSpPr>
          <p:cNvPr id="58" name="图形">
            <a:extLst>
              <a:ext uri="{FF2B5EF4-FFF2-40B4-BE49-F238E27FC236}">
                <a16:creationId xmlns:a16="http://schemas.microsoft.com/office/drawing/2014/main" id="{91235D69-951C-043E-1931-C884F86D02F5}"/>
              </a:ext>
            </a:extLst>
          </p:cNvPr>
          <p:cNvSpPr/>
          <p:nvPr/>
        </p:nvSpPr>
        <p:spPr>
          <a:xfrm>
            <a:off x="4867488" y="6143810"/>
            <a:ext cx="2709567" cy="2693316"/>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pic>
        <p:nvPicPr>
          <p:cNvPr id="70" name="图片 19">
            <a:extLst>
              <a:ext uri="{FF2B5EF4-FFF2-40B4-BE49-F238E27FC236}">
                <a16:creationId xmlns:a16="http://schemas.microsoft.com/office/drawing/2014/main" id="{7097E2B5-D6CF-AA38-555F-E0EDB07623C8}"/>
              </a:ext>
            </a:extLst>
          </p:cNvPr>
          <p:cNvPicPr>
            <a:picLocks noChangeAspect="1"/>
          </p:cNvPicPr>
          <p:nvPr/>
        </p:nvPicPr>
        <p:blipFill>
          <a:blip r:embed="rId10" cstate="print"/>
          <a:stretch>
            <a:fillRect/>
          </a:stretch>
        </p:blipFill>
        <p:spPr>
          <a:xfrm>
            <a:off x="5683949" y="6720514"/>
            <a:ext cx="1216086" cy="1216086"/>
          </a:xfrm>
          <a:prstGeom prst="rect">
            <a:avLst/>
          </a:prstGeom>
        </p:spPr>
      </p:pic>
      <p:sp>
        <p:nvSpPr>
          <p:cNvPr id="87" name="文本框 32">
            <a:extLst>
              <a:ext uri="{FF2B5EF4-FFF2-40B4-BE49-F238E27FC236}">
                <a16:creationId xmlns:a16="http://schemas.microsoft.com/office/drawing/2014/main" id="{385D9556-2099-00A4-7DC6-D083DC1E59F6}"/>
              </a:ext>
            </a:extLst>
          </p:cNvPr>
          <p:cNvSpPr txBox="1"/>
          <p:nvPr/>
        </p:nvSpPr>
        <p:spPr>
          <a:xfrm>
            <a:off x="5920759" y="7928076"/>
            <a:ext cx="1210714" cy="431657"/>
          </a:xfrm>
          <a:prstGeom prst="rect">
            <a:avLst/>
          </a:prstGeom>
          <a:noFill/>
        </p:spPr>
        <p:txBody>
          <a:bodyPr wrap="square" rtlCol="0">
            <a:spAutoFit/>
          </a:bodyPr>
          <a:lstStyle/>
          <a:p>
            <a:pPr algn="l" defTabSz="567066" hangingPunct="1"/>
            <a:r>
              <a:rPr lang="zh-CN" altLang="en-US" sz="2200" b="1" kern="1200" dirty="0">
                <a:solidFill>
                  <a:srgbClr val="F29624"/>
                </a:solidFill>
                <a:latin typeface="+mn-ea"/>
                <a:cs typeface="+mn-ea"/>
                <a:sym typeface="+mn-lt"/>
              </a:rPr>
              <a:t>乾象</a:t>
            </a:r>
            <a:endParaRPr dirty="0"/>
          </a:p>
        </p:txBody>
      </p:sp>
      <p:cxnSp>
        <p:nvCxnSpPr>
          <p:cNvPr id="90" name="图形">
            <a:extLst>
              <a:ext uri="{FF2B5EF4-FFF2-40B4-BE49-F238E27FC236}">
                <a16:creationId xmlns:a16="http://schemas.microsoft.com/office/drawing/2014/main" id="{26B90A94-22E0-E98F-B193-D17F0FF5254B}"/>
              </a:ext>
            </a:extLst>
          </p:cNvPr>
          <p:cNvCxnSpPr>
            <a:cxnSpLocks/>
          </p:cNvCxnSpPr>
          <p:nvPr/>
        </p:nvCxnSpPr>
        <p:spPr>
          <a:xfrm>
            <a:off x="6017264" y="8352309"/>
            <a:ext cx="540000"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cxnSp>
        <p:nvCxnSpPr>
          <p:cNvPr id="91" name="图形">
            <a:extLst>
              <a:ext uri="{FF2B5EF4-FFF2-40B4-BE49-F238E27FC236}">
                <a16:creationId xmlns:a16="http://schemas.microsoft.com/office/drawing/2014/main" id="{DC98B341-EABD-C273-E171-8102F85261E5}"/>
              </a:ext>
            </a:extLst>
          </p:cNvPr>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92" name="文本框 1">
            <a:extLst>
              <a:ext uri="{FF2B5EF4-FFF2-40B4-BE49-F238E27FC236}">
                <a16:creationId xmlns:a16="http://schemas.microsoft.com/office/drawing/2014/main" id="{1157F2E9-AC1F-B3A5-C64D-6A235C1B4A29}"/>
              </a:ext>
            </a:extLst>
          </p:cNvPr>
          <p:cNvSpPr txBox="1"/>
          <p:nvPr/>
        </p:nvSpPr>
        <p:spPr>
          <a:xfrm>
            <a:off x="4778527" y="9557605"/>
            <a:ext cx="4633521" cy="323165"/>
          </a:xfrm>
          <a:prstGeom prst="rect">
            <a:avLst/>
          </a:prstGeom>
          <a:noFill/>
        </p:spPr>
        <p:txBody>
          <a:bodyPr wrap="square">
            <a:spAutoFit/>
          </a:bodyPr>
          <a:lstStyle/>
          <a:p>
            <a:r>
              <a:rPr lang="en-US" altLang="zh-CN" sz="1500" dirty="0">
                <a:solidFill>
                  <a:schemeClr val="tx1">
                    <a:lumMod val="85000"/>
                    <a:lumOff val="15000"/>
                  </a:schemeClr>
                </a:solidFill>
                <a:latin typeface="华文宋体" panose="02010600040101010101" pitchFamily="2" charset="-122"/>
                <a:ea typeface="华文宋体" panose="02010600040101010101" pitchFamily="2" charset="-122"/>
                <a:cs typeface="+mn-ea"/>
              </a:rPr>
              <a:t>10</a:t>
            </a:r>
            <a:endParaRPr lang="zh-CN" altLang="en-US" sz="1500" dirty="0">
              <a:solidFill>
                <a:schemeClr val="tx1">
                  <a:lumMod val="85000"/>
                  <a:lumOff val="15000"/>
                </a:schemeClr>
              </a:solidFill>
              <a:latin typeface="华文宋体" panose="02010600040101010101" pitchFamily="2" charset="-122"/>
              <a:ea typeface="华文宋体" panose="02010600040101010101" pitchFamily="2" charset="-122"/>
              <a:cs typeface="+mn-ea"/>
            </a:endParaRPr>
          </a:p>
        </p:txBody>
      </p:sp>
      <p:sp>
        <p:nvSpPr>
          <p:cNvPr id="99" name="图形">
            <a:extLst>
              <a:ext uri="{FF2B5EF4-FFF2-40B4-BE49-F238E27FC236}">
                <a16:creationId xmlns:a16="http://schemas.microsoft.com/office/drawing/2014/main" id="{FC71CA6A-2522-AA24-7CF3-7177A9CB10F2}"/>
              </a:ext>
            </a:extLst>
          </p:cNvPr>
          <p:cNvSpPr/>
          <p:nvPr/>
        </p:nvSpPr>
        <p:spPr>
          <a:xfrm>
            <a:off x="1537442" y="3886648"/>
            <a:ext cx="2081074" cy="2069280"/>
          </a:xfrm>
          <a:prstGeom prst="ellipse">
            <a:avLst/>
          </a:prstGeom>
          <a:gradFill flip="none" rotWithShape="1">
            <a:gsLst>
              <a:gs pos="49000">
                <a:srgbClr val="D8D2F6"/>
              </a:gs>
              <a:gs pos="100000">
                <a:srgbClr val="6556A3"/>
              </a:gs>
            </a:gsLst>
            <a:path path="circle">
              <a:fillToRect l="100000" t="100000"/>
            </a:path>
            <a:tileRect r="-100000" b="-100000"/>
          </a:gradFill>
          <a:ln w="9525">
            <a:noFill/>
          </a:ln>
          <a:effectLst>
            <a:outerShdw blurRad="44450" dist="27940" dir="5400000" algn="ctr">
              <a:srgbClr val="000000">
                <a:alpha val="32000"/>
              </a:srgbClr>
            </a:outerShdw>
          </a:effectLst>
        </p:spPr>
        <p:txBody>
          <a:bodyPr lIns="27955" tIns="14568" rIns="27955" bIns="14568" anchor="ctr"/>
          <a:lstStyle/>
          <a:p>
            <a:pPr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sp>
        <p:nvSpPr>
          <p:cNvPr id="100" name="图形">
            <a:extLst>
              <a:ext uri="{FF2B5EF4-FFF2-40B4-BE49-F238E27FC236}">
                <a16:creationId xmlns:a16="http://schemas.microsoft.com/office/drawing/2014/main" id="{DF91BC38-A308-6DE6-9725-CED162CED01E}"/>
              </a:ext>
            </a:extLst>
          </p:cNvPr>
          <p:cNvSpPr/>
          <p:nvPr/>
        </p:nvSpPr>
        <p:spPr>
          <a:xfrm>
            <a:off x="1181783" y="3586818"/>
            <a:ext cx="2709567" cy="2693316"/>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102" name="文本框 32">
            <a:extLst>
              <a:ext uri="{FF2B5EF4-FFF2-40B4-BE49-F238E27FC236}">
                <a16:creationId xmlns:a16="http://schemas.microsoft.com/office/drawing/2014/main" id="{64E1B22D-ADBF-B616-D9C0-B62A381863BB}"/>
              </a:ext>
            </a:extLst>
          </p:cNvPr>
          <p:cNvSpPr txBox="1"/>
          <p:nvPr/>
        </p:nvSpPr>
        <p:spPr>
          <a:xfrm>
            <a:off x="1899142" y="5280628"/>
            <a:ext cx="1447918" cy="430887"/>
          </a:xfrm>
          <a:prstGeom prst="rect">
            <a:avLst/>
          </a:prstGeom>
          <a:noFill/>
        </p:spPr>
        <p:txBody>
          <a:bodyPr wrap="square" rtlCol="0">
            <a:spAutoFit/>
          </a:bodyPr>
          <a:lstStyle/>
          <a:p>
            <a:pPr algn="l" defTabSz="567066" hangingPunct="1"/>
            <a:r>
              <a:rPr lang="en-US" sz="2200" b="1" kern="1200" dirty="0" err="1">
                <a:solidFill>
                  <a:srgbClr val="F29624"/>
                </a:solidFill>
                <a:latin typeface="+mn-ea"/>
                <a:cs typeface="+mn-ea"/>
                <a:sym typeface="+mn-lt"/>
              </a:rPr>
              <a:t>博普科技</a:t>
            </a:r>
            <a:endParaRPr dirty="0"/>
          </a:p>
        </p:txBody>
      </p:sp>
      <p:cxnSp>
        <p:nvCxnSpPr>
          <p:cNvPr id="105" name="图形">
            <a:extLst>
              <a:ext uri="{FF2B5EF4-FFF2-40B4-BE49-F238E27FC236}">
                <a16:creationId xmlns:a16="http://schemas.microsoft.com/office/drawing/2014/main" id="{7D28BE24-51BE-1618-30DC-24421A90F23B}"/>
              </a:ext>
            </a:extLst>
          </p:cNvPr>
          <p:cNvCxnSpPr>
            <a:cxnSpLocks/>
          </p:cNvCxnSpPr>
          <p:nvPr/>
        </p:nvCxnSpPr>
        <p:spPr>
          <a:xfrm>
            <a:off x="1997990" y="5720776"/>
            <a:ext cx="1116000"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pic>
        <p:nvPicPr>
          <p:cNvPr id="107" name="图片 106" descr="文本&#10;&#10;描述已自动生成">
            <a:extLst>
              <a:ext uri="{FF2B5EF4-FFF2-40B4-BE49-F238E27FC236}">
                <a16:creationId xmlns:a16="http://schemas.microsoft.com/office/drawing/2014/main" id="{3F587649-2E0C-AC9E-093B-D3D6C387A003}"/>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593169" y="4405886"/>
            <a:ext cx="1842070" cy="866631"/>
          </a:xfrm>
          <a:prstGeom prst="rect">
            <a:avLst/>
          </a:prstGeom>
        </p:spPr>
      </p:pic>
    </p:spTree>
    <p:extLst>
      <p:ext uri="{BB962C8B-B14F-4D97-AF65-F5344CB8AC3E}">
        <p14:creationId xmlns:p14="http://schemas.microsoft.com/office/powerpoint/2010/main" val="33082239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7" name="组合 23"/>
          <p:cNvGrpSpPr/>
          <p:nvPr/>
        </p:nvGrpSpPr>
        <p:grpSpPr>
          <a:xfrm>
            <a:off x="9752" y="260216"/>
            <a:ext cx="7549923" cy="9999797"/>
            <a:chOff x="9752" y="255633"/>
            <a:chExt cx="7549923" cy="9999797"/>
          </a:xfrm>
        </p:grpSpPr>
        <p:pic>
          <p:nvPicPr>
            <p:cNvPr id="238" name="图片 24"/>
            <p:cNvPicPr>
              <a:picLocks noChangeAspect="1"/>
            </p:cNvPicPr>
            <p:nvPr/>
          </p:nvPicPr>
          <p:blipFill>
            <a:blip r:embed="rId3"/>
            <a:srcRect r="1505"/>
            <a:stretch/>
          </p:blipFill>
          <p:spPr>
            <a:xfrm>
              <a:off x="9752" y="255633"/>
              <a:ext cx="7549923" cy="9999797"/>
            </a:xfrm>
            <a:prstGeom prst="rect">
              <a:avLst/>
            </a:prstGeom>
          </p:spPr>
        </p:pic>
        <p:pic>
          <p:nvPicPr>
            <p:cNvPr id="239" name="图片 25"/>
            <p:cNvPicPr>
              <a:picLocks noChangeAspect="1"/>
            </p:cNvPicPr>
            <p:nvPr/>
          </p:nvPicPr>
          <p:blipFill>
            <a:blip r:embed="rId4"/>
            <a:stretch>
              <a:fillRect/>
            </a:stretch>
          </p:blipFill>
          <p:spPr>
            <a:xfrm>
              <a:off x="2733503" y="958361"/>
              <a:ext cx="4803852" cy="183897"/>
            </a:xfrm>
            <a:prstGeom prst="rect">
              <a:avLst/>
            </a:prstGeom>
          </p:spPr>
        </p:pic>
        <p:pic>
          <p:nvPicPr>
            <p:cNvPr id="240" name="图片 26"/>
            <p:cNvPicPr>
              <a:picLocks noChangeAspect="1"/>
            </p:cNvPicPr>
            <p:nvPr/>
          </p:nvPicPr>
          <p:blipFill>
            <a:blip r:embed="rId5"/>
            <a:stretch>
              <a:fillRect/>
            </a:stretch>
          </p:blipFill>
          <p:spPr>
            <a:xfrm>
              <a:off x="2955317" y="489607"/>
              <a:ext cx="4480144" cy="476842"/>
            </a:xfrm>
            <a:prstGeom prst="rect">
              <a:avLst/>
            </a:prstGeom>
          </p:spPr>
        </p:pic>
      </p:grpSp>
      <p:sp>
        <p:nvSpPr>
          <p:cNvPr id="241" name="矩形 21"/>
          <p:cNvSpPr/>
          <p:nvPr/>
        </p:nvSpPr>
        <p:spPr>
          <a:xfrm rot="10800000">
            <a:off x="491074" y="2123046"/>
            <a:ext cx="6613058" cy="3702467"/>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242" name="矩形 22"/>
          <p:cNvSpPr/>
          <p:nvPr/>
        </p:nvSpPr>
        <p:spPr>
          <a:xfrm rot="10800000">
            <a:off x="491074" y="6437436"/>
            <a:ext cx="6613058" cy="2807994"/>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pic>
        <p:nvPicPr>
          <p:cNvPr id="244" name="图片 4"/>
          <p:cNvPicPr>
            <a:picLocks noChangeAspect="1"/>
          </p:cNvPicPr>
          <p:nvPr/>
        </p:nvPicPr>
        <p:blipFill>
          <a:blip r:embed="rId6"/>
          <a:stretch>
            <a:fillRect/>
          </a:stretch>
        </p:blipFill>
        <p:spPr>
          <a:xfrm>
            <a:off x="668946" y="2124481"/>
            <a:ext cx="4165200" cy="1696220"/>
          </a:xfrm>
          <a:prstGeom prst="rect">
            <a:avLst/>
          </a:prstGeom>
        </p:spPr>
      </p:pic>
      <p:pic>
        <p:nvPicPr>
          <p:cNvPr id="245" name="图片 5"/>
          <p:cNvPicPr>
            <a:picLocks noChangeAspect="1"/>
          </p:cNvPicPr>
          <p:nvPr/>
        </p:nvPicPr>
        <p:blipFill>
          <a:blip r:embed="rId7"/>
          <a:stretch>
            <a:fillRect/>
          </a:stretch>
        </p:blipFill>
        <p:spPr>
          <a:xfrm>
            <a:off x="668946" y="6422670"/>
            <a:ext cx="4164625" cy="1250703"/>
          </a:xfrm>
          <a:prstGeom prst="rect">
            <a:avLst/>
          </a:prstGeom>
        </p:spPr>
      </p:pic>
      <p:sp>
        <p:nvSpPr>
          <p:cNvPr id="246" name="文本框 6"/>
          <p:cNvSpPr txBox="1"/>
          <p:nvPr/>
        </p:nvSpPr>
        <p:spPr>
          <a:xfrm>
            <a:off x="668946" y="7696191"/>
            <a:ext cx="6672007" cy="1509901"/>
          </a:xfrm>
          <a:prstGeom prst="rect">
            <a:avLst/>
          </a:prstGeom>
          <a:noFill/>
        </p:spPr>
        <p:txBody>
          <a:bodyPr wrap="square">
            <a:spAutoFit/>
          </a:bodyPr>
          <a:lstStyle/>
          <a:p>
            <a:pPr algn="l">
              <a:lnSpc>
                <a:spcPct val="125000"/>
              </a:lnSpc>
            </a:pPr>
            <a:r>
              <a:rPr lang="en-US" altLang="zh-CN" sz="1500" b="1" dirty="0">
                <a:solidFill>
                  <a:schemeClr val="tx1"/>
                </a:solidFill>
                <a:latin typeface="微软雅黑" panose="020B0503020204020204" pitchFamily="34" charset="-122"/>
                <a:ea typeface="微软雅黑" panose="020B0503020204020204" pitchFamily="34" charset="-122"/>
              </a:rPr>
              <a:t>On Querying Connected Components in Large Temporal Graphs</a:t>
            </a:r>
            <a:endParaRPr sz="1500" dirty="0"/>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作者：</a:t>
            </a:r>
            <a:r>
              <a:rPr lang="en-US" altLang="zh-CN" sz="1500" dirty="0">
                <a:solidFill>
                  <a:schemeClr val="tx1"/>
                </a:solidFill>
                <a:highlight>
                  <a:srgbClr val="FFFF00"/>
                </a:highlight>
                <a:latin typeface="华文宋体" panose="02010600040101010101" pitchFamily="2" charset="-122"/>
                <a:ea typeface="华文宋体" panose="02010600040101010101" pitchFamily="2" charset="-122"/>
              </a:rPr>
              <a:t>Haoxuan Xie</a:t>
            </a:r>
            <a:r>
              <a:rPr lang="en-US" altLang="zh-CN" sz="1500" dirty="0">
                <a:solidFill>
                  <a:schemeClr val="tx1"/>
                </a:solidFill>
                <a:latin typeface="华文宋体" panose="02010600040101010101" pitchFamily="2" charset="-122"/>
                <a:ea typeface="华文宋体" panose="02010600040101010101" pitchFamily="2" charset="-122"/>
              </a:rPr>
              <a:t>, </a:t>
            </a:r>
            <a:r>
              <a:rPr lang="en-US" altLang="zh-CN" sz="1500" dirty="0" err="1">
                <a:solidFill>
                  <a:schemeClr val="tx1"/>
                </a:solidFill>
                <a:highlight>
                  <a:srgbClr val="FFFF00"/>
                </a:highlight>
                <a:latin typeface="华文宋体" panose="02010600040101010101" pitchFamily="2" charset="-122"/>
                <a:ea typeface="华文宋体" panose="02010600040101010101" pitchFamily="2" charset="-122"/>
              </a:rPr>
              <a:t>Yixiang</a:t>
            </a:r>
            <a:r>
              <a:rPr lang="en-US" altLang="zh-CN" sz="1500" dirty="0">
                <a:solidFill>
                  <a:schemeClr val="tx1"/>
                </a:solidFill>
                <a:highlight>
                  <a:srgbClr val="FFFF00"/>
                </a:highlight>
                <a:latin typeface="华文宋体" panose="02010600040101010101" pitchFamily="2" charset="-122"/>
                <a:ea typeface="华文宋体" panose="02010600040101010101" pitchFamily="2" charset="-122"/>
              </a:rPr>
              <a:t> Fang†</a:t>
            </a:r>
            <a:r>
              <a:rPr lang="en-US" altLang="zh-CN" sz="1500" dirty="0">
                <a:solidFill>
                  <a:schemeClr val="tx1"/>
                </a:solidFill>
                <a:latin typeface="华文宋体" panose="02010600040101010101" pitchFamily="2" charset="-122"/>
                <a:ea typeface="华文宋体" panose="02010600040101010101" pitchFamily="2" charset="-122"/>
              </a:rPr>
              <a:t>, </a:t>
            </a:r>
            <a:r>
              <a:rPr lang="en-US" altLang="zh-CN" sz="1500" dirty="0">
                <a:solidFill>
                  <a:schemeClr val="tx1"/>
                </a:solidFill>
                <a:highlight>
                  <a:srgbClr val="FFFF00"/>
                </a:highlight>
                <a:latin typeface="华文宋体" panose="02010600040101010101" pitchFamily="2" charset="-122"/>
                <a:ea typeface="华文宋体" panose="02010600040101010101" pitchFamily="2" charset="-122"/>
              </a:rPr>
              <a:t>Yuyang Xia</a:t>
            </a:r>
            <a:r>
              <a:rPr lang="en-US" altLang="zh-CN" sz="1500" dirty="0">
                <a:solidFill>
                  <a:schemeClr val="tx1"/>
                </a:solidFill>
                <a:latin typeface="华文宋体" panose="02010600040101010101" pitchFamily="2" charset="-122"/>
                <a:ea typeface="华文宋体" panose="02010600040101010101" pitchFamily="2" charset="-122"/>
              </a:rPr>
              <a:t>, </a:t>
            </a:r>
            <a:r>
              <a:rPr lang="en-US" altLang="zh-CN" sz="1500" dirty="0" err="1">
                <a:solidFill>
                  <a:schemeClr val="tx1"/>
                </a:solidFill>
                <a:latin typeface="华文宋体" panose="02010600040101010101" pitchFamily="2" charset="-122"/>
                <a:ea typeface="华文宋体" panose="02010600040101010101" pitchFamily="2" charset="-122"/>
              </a:rPr>
              <a:t>Wensheng</a:t>
            </a:r>
            <a:r>
              <a:rPr lang="en-US" altLang="zh-CN" sz="1500" dirty="0">
                <a:solidFill>
                  <a:schemeClr val="tx1"/>
                </a:solidFill>
                <a:latin typeface="华文宋体" panose="02010600040101010101" pitchFamily="2" charset="-122"/>
                <a:ea typeface="华文宋体" panose="02010600040101010101" pitchFamily="2" charset="-122"/>
              </a:rPr>
              <a:t> Luo, </a:t>
            </a:r>
            <a:r>
              <a:rPr lang="en-US" altLang="zh-CN" sz="1500" dirty="0">
                <a:solidFill>
                  <a:schemeClr val="tx1"/>
                </a:solidFill>
                <a:highlight>
                  <a:srgbClr val="FFFF00"/>
                </a:highlight>
                <a:latin typeface="华文宋体" panose="02010600040101010101" pitchFamily="2" charset="-122"/>
                <a:ea typeface="华文宋体" panose="02010600040101010101" pitchFamily="2" charset="-122"/>
              </a:rPr>
              <a:t>Chenhao Ma</a:t>
            </a:r>
            <a:endParaRPr sz="1500" dirty="0"/>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接收会议：</a:t>
            </a:r>
            <a:r>
              <a:rPr lang="en-US" altLang="zh-CN" sz="1500" dirty="0">
                <a:solidFill>
                  <a:schemeClr val="tx1"/>
                </a:solidFill>
                <a:latin typeface="华文宋体" panose="02010600040101010101" pitchFamily="2" charset="-122"/>
                <a:ea typeface="华文宋体" panose="02010600040101010101" pitchFamily="2" charset="-122"/>
              </a:rPr>
              <a:t>SIGMOD 2023</a:t>
            </a:r>
            <a:endParaRPr sz="1500" dirty="0"/>
          </a:p>
          <a:p>
            <a:pPr algn="l">
              <a:lnSpc>
                <a:spcPct val="125000"/>
              </a:lnSpc>
            </a:pP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SIGMOD</a:t>
            </a:r>
            <a:r>
              <a:rPr lang="zh-CN" altLang="en-US" sz="1500" dirty="0">
                <a:solidFill>
                  <a:schemeClr val="tx1"/>
                </a:solidFill>
                <a:latin typeface="华文宋体" panose="02010600040101010101" pitchFamily="2" charset="-122"/>
                <a:ea typeface="华文宋体" panose="02010600040101010101" pitchFamily="2" charset="-122"/>
              </a:rPr>
              <a:t>是数据库系统领域历史最为悠久也是最为权威的学术会议，被中国计算机学会（</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CCF</a:t>
            </a:r>
            <a:r>
              <a:rPr lang="zh-CN" altLang="en-US" sz="1500" dirty="0">
                <a:solidFill>
                  <a:schemeClr val="tx1"/>
                </a:solidFill>
                <a:latin typeface="华文宋体" panose="02010600040101010101" pitchFamily="2" charset="-122"/>
                <a:ea typeface="华文宋体" panose="02010600040101010101" pitchFamily="2" charset="-122"/>
              </a:rPr>
              <a:t>）列为</a:t>
            </a:r>
            <a:r>
              <a:rPr lang="en-US" altLang="zh-CN" sz="1500" dirty="0">
                <a:solidFill>
                  <a:schemeClr val="tx1"/>
                </a:solidFill>
                <a:latin typeface="华文宋体" panose="02010600040101010101" pitchFamily="2" charset="-122"/>
                <a:ea typeface="华文宋体" panose="02010600040101010101" pitchFamily="2" charset="-122"/>
              </a:rPr>
              <a:t>A</a:t>
            </a:r>
            <a:r>
              <a:rPr lang="zh-CN" altLang="en-US" sz="1500" dirty="0">
                <a:solidFill>
                  <a:schemeClr val="tx1"/>
                </a:solidFill>
                <a:latin typeface="华文宋体" panose="02010600040101010101" pitchFamily="2" charset="-122"/>
                <a:ea typeface="华文宋体" panose="02010600040101010101" pitchFamily="2" charset="-122"/>
              </a:rPr>
              <a:t>类会议。</a:t>
            </a:r>
            <a:endParaRPr sz="1500" dirty="0"/>
          </a:p>
        </p:txBody>
      </p:sp>
      <p:sp>
        <p:nvSpPr>
          <p:cNvPr id="247" name="Title Placeholder 1"/>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科研活动</a:t>
            </a:r>
            <a:endParaRPr lang="en-CN" sz="3200"/>
          </a:p>
        </p:txBody>
      </p:sp>
      <p:cxnSp>
        <p:nvCxnSpPr>
          <p:cNvPr id="249" name="直接连接符 9"/>
          <p:cNvCxnSpPr/>
          <p:nvPr/>
        </p:nvCxnSpPr>
        <p:spPr>
          <a:xfrm>
            <a:off x="469890" y="2216368"/>
            <a:ext cx="0" cy="7184315"/>
          </a:xfrm>
          <a:prstGeom prst="line">
            <a:avLst/>
          </a:prstGeom>
          <a:ln>
            <a:solidFill>
              <a:srgbClr val="441D85"/>
            </a:solidFill>
          </a:ln>
        </p:spPr>
        <p:style>
          <a:lnRef idx="1">
            <a:schemeClr val="accent1"/>
          </a:lnRef>
          <a:fillRef idx="0">
            <a:schemeClr val="accent1"/>
          </a:fillRef>
          <a:effectRef idx="0">
            <a:schemeClr val="accent1"/>
          </a:effectRef>
          <a:fontRef idx="minor">
            <a:schemeClr val="tx1"/>
          </a:fontRef>
        </p:style>
      </p:cxnSp>
      <p:sp>
        <p:nvSpPr>
          <p:cNvPr id="250" name="椭圆 10"/>
          <p:cNvSpPr/>
          <p:nvPr/>
        </p:nvSpPr>
        <p:spPr>
          <a:xfrm>
            <a:off x="418037" y="6408473"/>
            <a:ext cx="103709" cy="103892"/>
          </a:xfrm>
          <a:prstGeom prst="ellipse">
            <a:avLst/>
          </a:prstGeom>
          <a:solidFill>
            <a:srgbClr val="9C8AD0"/>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51" name="椭圆 11"/>
          <p:cNvSpPr/>
          <p:nvPr/>
        </p:nvSpPr>
        <p:spPr>
          <a:xfrm>
            <a:off x="423359" y="2079252"/>
            <a:ext cx="103709" cy="103892"/>
          </a:xfrm>
          <a:prstGeom prst="ellipse">
            <a:avLst/>
          </a:prstGeom>
          <a:solidFill>
            <a:srgbClr val="F29624"/>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52" name="椭圆 12"/>
          <p:cNvSpPr/>
          <p:nvPr/>
        </p:nvSpPr>
        <p:spPr>
          <a:xfrm>
            <a:off x="427483" y="3980001"/>
            <a:ext cx="103709" cy="103892"/>
          </a:xfrm>
          <a:prstGeom prst="ellipse">
            <a:avLst/>
          </a:prstGeom>
          <a:solidFill>
            <a:srgbClr val="441D85"/>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53" name="椭圆 14"/>
          <p:cNvSpPr/>
          <p:nvPr/>
        </p:nvSpPr>
        <p:spPr>
          <a:xfrm>
            <a:off x="423852" y="7848619"/>
            <a:ext cx="103709" cy="103892"/>
          </a:xfrm>
          <a:prstGeom prst="ellipse">
            <a:avLst/>
          </a:prstGeom>
          <a:solidFill>
            <a:srgbClr val="441D85"/>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54" name="椭圆 15"/>
          <p:cNvSpPr/>
          <p:nvPr/>
        </p:nvSpPr>
        <p:spPr>
          <a:xfrm>
            <a:off x="423852" y="4334300"/>
            <a:ext cx="103709" cy="103892"/>
          </a:xfrm>
          <a:prstGeom prst="ellipse">
            <a:avLst/>
          </a:prstGeom>
          <a:solidFill>
            <a:srgbClr val="441D85"/>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55" name="椭圆 16"/>
          <p:cNvSpPr/>
          <p:nvPr/>
        </p:nvSpPr>
        <p:spPr>
          <a:xfrm>
            <a:off x="423209" y="8120663"/>
            <a:ext cx="103709" cy="103892"/>
          </a:xfrm>
          <a:prstGeom prst="ellipse">
            <a:avLst/>
          </a:prstGeom>
          <a:solidFill>
            <a:srgbClr val="441D85"/>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56" name="椭圆 17"/>
          <p:cNvSpPr/>
          <p:nvPr/>
        </p:nvSpPr>
        <p:spPr>
          <a:xfrm>
            <a:off x="423852" y="4967008"/>
            <a:ext cx="103709" cy="103892"/>
          </a:xfrm>
          <a:prstGeom prst="ellipse">
            <a:avLst/>
          </a:prstGeom>
          <a:solidFill>
            <a:srgbClr val="441D85"/>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57" name="椭圆 18"/>
          <p:cNvSpPr/>
          <p:nvPr/>
        </p:nvSpPr>
        <p:spPr>
          <a:xfrm>
            <a:off x="432644" y="8404984"/>
            <a:ext cx="103709" cy="103892"/>
          </a:xfrm>
          <a:prstGeom prst="ellipse">
            <a:avLst/>
          </a:prstGeom>
          <a:solidFill>
            <a:srgbClr val="441D85"/>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cxnSp>
        <p:nvCxnSpPr>
          <p:cNvPr id="258" name="图形"/>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2" name="文本框 2">
            <a:extLst>
              <a:ext uri="{FF2B5EF4-FFF2-40B4-BE49-F238E27FC236}">
                <a16:creationId xmlns:a16="http://schemas.microsoft.com/office/drawing/2014/main" id="{60FDC992-F300-CB6F-8304-9723B8EF9497}"/>
              </a:ext>
            </a:extLst>
          </p:cNvPr>
          <p:cNvSpPr txBox="1"/>
          <p:nvPr/>
        </p:nvSpPr>
        <p:spPr>
          <a:xfrm>
            <a:off x="-1817145" y="9557605"/>
            <a:ext cx="4633521" cy="323165"/>
          </a:xfrm>
          <a:prstGeom prst="rect">
            <a:avLst/>
          </a:prstGeom>
          <a:noFill/>
        </p:spPr>
        <p:txBody>
          <a:bodyPr wrap="square">
            <a:spAutoFit/>
          </a:bodyPr>
          <a:lstStyle/>
          <a:p>
            <a:r>
              <a:rPr lang="en-US" altLang="zh-CN" sz="1500" dirty="0">
                <a:solidFill>
                  <a:schemeClr val="tx1">
                    <a:lumMod val="85000"/>
                    <a:lumOff val="15000"/>
                  </a:schemeClr>
                </a:solidFill>
                <a:latin typeface="华文宋体" panose="02010600040101010101" pitchFamily="2" charset="-122"/>
                <a:ea typeface="华文宋体" panose="02010600040101010101" pitchFamily="2" charset="-122"/>
                <a:cs typeface="+mn-ea"/>
              </a:rPr>
              <a:t>11</a:t>
            </a:r>
            <a:endParaRPr lang="zh-CN" altLang="en-US" sz="1500" dirty="0">
              <a:solidFill>
                <a:schemeClr val="tx1">
                  <a:lumMod val="85000"/>
                  <a:lumOff val="15000"/>
                </a:schemeClr>
              </a:solidFill>
              <a:latin typeface="华文宋体" panose="02010600040101010101" pitchFamily="2" charset="-122"/>
              <a:ea typeface="华文宋体" panose="02010600040101010101" pitchFamily="2" charset="-122"/>
              <a:cs typeface="+mn-ea"/>
            </a:endParaRPr>
          </a:p>
        </p:txBody>
      </p:sp>
      <p:pic>
        <p:nvPicPr>
          <p:cNvPr id="3" name="图片 18">
            <a:extLst>
              <a:ext uri="{FF2B5EF4-FFF2-40B4-BE49-F238E27FC236}">
                <a16:creationId xmlns:a16="http://schemas.microsoft.com/office/drawing/2014/main" id="{31E70F17-2E0B-74C0-3198-BED9B123B650}"/>
              </a:ext>
            </a:extLst>
          </p:cNvPr>
          <p:cNvPicPr>
            <a:picLocks noChangeAspect="1"/>
          </p:cNvPicPr>
          <p:nvPr/>
        </p:nvPicPr>
        <p:blipFill>
          <a:blip r:embed="rId8" cstate="print"/>
          <a:stretch>
            <a:fillRect/>
          </a:stretch>
        </p:blipFill>
        <p:spPr>
          <a:xfrm>
            <a:off x="-401919" y="196268"/>
            <a:ext cx="6637825" cy="925594"/>
          </a:xfrm>
          <a:prstGeom prst="rect">
            <a:avLst/>
          </a:prstGeom>
        </p:spPr>
      </p:pic>
      <p:sp>
        <p:nvSpPr>
          <p:cNvPr id="243"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p:cNvSpPr txBox="1"/>
          <p:nvPr/>
        </p:nvSpPr>
        <p:spPr>
          <a:xfrm>
            <a:off x="668946" y="3839007"/>
            <a:ext cx="6359900" cy="1986506"/>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l">
              <a:lnSpc>
                <a:spcPct val="125000"/>
              </a:lnSpc>
            </a:pPr>
            <a:r>
              <a:rPr lang="en-US" altLang="zh-CN" sz="1500" b="1" dirty="0">
                <a:solidFill>
                  <a:schemeClr val="tx1"/>
                </a:solidFill>
                <a:latin typeface="微软雅黑" panose="020B0503020204020204" pitchFamily="34" charset="-122"/>
                <a:ea typeface="微软雅黑" panose="020B0503020204020204" pitchFamily="34" charset="-122"/>
              </a:rPr>
              <a:t>Testing Graph Database Systems via Equivalent Query Rewriting</a:t>
            </a:r>
            <a:endParaRPr sz="1500" dirty="0"/>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作者：</a:t>
            </a:r>
            <a:r>
              <a:rPr lang="en-US" altLang="zh-CN" sz="1500" dirty="0" err="1">
                <a:solidFill>
                  <a:schemeClr val="tx1"/>
                </a:solidFill>
                <a:highlight>
                  <a:srgbClr val="FFFF00"/>
                </a:highlight>
                <a:latin typeface="华文宋体" panose="02010600040101010101" pitchFamily="2" charset="-122"/>
                <a:ea typeface="华文宋体" panose="02010600040101010101" pitchFamily="2" charset="-122"/>
              </a:rPr>
              <a:t>Qiuyang</a:t>
            </a:r>
            <a:r>
              <a:rPr lang="en-US" altLang="zh-CN" sz="1500" dirty="0">
                <a:solidFill>
                  <a:schemeClr val="tx1"/>
                </a:solidFill>
                <a:highlight>
                  <a:srgbClr val="FFFF00"/>
                </a:highlight>
                <a:latin typeface="华文宋体" panose="02010600040101010101" pitchFamily="2" charset="-122"/>
                <a:ea typeface="华文宋体" panose="02010600040101010101" pitchFamily="2" charset="-122"/>
              </a:rPr>
              <a:t> Mang*</a:t>
            </a:r>
            <a:r>
              <a:rPr lang="en-US" altLang="zh-CN" sz="1500" dirty="0">
                <a:solidFill>
                  <a:schemeClr val="tx1"/>
                </a:solidFill>
                <a:latin typeface="华文宋体" panose="02010600040101010101" pitchFamily="2" charset="-122"/>
                <a:ea typeface="华文宋体" panose="02010600040101010101" pitchFamily="2" charset="-122"/>
              </a:rPr>
              <a:t>, </a:t>
            </a:r>
            <a:r>
              <a:rPr lang="en-US" altLang="zh-CN" sz="1500" dirty="0" err="1">
                <a:solidFill>
                  <a:schemeClr val="tx1"/>
                </a:solidFill>
                <a:latin typeface="华文宋体" panose="02010600040101010101" pitchFamily="2" charset="-122"/>
                <a:ea typeface="华文宋体" panose="02010600040101010101" pitchFamily="2" charset="-122"/>
              </a:rPr>
              <a:t>Aoyang</a:t>
            </a:r>
            <a:r>
              <a:rPr lang="en-US" altLang="zh-CN" sz="1500" dirty="0">
                <a:solidFill>
                  <a:schemeClr val="tx1"/>
                </a:solidFill>
                <a:latin typeface="华文宋体" panose="02010600040101010101" pitchFamily="2" charset="-122"/>
                <a:ea typeface="华文宋体" panose="02010600040101010101" pitchFamily="2" charset="-122"/>
              </a:rPr>
              <a:t> Fang*, </a:t>
            </a:r>
            <a:r>
              <a:rPr lang="en-US" altLang="zh-CN" sz="1500" dirty="0" err="1">
                <a:solidFill>
                  <a:schemeClr val="tx1"/>
                </a:solidFill>
                <a:latin typeface="华文宋体" panose="02010600040101010101" pitchFamily="2" charset="-122"/>
                <a:ea typeface="华文宋体" panose="02010600040101010101" pitchFamily="2" charset="-122"/>
              </a:rPr>
              <a:t>Boxi</a:t>
            </a:r>
            <a:r>
              <a:rPr lang="en-US" altLang="zh-CN" sz="1500" dirty="0">
                <a:solidFill>
                  <a:schemeClr val="tx1"/>
                </a:solidFill>
                <a:latin typeface="华文宋体" panose="02010600040101010101" pitchFamily="2" charset="-122"/>
                <a:ea typeface="华文宋体" panose="02010600040101010101" pitchFamily="2" charset="-122"/>
              </a:rPr>
              <a:t> Yu, </a:t>
            </a:r>
            <a:r>
              <a:rPr lang="en-US" altLang="zh-CN" sz="1500" dirty="0" err="1">
                <a:solidFill>
                  <a:schemeClr val="tx1"/>
                </a:solidFill>
                <a:highlight>
                  <a:srgbClr val="FFFF00"/>
                </a:highlight>
                <a:latin typeface="华文宋体" panose="02010600040101010101" pitchFamily="2" charset="-122"/>
                <a:ea typeface="华文宋体" panose="02010600040101010101" pitchFamily="2" charset="-122"/>
              </a:rPr>
              <a:t>Hanfei</a:t>
            </a:r>
            <a:r>
              <a:rPr lang="en-US" altLang="zh-CN" sz="1500" dirty="0">
                <a:solidFill>
                  <a:schemeClr val="tx1"/>
                </a:solidFill>
                <a:highlight>
                  <a:srgbClr val="FFFF00"/>
                </a:highlight>
                <a:latin typeface="华文宋体" panose="02010600040101010101" pitchFamily="2" charset="-122"/>
                <a:ea typeface="华文宋体" panose="02010600040101010101" pitchFamily="2" charset="-122"/>
              </a:rPr>
              <a:t> Chen</a:t>
            </a:r>
            <a:r>
              <a:rPr lang="en-US" altLang="zh-CN" sz="1500" dirty="0">
                <a:solidFill>
                  <a:schemeClr val="tx1"/>
                </a:solidFill>
                <a:latin typeface="华文宋体" panose="02010600040101010101" pitchFamily="2" charset="-122"/>
                <a:ea typeface="华文宋体" panose="02010600040101010101" pitchFamily="2" charset="-122"/>
              </a:rPr>
              <a:t>, </a:t>
            </a:r>
            <a:r>
              <a:rPr lang="en-US" altLang="zh-CN" sz="1500" dirty="0" err="1">
                <a:solidFill>
                  <a:schemeClr val="tx1"/>
                </a:solidFill>
                <a:latin typeface="华文宋体" panose="02010600040101010101" pitchFamily="2" charset="-122"/>
                <a:ea typeface="华文宋体" panose="02010600040101010101" pitchFamily="2" charset="-122"/>
              </a:rPr>
              <a:t>Pinjia</a:t>
            </a:r>
            <a:r>
              <a:rPr lang="en-US" altLang="zh-CN" sz="1500" dirty="0">
                <a:solidFill>
                  <a:schemeClr val="tx1"/>
                </a:solidFill>
                <a:latin typeface="华文宋体" panose="02010600040101010101" pitchFamily="2" charset="-122"/>
                <a:ea typeface="华文宋体" panose="02010600040101010101" pitchFamily="2" charset="-122"/>
              </a:rPr>
              <a:t> He</a:t>
            </a:r>
            <a:r>
              <a:rPr lang="zh-CN" altLang="en-US" sz="1500" dirty="0">
                <a:solidFill>
                  <a:schemeClr val="tx1"/>
                </a:solidFill>
                <a:latin typeface="华文宋体" panose="02010600040101010101" pitchFamily="2" charset="-122"/>
                <a:ea typeface="华文宋体" panose="02010600040101010101" pitchFamily="2" charset="-122"/>
              </a:rPr>
              <a:t>（*为共同一作）</a:t>
            </a:r>
            <a:endParaRPr sz="1500" dirty="0"/>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接收会议：</a:t>
            </a:r>
            <a:r>
              <a:rPr lang="en-HK" altLang="zh-CN" sz="1500" dirty="0">
                <a:solidFill>
                  <a:schemeClr val="tx1"/>
                </a:solidFill>
                <a:latin typeface="华文宋体" panose="02010600040101010101" pitchFamily="2" charset="-122"/>
                <a:ea typeface="华文宋体" panose="02010600040101010101" pitchFamily="2" charset="-122"/>
              </a:rPr>
              <a:t>ICSE 2024</a:t>
            </a:r>
            <a:endParaRPr sz="1500" dirty="0"/>
          </a:p>
          <a:p>
            <a:pPr algn="l">
              <a:lnSpc>
                <a:spcPct val="125000"/>
              </a:lnSpc>
            </a:pPr>
            <a:r>
              <a:rPr lang="en-US" altLang="zh-CN" sz="1500" dirty="0">
                <a:solidFill>
                  <a:schemeClr val="tx1"/>
                </a:solidFill>
                <a:latin typeface="华文宋体" panose="02010600040101010101" pitchFamily="2" charset="-122"/>
                <a:ea typeface="华文宋体" panose="02010600040101010101" pitchFamily="2" charset="-122"/>
                <a:sym typeface="Helvetica Neue"/>
              </a:rPr>
              <a:t>ICSE</a:t>
            </a:r>
            <a:r>
              <a:rPr lang="zh-CN" altLang="en-US" sz="1500" dirty="0">
                <a:solidFill>
                  <a:schemeClr val="tx1"/>
                </a:solidFill>
                <a:latin typeface="华文宋体" panose="02010600040101010101" pitchFamily="2" charset="-122"/>
                <a:ea typeface="华文宋体" panose="02010600040101010101" pitchFamily="2" charset="-122"/>
              </a:rPr>
              <a:t>是国际公认的软件工程领域顶级会议，被中国计算机学会</a:t>
            </a:r>
            <a:r>
              <a:rPr lang="zh-CN" altLang="en-US" sz="1500" dirty="0">
                <a:solidFill>
                  <a:schemeClr val="tx1"/>
                </a:solidFill>
                <a:latin typeface="华文宋体" panose="02010600040101010101" pitchFamily="2" charset="-122"/>
                <a:ea typeface="华文宋体" panose="02010600040101010101" pitchFamily="2" charset="-122"/>
                <a:sym typeface="Helvetica Neue"/>
              </a:rPr>
              <a:t>（</a:t>
            </a:r>
            <a:r>
              <a:rPr lang="en-US" altLang="zh-CN" sz="1500" dirty="0">
                <a:solidFill>
                  <a:schemeClr val="tx1"/>
                </a:solidFill>
                <a:latin typeface="华文宋体" panose="02010600040101010101" pitchFamily="2" charset="-122"/>
                <a:ea typeface="华文宋体" panose="02010600040101010101" pitchFamily="2" charset="-122"/>
                <a:sym typeface="Helvetica Neue"/>
              </a:rPr>
              <a:t>CCF</a:t>
            </a:r>
            <a:r>
              <a:rPr lang="zh-CN" altLang="en-US" sz="1500" dirty="0">
                <a:solidFill>
                  <a:schemeClr val="tx1"/>
                </a:solidFill>
                <a:latin typeface="华文宋体" panose="02010600040101010101" pitchFamily="2" charset="-122"/>
                <a:ea typeface="华文宋体" panose="02010600040101010101" pitchFamily="2" charset="-122"/>
                <a:sym typeface="Helvetica Neue"/>
              </a:rPr>
              <a:t>）</a:t>
            </a:r>
            <a:r>
              <a:rPr lang="zh-CN" altLang="en-US" sz="1500" dirty="0">
                <a:solidFill>
                  <a:schemeClr val="tx1"/>
                </a:solidFill>
                <a:latin typeface="华文宋体" panose="02010600040101010101" pitchFamily="2" charset="-122"/>
                <a:ea typeface="华文宋体" panose="02010600040101010101" pitchFamily="2" charset="-122"/>
              </a:rPr>
              <a:t>列为</a:t>
            </a:r>
            <a:r>
              <a:rPr lang="en-US" altLang="zh-CN" sz="1500" dirty="0">
                <a:solidFill>
                  <a:schemeClr val="tx1"/>
                </a:solidFill>
                <a:latin typeface="华文宋体" panose="02010600040101010101" pitchFamily="2" charset="-122"/>
                <a:ea typeface="华文宋体" panose="02010600040101010101" pitchFamily="2" charset="-122"/>
              </a:rPr>
              <a:t>A</a:t>
            </a:r>
            <a:r>
              <a:rPr lang="zh-CN" altLang="en-US" sz="1500" dirty="0">
                <a:solidFill>
                  <a:schemeClr val="tx1"/>
                </a:solidFill>
                <a:latin typeface="华文宋体" panose="02010600040101010101" pitchFamily="2" charset="-122"/>
                <a:ea typeface="华文宋体" panose="02010600040101010101" pitchFamily="2" charset="-122"/>
              </a:rPr>
              <a:t>类会议。</a:t>
            </a:r>
            <a:endParaRPr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2" name="组合 5"/>
          <p:cNvGrpSpPr/>
          <p:nvPr/>
        </p:nvGrpSpPr>
        <p:grpSpPr>
          <a:xfrm>
            <a:off x="-7834" y="274664"/>
            <a:ext cx="7549923" cy="9999797"/>
            <a:chOff x="9752" y="255633"/>
            <a:chExt cx="7549923" cy="9999797"/>
          </a:xfrm>
        </p:grpSpPr>
        <p:pic>
          <p:nvPicPr>
            <p:cNvPr id="263" name="图片 6"/>
            <p:cNvPicPr>
              <a:picLocks noChangeAspect="1"/>
            </p:cNvPicPr>
            <p:nvPr/>
          </p:nvPicPr>
          <p:blipFill>
            <a:blip r:embed="rId3"/>
            <a:srcRect r="1505"/>
            <a:stretch/>
          </p:blipFill>
          <p:spPr>
            <a:xfrm>
              <a:off x="9752" y="255633"/>
              <a:ext cx="7549923" cy="9999797"/>
            </a:xfrm>
            <a:prstGeom prst="rect">
              <a:avLst/>
            </a:prstGeom>
          </p:spPr>
        </p:pic>
        <p:pic>
          <p:nvPicPr>
            <p:cNvPr id="264" name="图片 13"/>
            <p:cNvPicPr>
              <a:picLocks noChangeAspect="1"/>
            </p:cNvPicPr>
            <p:nvPr/>
          </p:nvPicPr>
          <p:blipFill>
            <a:blip r:embed="rId4"/>
            <a:stretch>
              <a:fillRect/>
            </a:stretch>
          </p:blipFill>
          <p:spPr>
            <a:xfrm>
              <a:off x="2733503" y="958361"/>
              <a:ext cx="4803852" cy="183897"/>
            </a:xfrm>
            <a:prstGeom prst="rect">
              <a:avLst/>
            </a:prstGeom>
          </p:spPr>
        </p:pic>
        <p:pic>
          <p:nvPicPr>
            <p:cNvPr id="265" name="图片 19"/>
            <p:cNvPicPr>
              <a:picLocks noChangeAspect="1"/>
            </p:cNvPicPr>
            <p:nvPr/>
          </p:nvPicPr>
          <p:blipFill>
            <a:blip r:embed="rId5"/>
            <a:stretch>
              <a:fillRect/>
            </a:stretch>
          </p:blipFill>
          <p:spPr>
            <a:xfrm>
              <a:off x="2955317" y="489607"/>
              <a:ext cx="4480144" cy="476842"/>
            </a:xfrm>
            <a:prstGeom prst="rect">
              <a:avLst/>
            </a:prstGeom>
          </p:spPr>
        </p:pic>
      </p:grpSp>
      <p:sp>
        <p:nvSpPr>
          <p:cNvPr id="266" name="矩形 21"/>
          <p:cNvSpPr/>
          <p:nvPr/>
        </p:nvSpPr>
        <p:spPr>
          <a:xfrm rot="10800000">
            <a:off x="489048" y="2132898"/>
            <a:ext cx="6613058" cy="3779005"/>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267" name="矩形 22"/>
          <p:cNvSpPr/>
          <p:nvPr/>
        </p:nvSpPr>
        <p:spPr>
          <a:xfrm rot="10800000">
            <a:off x="489048" y="6220712"/>
            <a:ext cx="6613058" cy="2943202"/>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268" name="Title Placeholder 1"/>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科研活动</a:t>
            </a:r>
            <a:endParaRPr lang="en-CN" sz="3200" dirty="0"/>
          </a:p>
        </p:txBody>
      </p:sp>
      <p:cxnSp>
        <p:nvCxnSpPr>
          <p:cNvPr id="270" name="直接连接符 9"/>
          <p:cNvCxnSpPr/>
          <p:nvPr/>
        </p:nvCxnSpPr>
        <p:spPr>
          <a:xfrm>
            <a:off x="467864" y="2226220"/>
            <a:ext cx="0" cy="7184315"/>
          </a:xfrm>
          <a:prstGeom prst="line">
            <a:avLst/>
          </a:prstGeom>
          <a:ln>
            <a:solidFill>
              <a:srgbClr val="441D85"/>
            </a:solidFill>
          </a:ln>
        </p:spPr>
        <p:style>
          <a:lnRef idx="1">
            <a:schemeClr val="accent1"/>
          </a:lnRef>
          <a:fillRef idx="0">
            <a:schemeClr val="accent1"/>
          </a:fillRef>
          <a:effectRef idx="0">
            <a:schemeClr val="accent1"/>
          </a:effectRef>
          <a:fontRef idx="minor">
            <a:schemeClr val="tx1"/>
          </a:fontRef>
        </p:style>
      </p:cxnSp>
      <p:sp>
        <p:nvSpPr>
          <p:cNvPr id="271" name="椭圆 10"/>
          <p:cNvSpPr/>
          <p:nvPr/>
        </p:nvSpPr>
        <p:spPr>
          <a:xfrm>
            <a:off x="416011" y="6180108"/>
            <a:ext cx="103709" cy="103892"/>
          </a:xfrm>
          <a:prstGeom prst="ellipse">
            <a:avLst/>
          </a:prstGeom>
          <a:solidFill>
            <a:srgbClr val="9C8AD0"/>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72" name="椭圆 11"/>
          <p:cNvSpPr/>
          <p:nvPr/>
        </p:nvSpPr>
        <p:spPr>
          <a:xfrm>
            <a:off x="421333" y="2122970"/>
            <a:ext cx="103709" cy="103892"/>
          </a:xfrm>
          <a:prstGeom prst="ellipse">
            <a:avLst/>
          </a:prstGeom>
          <a:solidFill>
            <a:srgbClr val="F29624"/>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73" name="椭圆 12"/>
          <p:cNvSpPr/>
          <p:nvPr/>
        </p:nvSpPr>
        <p:spPr>
          <a:xfrm>
            <a:off x="416665" y="3804405"/>
            <a:ext cx="103709" cy="103892"/>
          </a:xfrm>
          <a:prstGeom prst="ellipse">
            <a:avLst/>
          </a:prstGeom>
          <a:solidFill>
            <a:srgbClr val="441D85"/>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74" name="椭圆 14"/>
          <p:cNvSpPr/>
          <p:nvPr/>
        </p:nvSpPr>
        <p:spPr>
          <a:xfrm>
            <a:off x="430618" y="7449523"/>
            <a:ext cx="103709" cy="103892"/>
          </a:xfrm>
          <a:prstGeom prst="ellipse">
            <a:avLst/>
          </a:prstGeom>
          <a:solidFill>
            <a:srgbClr val="441D85"/>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75" name="椭圆 15"/>
          <p:cNvSpPr/>
          <p:nvPr/>
        </p:nvSpPr>
        <p:spPr>
          <a:xfrm>
            <a:off x="413034" y="4436767"/>
            <a:ext cx="103709" cy="103892"/>
          </a:xfrm>
          <a:prstGeom prst="ellipse">
            <a:avLst/>
          </a:prstGeom>
          <a:solidFill>
            <a:srgbClr val="441D85"/>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76" name="椭圆 16"/>
          <p:cNvSpPr/>
          <p:nvPr/>
        </p:nvSpPr>
        <p:spPr>
          <a:xfrm>
            <a:off x="429975" y="8022916"/>
            <a:ext cx="103709" cy="103892"/>
          </a:xfrm>
          <a:prstGeom prst="ellipse">
            <a:avLst/>
          </a:prstGeom>
          <a:solidFill>
            <a:srgbClr val="441D85"/>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77" name="椭圆 17"/>
          <p:cNvSpPr/>
          <p:nvPr/>
        </p:nvSpPr>
        <p:spPr>
          <a:xfrm>
            <a:off x="421826" y="5044435"/>
            <a:ext cx="103709" cy="103892"/>
          </a:xfrm>
          <a:prstGeom prst="ellipse">
            <a:avLst/>
          </a:prstGeom>
          <a:solidFill>
            <a:srgbClr val="441D85"/>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78" name="椭圆 18"/>
          <p:cNvSpPr/>
          <p:nvPr/>
        </p:nvSpPr>
        <p:spPr>
          <a:xfrm>
            <a:off x="421826" y="8340008"/>
            <a:ext cx="103709" cy="103892"/>
          </a:xfrm>
          <a:prstGeom prst="ellipse">
            <a:avLst/>
          </a:prstGeom>
          <a:solidFill>
            <a:srgbClr val="441D85"/>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pic>
        <p:nvPicPr>
          <p:cNvPr id="281" name="图片 26"/>
          <p:cNvPicPr>
            <a:picLocks noChangeAspect="1"/>
          </p:cNvPicPr>
          <p:nvPr/>
        </p:nvPicPr>
        <p:blipFill>
          <a:blip r:embed="rId6"/>
          <a:stretch>
            <a:fillRect/>
          </a:stretch>
        </p:blipFill>
        <p:spPr>
          <a:xfrm>
            <a:off x="669600" y="2132898"/>
            <a:ext cx="4165200" cy="1504194"/>
          </a:xfrm>
          <a:prstGeom prst="rect">
            <a:avLst/>
          </a:prstGeom>
        </p:spPr>
      </p:pic>
      <p:pic>
        <p:nvPicPr>
          <p:cNvPr id="282" name="图片 27"/>
          <p:cNvPicPr>
            <a:picLocks noChangeAspect="1"/>
          </p:cNvPicPr>
          <p:nvPr/>
        </p:nvPicPr>
        <p:blipFill>
          <a:blip r:embed="rId7"/>
          <a:stretch>
            <a:fillRect/>
          </a:stretch>
        </p:blipFill>
        <p:spPr>
          <a:xfrm>
            <a:off x="669600" y="6242166"/>
            <a:ext cx="4165200" cy="1053219"/>
          </a:xfrm>
          <a:prstGeom prst="rect">
            <a:avLst/>
          </a:prstGeom>
        </p:spPr>
      </p:pic>
      <p:cxnSp>
        <p:nvCxnSpPr>
          <p:cNvPr id="283" name="图形"/>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259" name="文本框 2"/>
          <p:cNvSpPr txBox="1"/>
          <p:nvPr/>
        </p:nvSpPr>
        <p:spPr>
          <a:xfrm>
            <a:off x="4778527" y="9557605"/>
            <a:ext cx="4633521" cy="323165"/>
          </a:xfrm>
          <a:prstGeom prst="rect">
            <a:avLst/>
          </a:prstGeom>
          <a:noFill/>
        </p:spPr>
        <p:txBody>
          <a:bodyPr wrap="square">
            <a:spAutoFit/>
          </a:bodyPr>
          <a:lstStyle/>
          <a:p>
            <a:r>
              <a:rPr lang="en-US" altLang="zh-CN" sz="1500" dirty="0">
                <a:solidFill>
                  <a:schemeClr val="tx1">
                    <a:lumMod val="85000"/>
                    <a:lumOff val="15000"/>
                  </a:schemeClr>
                </a:solidFill>
                <a:latin typeface="华文宋体" panose="02010600040101010101" pitchFamily="2" charset="-122"/>
                <a:ea typeface="华文宋体" panose="02010600040101010101" pitchFamily="2" charset="-122"/>
                <a:cs typeface="+mn-ea"/>
              </a:rPr>
              <a:t>12</a:t>
            </a:r>
            <a:endParaRPr lang="zh-CN" altLang="en-US" sz="1500" dirty="0">
              <a:solidFill>
                <a:schemeClr val="tx1">
                  <a:lumMod val="85000"/>
                  <a:lumOff val="15000"/>
                </a:schemeClr>
              </a:solidFill>
              <a:latin typeface="华文宋体" panose="02010600040101010101" pitchFamily="2" charset="-122"/>
              <a:ea typeface="华文宋体" panose="02010600040101010101" pitchFamily="2" charset="-122"/>
              <a:cs typeface="+mn-ea"/>
            </a:endParaRPr>
          </a:p>
        </p:txBody>
      </p:sp>
      <p:pic>
        <p:nvPicPr>
          <p:cNvPr id="2" name="图片 29">
            <a:extLst>
              <a:ext uri="{FF2B5EF4-FFF2-40B4-BE49-F238E27FC236}">
                <a16:creationId xmlns:a16="http://schemas.microsoft.com/office/drawing/2014/main" id="{1B534B52-5255-BF9D-1529-36E20A6D5142}"/>
              </a:ext>
            </a:extLst>
          </p:cNvPr>
          <p:cNvPicPr>
            <a:picLocks noChangeAspect="1"/>
          </p:cNvPicPr>
          <p:nvPr/>
        </p:nvPicPr>
        <p:blipFill>
          <a:blip r:embed="rId8" cstate="print"/>
          <a:stretch>
            <a:fillRect/>
          </a:stretch>
        </p:blipFill>
        <p:spPr>
          <a:xfrm>
            <a:off x="1336928" y="196268"/>
            <a:ext cx="6637825" cy="925594"/>
          </a:xfrm>
          <a:prstGeom prst="rect">
            <a:avLst/>
          </a:prstGeom>
        </p:spPr>
      </p:pic>
      <p:sp>
        <p:nvSpPr>
          <p:cNvPr id="280" name="文本框 25"/>
          <p:cNvSpPr txBox="1"/>
          <p:nvPr/>
        </p:nvSpPr>
        <p:spPr>
          <a:xfrm>
            <a:off x="669600" y="7321419"/>
            <a:ext cx="6237600" cy="1798441"/>
          </a:xfrm>
          <a:prstGeom prst="rect">
            <a:avLst/>
          </a:prstGeom>
          <a:noFill/>
        </p:spPr>
        <p:txBody>
          <a:bodyPr wrap="square">
            <a:spAutoFit/>
          </a:bodyPr>
          <a:lstStyle/>
          <a:p>
            <a:pPr algn="l">
              <a:lnSpc>
                <a:spcPct val="125000"/>
              </a:lnSpc>
            </a:pPr>
            <a:r>
              <a:rPr lang="en-US" altLang="zh-CN" sz="1500" b="1" dirty="0">
                <a:solidFill>
                  <a:schemeClr val="tx1"/>
                </a:solidFill>
                <a:latin typeface="微软雅黑" panose="020B0503020204020204" pitchFamily="34" charset="-122"/>
                <a:ea typeface="微软雅黑" panose="020B0503020204020204" pitchFamily="34" charset="-122"/>
              </a:rPr>
              <a:t>A Counting-based Approach for Efficient k-clique Densest Subgraph Discovery</a:t>
            </a:r>
            <a:endParaRPr sz="1500" dirty="0"/>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作者：</a:t>
            </a:r>
            <a:r>
              <a:rPr lang="en-US" altLang="zh-CN" sz="1500" dirty="0">
                <a:solidFill>
                  <a:schemeClr val="tx1"/>
                </a:solidFill>
                <a:latin typeface="华文宋体" panose="02010600040101010101" pitchFamily="2" charset="-122"/>
                <a:ea typeface="华文宋体" panose="02010600040101010101" pitchFamily="2" charset="-122"/>
              </a:rPr>
              <a:t>Yingli Zhou, </a:t>
            </a:r>
            <a:r>
              <a:rPr lang="en-US" altLang="zh-CN" sz="1500" dirty="0" err="1">
                <a:solidFill>
                  <a:schemeClr val="tx1"/>
                </a:solidFill>
                <a:highlight>
                  <a:srgbClr val="FFFF00"/>
                </a:highlight>
                <a:latin typeface="华文宋体" panose="02010600040101010101" pitchFamily="2" charset="-122"/>
                <a:ea typeface="华文宋体" panose="02010600040101010101" pitchFamily="2" charset="-122"/>
              </a:rPr>
              <a:t>Qingshuo</a:t>
            </a:r>
            <a:r>
              <a:rPr lang="en-US" altLang="zh-CN" sz="1500" dirty="0">
                <a:solidFill>
                  <a:schemeClr val="tx1"/>
                </a:solidFill>
                <a:highlight>
                  <a:srgbClr val="FFFF00"/>
                </a:highlight>
                <a:latin typeface="华文宋体" panose="02010600040101010101" pitchFamily="2" charset="-122"/>
                <a:ea typeface="华文宋体" panose="02010600040101010101" pitchFamily="2" charset="-122"/>
              </a:rPr>
              <a:t> Guo</a:t>
            </a:r>
            <a:r>
              <a:rPr lang="en-US" altLang="zh-CN" sz="1500" dirty="0">
                <a:solidFill>
                  <a:schemeClr val="tx1"/>
                </a:solidFill>
                <a:latin typeface="华文宋体" panose="02010600040101010101" pitchFamily="2" charset="-122"/>
                <a:ea typeface="华文宋体" panose="02010600040101010101" pitchFamily="2" charset="-122"/>
              </a:rPr>
              <a:t>, </a:t>
            </a:r>
            <a:r>
              <a:rPr lang="en-US" altLang="zh-CN" sz="1500" dirty="0" err="1">
                <a:solidFill>
                  <a:schemeClr val="tx1"/>
                </a:solidFill>
                <a:highlight>
                  <a:srgbClr val="FFFF00"/>
                </a:highlight>
                <a:latin typeface="华文宋体" panose="02010600040101010101" pitchFamily="2" charset="-122"/>
                <a:ea typeface="华文宋体" panose="02010600040101010101" pitchFamily="2" charset="-122"/>
              </a:rPr>
              <a:t>Yixiang</a:t>
            </a:r>
            <a:r>
              <a:rPr lang="en-US" altLang="zh-CN" sz="1500" dirty="0">
                <a:solidFill>
                  <a:schemeClr val="tx1"/>
                </a:solidFill>
                <a:highlight>
                  <a:srgbClr val="FFFF00"/>
                </a:highlight>
                <a:latin typeface="华文宋体" panose="02010600040101010101" pitchFamily="2" charset="-122"/>
                <a:ea typeface="华文宋体" panose="02010600040101010101" pitchFamily="2" charset="-122"/>
              </a:rPr>
              <a:t> Fang†</a:t>
            </a:r>
            <a:r>
              <a:rPr lang="en-US" altLang="zh-CN" sz="1500" dirty="0">
                <a:solidFill>
                  <a:schemeClr val="tx1"/>
                </a:solidFill>
                <a:latin typeface="华文宋体" panose="02010600040101010101" pitchFamily="2" charset="-122"/>
                <a:ea typeface="华文宋体" panose="02010600040101010101" pitchFamily="2" charset="-122"/>
              </a:rPr>
              <a:t>, </a:t>
            </a:r>
            <a:r>
              <a:rPr lang="en-US" altLang="zh-CN" sz="1500" dirty="0">
                <a:solidFill>
                  <a:schemeClr val="tx1"/>
                </a:solidFill>
                <a:highlight>
                  <a:srgbClr val="FFFF00"/>
                </a:highlight>
                <a:latin typeface="华文宋体" panose="02010600040101010101" pitchFamily="2" charset="-122"/>
                <a:ea typeface="华文宋体" panose="02010600040101010101" pitchFamily="2" charset="-122"/>
              </a:rPr>
              <a:t>Chenhao Ma</a:t>
            </a:r>
            <a:endParaRPr sz="1500" dirty="0"/>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接收会议：</a:t>
            </a:r>
            <a:r>
              <a:rPr lang="en-US" altLang="zh-CN" sz="1500" dirty="0">
                <a:solidFill>
                  <a:schemeClr val="tx1"/>
                </a:solidFill>
                <a:latin typeface="华文宋体" panose="02010600040101010101" pitchFamily="2" charset="-122"/>
                <a:ea typeface="华文宋体" panose="02010600040101010101" pitchFamily="2" charset="-122"/>
              </a:rPr>
              <a:t>SIGMOD 2024</a:t>
            </a:r>
            <a:endParaRPr sz="1500" dirty="0"/>
          </a:p>
          <a:p>
            <a:pPr algn="l">
              <a:lnSpc>
                <a:spcPct val="125000"/>
              </a:lnSpc>
            </a:pP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SIGMOD</a:t>
            </a:r>
            <a:r>
              <a:rPr lang="zh-CN" altLang="en-US" sz="1500" dirty="0">
                <a:solidFill>
                  <a:schemeClr val="tx1"/>
                </a:solidFill>
                <a:latin typeface="华文宋体" panose="02010600040101010101" pitchFamily="2" charset="-122"/>
                <a:ea typeface="华文宋体" panose="02010600040101010101" pitchFamily="2" charset="-122"/>
              </a:rPr>
              <a:t>是数据库系统领域历史最为悠久也是最为权威的学术会议，被中国计算机学会（</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CCF</a:t>
            </a:r>
            <a:r>
              <a:rPr lang="zh-CN" altLang="en-US" sz="1500" dirty="0">
                <a:solidFill>
                  <a:schemeClr val="tx1"/>
                </a:solidFill>
                <a:latin typeface="华文宋体" panose="02010600040101010101" pitchFamily="2" charset="-122"/>
                <a:ea typeface="华文宋体" panose="02010600040101010101" pitchFamily="2" charset="-122"/>
              </a:rPr>
              <a:t>）列为</a:t>
            </a:r>
            <a:r>
              <a:rPr lang="en-US" altLang="zh-CN" sz="1500" dirty="0">
                <a:solidFill>
                  <a:schemeClr val="tx1"/>
                </a:solidFill>
                <a:latin typeface="华文宋体" panose="02010600040101010101" pitchFamily="2" charset="-122"/>
                <a:ea typeface="华文宋体" panose="02010600040101010101" pitchFamily="2" charset="-122"/>
              </a:rPr>
              <a:t>A</a:t>
            </a:r>
            <a:r>
              <a:rPr lang="zh-CN" altLang="en-US" sz="1500" dirty="0">
                <a:solidFill>
                  <a:schemeClr val="tx1"/>
                </a:solidFill>
                <a:latin typeface="华文宋体" panose="02010600040101010101" pitchFamily="2" charset="-122"/>
                <a:ea typeface="华文宋体" panose="02010600040101010101" pitchFamily="2" charset="-122"/>
              </a:rPr>
              <a:t>类会议。</a:t>
            </a:r>
            <a:endParaRPr sz="1500" dirty="0"/>
          </a:p>
        </p:txBody>
      </p:sp>
      <p:sp>
        <p:nvSpPr>
          <p:cNvPr id="279"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p:cNvSpPr txBox="1"/>
          <p:nvPr/>
        </p:nvSpPr>
        <p:spPr>
          <a:xfrm>
            <a:off x="669600" y="3651301"/>
            <a:ext cx="6237600" cy="2275046"/>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l">
              <a:lnSpc>
                <a:spcPct val="125000"/>
              </a:lnSpc>
            </a:pPr>
            <a:r>
              <a:rPr lang="en-US" altLang="zh-CN" sz="1500" b="1" dirty="0">
                <a:solidFill>
                  <a:schemeClr val="tx1"/>
                </a:solidFill>
                <a:latin typeface="微软雅黑" panose="020B0503020204020204" pitchFamily="34" charset="-122"/>
                <a:ea typeface="微软雅黑" panose="020B0503020204020204" pitchFamily="34" charset="-122"/>
              </a:rPr>
              <a:t>Scalable Algorithm for Finding Balanced Subgraphs with Tolerance in Signed </a:t>
            </a:r>
            <a:r>
              <a:rPr lang="en-US" altLang="zh-CN" sz="1500" b="1" dirty="0" err="1">
                <a:solidFill>
                  <a:schemeClr val="tx1"/>
                </a:solidFill>
                <a:latin typeface="微软雅黑" panose="020B0503020204020204" pitchFamily="34" charset="-122"/>
                <a:ea typeface="微软雅黑" panose="020B0503020204020204" pitchFamily="34" charset="-122"/>
              </a:rPr>
              <a:t>Networkds</a:t>
            </a:r>
            <a:endParaRPr lang="en-US" altLang="zh-CN" sz="1500" b="1" dirty="0">
              <a:solidFill>
                <a:schemeClr val="tx1"/>
              </a:solidFill>
              <a:latin typeface="微软雅黑" panose="020B0503020204020204" pitchFamily="34" charset="-122"/>
              <a:ea typeface="微软雅黑" panose="020B0503020204020204" pitchFamily="34"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作者：</a:t>
            </a:r>
            <a:r>
              <a:rPr lang="en-US" altLang="zh-CN" sz="1500" dirty="0" err="1">
                <a:solidFill>
                  <a:schemeClr val="tx1"/>
                </a:solidFill>
                <a:highlight>
                  <a:srgbClr val="FFFF00"/>
                </a:highlight>
                <a:latin typeface="华文宋体" panose="02010600040101010101" pitchFamily="2" charset="-122"/>
                <a:ea typeface="华文宋体" panose="02010600040101010101" pitchFamily="2" charset="-122"/>
              </a:rPr>
              <a:t>Jingbang</a:t>
            </a:r>
            <a:r>
              <a:rPr lang="en-US" altLang="zh-CN" sz="1500" dirty="0">
                <a:solidFill>
                  <a:schemeClr val="tx1"/>
                </a:solidFill>
                <a:highlight>
                  <a:srgbClr val="FFFF00"/>
                </a:highlight>
                <a:latin typeface="华文宋体" panose="02010600040101010101" pitchFamily="2" charset="-122"/>
                <a:ea typeface="华文宋体" panose="02010600040101010101" pitchFamily="2" charset="-122"/>
              </a:rPr>
              <a:t> Chen*</a:t>
            </a:r>
            <a:r>
              <a:rPr lang="en-US" altLang="zh-CN" sz="1500" dirty="0">
                <a:solidFill>
                  <a:schemeClr val="tx1"/>
                </a:solidFill>
                <a:latin typeface="华文宋体" panose="02010600040101010101" pitchFamily="2" charset="-122"/>
                <a:ea typeface="华文宋体" panose="02010600040101010101" pitchFamily="2" charset="-122"/>
              </a:rPr>
              <a:t>, </a:t>
            </a:r>
            <a:r>
              <a:rPr lang="en-US" altLang="zh-CN" sz="1500" dirty="0" err="1">
                <a:solidFill>
                  <a:schemeClr val="tx1"/>
                </a:solidFill>
                <a:highlight>
                  <a:srgbClr val="FFFF00"/>
                </a:highlight>
                <a:latin typeface="华文宋体" panose="02010600040101010101" pitchFamily="2" charset="-122"/>
                <a:ea typeface="华文宋体" panose="02010600040101010101" pitchFamily="2" charset="-122"/>
              </a:rPr>
              <a:t>Qiuyang</a:t>
            </a:r>
            <a:r>
              <a:rPr lang="en-US" altLang="zh-CN" sz="1500" dirty="0">
                <a:solidFill>
                  <a:schemeClr val="tx1"/>
                </a:solidFill>
                <a:highlight>
                  <a:srgbClr val="FFFF00"/>
                </a:highlight>
                <a:latin typeface="华文宋体" panose="02010600040101010101" pitchFamily="2" charset="-122"/>
                <a:ea typeface="华文宋体" panose="02010600040101010101" pitchFamily="2" charset="-122"/>
              </a:rPr>
              <a:t> Mang*</a:t>
            </a:r>
            <a:r>
              <a:rPr lang="en-US" altLang="zh-CN" sz="1500" dirty="0">
                <a:solidFill>
                  <a:schemeClr val="tx1"/>
                </a:solidFill>
                <a:latin typeface="华文宋体" panose="02010600040101010101" pitchFamily="2" charset="-122"/>
                <a:ea typeface="华文宋体" panose="02010600040101010101" pitchFamily="2" charset="-122"/>
              </a:rPr>
              <a:t>, </a:t>
            </a:r>
            <a:r>
              <a:rPr lang="en-US" altLang="zh-CN" sz="1500" dirty="0" err="1">
                <a:solidFill>
                  <a:schemeClr val="tx1"/>
                </a:solidFill>
                <a:latin typeface="华文宋体" panose="02010600040101010101" pitchFamily="2" charset="-122"/>
                <a:ea typeface="华文宋体" panose="02010600040101010101" pitchFamily="2" charset="-122"/>
              </a:rPr>
              <a:t>Hangrui</a:t>
            </a:r>
            <a:r>
              <a:rPr lang="en-US" altLang="zh-CN" sz="1500" dirty="0">
                <a:solidFill>
                  <a:schemeClr val="tx1"/>
                </a:solidFill>
                <a:latin typeface="华文宋体" panose="02010600040101010101" pitchFamily="2" charset="-122"/>
                <a:ea typeface="华文宋体" panose="02010600040101010101" pitchFamily="2" charset="-122"/>
              </a:rPr>
              <a:t> Zhou*, Richard Peng, Yu Gao, </a:t>
            </a:r>
            <a:r>
              <a:rPr lang="en-US" altLang="zh-CN" sz="1500" dirty="0">
                <a:solidFill>
                  <a:schemeClr val="tx1"/>
                </a:solidFill>
                <a:highlight>
                  <a:srgbClr val="FFFF00"/>
                </a:highlight>
                <a:latin typeface="华文宋体" panose="02010600040101010101" pitchFamily="2" charset="-122"/>
                <a:ea typeface="华文宋体" panose="02010600040101010101" pitchFamily="2" charset="-122"/>
              </a:rPr>
              <a:t>Chenhao Ma†</a:t>
            </a:r>
            <a:r>
              <a:rPr lang="zh-CN" altLang="en-US" sz="1500" dirty="0">
                <a:solidFill>
                  <a:schemeClr val="tx1"/>
                </a:solidFill>
                <a:latin typeface="华文宋体" panose="02010600040101010101" pitchFamily="2" charset="-122"/>
                <a:ea typeface="华文宋体" panose="02010600040101010101" pitchFamily="2" charset="-122"/>
              </a:rPr>
              <a:t>（*为共同一作）</a:t>
            </a:r>
            <a:endParaRPr sz="1500" dirty="0"/>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接收会议：</a:t>
            </a:r>
            <a:r>
              <a:rPr lang="en-HK" altLang="zh-CN" sz="1500" dirty="0">
                <a:solidFill>
                  <a:schemeClr val="tx1"/>
                </a:solidFill>
                <a:latin typeface="华文宋体" panose="02010600040101010101" pitchFamily="2" charset="-122"/>
                <a:ea typeface="华文宋体" panose="02010600040101010101" pitchFamily="2" charset="-122"/>
              </a:rPr>
              <a:t>KDD 2024</a:t>
            </a:r>
            <a:endParaRPr sz="1500" dirty="0"/>
          </a:p>
          <a:p>
            <a:pPr algn="l">
              <a:lnSpc>
                <a:spcPct val="125000"/>
              </a:lnSpc>
            </a:pPr>
            <a:r>
              <a:rPr lang="en-US" altLang="zh-CN" sz="1500" dirty="0">
                <a:solidFill>
                  <a:schemeClr val="tx1"/>
                </a:solidFill>
                <a:latin typeface="华文宋体" panose="02010600040101010101" pitchFamily="2" charset="-122"/>
                <a:ea typeface="华文宋体" panose="02010600040101010101" pitchFamily="2" charset="-122"/>
                <a:sym typeface="Helvetica Neue"/>
              </a:rPr>
              <a:t>KDD</a:t>
            </a:r>
            <a:r>
              <a:rPr lang="zh-CN" altLang="en-US" sz="1500" dirty="0">
                <a:solidFill>
                  <a:schemeClr val="tx1"/>
                </a:solidFill>
                <a:latin typeface="华文宋体" panose="02010600040101010101" pitchFamily="2" charset="-122"/>
                <a:ea typeface="华文宋体" panose="02010600040101010101" pitchFamily="2" charset="-122"/>
              </a:rPr>
              <a:t>是数据挖掘领域历史最悠久、规模最大的学术会议，被中国计算机学会（</a:t>
            </a:r>
            <a:r>
              <a:rPr lang="en-US" altLang="zh-CN" sz="1500" dirty="0">
                <a:solidFill>
                  <a:schemeClr val="tx1"/>
                </a:solidFill>
                <a:latin typeface="华文宋体" panose="02010600040101010101" pitchFamily="2" charset="-122"/>
                <a:ea typeface="华文宋体" panose="02010600040101010101" pitchFamily="2" charset="-122"/>
                <a:sym typeface="Helvetica Neue"/>
              </a:rPr>
              <a:t>CCF</a:t>
            </a:r>
            <a:r>
              <a:rPr lang="zh-CN" altLang="en-US" sz="1500" dirty="0">
                <a:solidFill>
                  <a:schemeClr val="tx1"/>
                </a:solidFill>
                <a:latin typeface="华文宋体" panose="02010600040101010101" pitchFamily="2" charset="-122"/>
                <a:ea typeface="华文宋体" panose="02010600040101010101" pitchFamily="2" charset="-122"/>
              </a:rPr>
              <a:t>）列为</a:t>
            </a:r>
            <a:r>
              <a:rPr lang="en-US" altLang="zh-CN" sz="1500" dirty="0">
                <a:solidFill>
                  <a:schemeClr val="tx1"/>
                </a:solidFill>
                <a:latin typeface="华文宋体" panose="02010600040101010101" pitchFamily="2" charset="-122"/>
                <a:ea typeface="华文宋体" panose="02010600040101010101" pitchFamily="2" charset="-122"/>
              </a:rPr>
              <a:t>A</a:t>
            </a:r>
            <a:r>
              <a:rPr lang="zh-CN" altLang="en-US" sz="1500" dirty="0">
                <a:solidFill>
                  <a:schemeClr val="tx1"/>
                </a:solidFill>
                <a:latin typeface="华文宋体" panose="02010600040101010101" pitchFamily="2" charset="-122"/>
                <a:ea typeface="华文宋体" panose="02010600040101010101" pitchFamily="2" charset="-122"/>
              </a:rPr>
              <a:t>类会议。</a:t>
            </a:r>
            <a:endParaRPr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7" name="组合 8"/>
          <p:cNvGrpSpPr/>
          <p:nvPr/>
        </p:nvGrpSpPr>
        <p:grpSpPr>
          <a:xfrm>
            <a:off x="9752" y="423809"/>
            <a:ext cx="7549923" cy="9999797"/>
            <a:chOff x="9752" y="255633"/>
            <a:chExt cx="7549923" cy="9999797"/>
          </a:xfrm>
        </p:grpSpPr>
        <p:pic>
          <p:nvPicPr>
            <p:cNvPr id="418" name="图片 9"/>
            <p:cNvPicPr>
              <a:picLocks noChangeAspect="1"/>
            </p:cNvPicPr>
            <p:nvPr/>
          </p:nvPicPr>
          <p:blipFill>
            <a:blip r:embed="rId3"/>
            <a:srcRect r="1505"/>
            <a:stretch/>
          </p:blipFill>
          <p:spPr>
            <a:xfrm>
              <a:off x="9752" y="255633"/>
              <a:ext cx="7549923" cy="9999797"/>
            </a:xfrm>
            <a:prstGeom prst="rect">
              <a:avLst/>
            </a:prstGeom>
          </p:spPr>
        </p:pic>
        <p:pic>
          <p:nvPicPr>
            <p:cNvPr id="419" name="图片 10"/>
            <p:cNvPicPr>
              <a:picLocks noChangeAspect="1"/>
            </p:cNvPicPr>
            <p:nvPr/>
          </p:nvPicPr>
          <p:blipFill>
            <a:blip r:embed="rId4"/>
            <a:stretch>
              <a:fillRect/>
            </a:stretch>
          </p:blipFill>
          <p:spPr>
            <a:xfrm>
              <a:off x="2733503" y="958361"/>
              <a:ext cx="4803852" cy="183897"/>
            </a:xfrm>
            <a:prstGeom prst="rect">
              <a:avLst/>
            </a:prstGeom>
          </p:spPr>
        </p:pic>
        <p:pic>
          <p:nvPicPr>
            <p:cNvPr id="420" name="图片 11"/>
            <p:cNvPicPr>
              <a:picLocks noChangeAspect="1"/>
            </p:cNvPicPr>
            <p:nvPr/>
          </p:nvPicPr>
          <p:blipFill>
            <a:blip r:embed="rId5"/>
            <a:stretch>
              <a:fillRect/>
            </a:stretch>
          </p:blipFill>
          <p:spPr>
            <a:xfrm>
              <a:off x="2955317" y="489607"/>
              <a:ext cx="4480144" cy="476842"/>
            </a:xfrm>
            <a:prstGeom prst="rect">
              <a:avLst/>
            </a:prstGeom>
          </p:spPr>
        </p:pic>
      </p:grpSp>
      <p:sp>
        <p:nvSpPr>
          <p:cNvPr id="421" name="图形"/>
          <p:cNvSpPr/>
          <p:nvPr/>
        </p:nvSpPr>
        <p:spPr>
          <a:xfrm>
            <a:off x="1531523" y="3083693"/>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422" name="图形"/>
          <p:cNvSpPr/>
          <p:nvPr/>
        </p:nvSpPr>
        <p:spPr>
          <a:xfrm>
            <a:off x="4833453" y="4897215"/>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423" name="图形"/>
          <p:cNvSpPr/>
          <p:nvPr/>
        </p:nvSpPr>
        <p:spPr>
          <a:xfrm>
            <a:off x="217949" y="3735459"/>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424" name="Title Placeholder 1"/>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活动风采</a:t>
            </a:r>
            <a:endParaRPr lang="en-CN" sz="3200"/>
          </a:p>
        </p:txBody>
      </p:sp>
      <p:sp>
        <p:nvSpPr>
          <p:cNvPr id="425" name="矩形 70"/>
          <p:cNvSpPr/>
          <p:nvPr/>
        </p:nvSpPr>
        <p:spPr>
          <a:xfrm rot="10800000">
            <a:off x="-4249" y="1907991"/>
            <a:ext cx="7540170" cy="418411"/>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426" name="Title Placeholder 1"/>
          <p:cNvSpPr txBox="1"/>
          <p:nvPr/>
        </p:nvSpPr>
        <p:spPr>
          <a:xfrm>
            <a:off x="883859" y="1600664"/>
            <a:ext cx="5863728"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endParaRPr lang="en-CN" sz="2646" b="0">
              <a:latin typeface="+mj-ea"/>
              <a:ea typeface="+mj-ea"/>
            </a:endParaRPr>
          </a:p>
        </p:txBody>
      </p:sp>
      <p:cxnSp>
        <p:nvCxnSpPr>
          <p:cNvPr id="427" name="图形"/>
          <p:cNvCxnSpPr/>
          <p:nvPr/>
        </p:nvCxnSpPr>
        <p:spPr>
          <a:xfrm>
            <a:off x="466621"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428" name="Title Placeholder 1"/>
          <p:cNvSpPr txBox="1"/>
          <p:nvPr/>
        </p:nvSpPr>
        <p:spPr>
          <a:xfrm>
            <a:off x="2568747" y="1614080"/>
            <a:ext cx="2431933"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pPr algn="ctr"/>
            <a:r>
              <a:rPr lang="zh-CN" altLang="en-US" sz="2000" dirty="0">
                <a:latin typeface="+mj-ea"/>
                <a:ea typeface="+mj-ea"/>
              </a:rPr>
              <a:t>与徐扬生校长座谈</a:t>
            </a:r>
            <a:endParaRPr sz="2000" dirty="0"/>
          </a:p>
        </p:txBody>
      </p:sp>
      <p:sp>
        <p:nvSpPr>
          <p:cNvPr id="429" name="图形"/>
          <p:cNvSpPr/>
          <p:nvPr/>
        </p:nvSpPr>
        <p:spPr>
          <a:xfrm>
            <a:off x="2938554" y="6129109"/>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pic>
        <p:nvPicPr>
          <p:cNvPr id="430" name="图片 18"/>
          <p:cNvPicPr>
            <a:picLocks noChangeAspect="1"/>
          </p:cNvPicPr>
          <p:nvPr/>
        </p:nvPicPr>
        <p:blipFill>
          <a:blip r:embed="rId6" cstate="print"/>
          <a:srcRect l="47567" t="22658" r="6261" b="24249"/>
          <a:stretch>
            <a:fillRect/>
          </a:stretch>
        </p:blipFill>
        <p:spPr>
          <a:xfrm rot="5400000">
            <a:off x="1544274" y="2533074"/>
            <a:ext cx="1951219" cy="1682797"/>
          </a:xfrm>
          <a:prstGeom prst="rect">
            <a:avLst/>
          </a:prstGeom>
          <a:effectLst>
            <a:outerShdw blurRad="88900" dist="38100" dir="18900000" algn="bl" rotWithShape="0">
              <a:prstClr val="black">
                <a:alpha val="55000"/>
              </a:prstClr>
            </a:outerShdw>
          </a:effectLst>
        </p:spPr>
      </p:pic>
      <p:pic>
        <p:nvPicPr>
          <p:cNvPr id="431" name="图片 15"/>
          <p:cNvPicPr>
            <a:picLocks noChangeAspect="1"/>
          </p:cNvPicPr>
          <p:nvPr/>
        </p:nvPicPr>
        <p:blipFill>
          <a:blip r:embed="rId7" cstate="print"/>
          <a:srcRect l="20302" t="6456" r="31702" b="9455"/>
          <a:stretch>
            <a:fillRect/>
          </a:stretch>
        </p:blipFill>
        <p:spPr>
          <a:xfrm rot="5400000">
            <a:off x="3893981" y="2085235"/>
            <a:ext cx="1941525" cy="2551195"/>
          </a:xfrm>
          <a:prstGeom prst="rect">
            <a:avLst/>
          </a:prstGeom>
          <a:effectLst>
            <a:outerShdw blurRad="88900" dist="38100" dir="8100000" algn="tr" rotWithShape="0">
              <a:prstClr val="black">
                <a:alpha val="55000"/>
              </a:prstClr>
            </a:outerShdw>
          </a:effectLst>
        </p:spPr>
      </p:pic>
      <p:sp>
        <p:nvSpPr>
          <p:cNvPr id="434" name="矩形 12"/>
          <p:cNvSpPr/>
          <p:nvPr/>
        </p:nvSpPr>
        <p:spPr>
          <a:xfrm rot="10800000">
            <a:off x="19505" y="4712554"/>
            <a:ext cx="7540170" cy="41552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435" name="Title Placeholder 1"/>
          <p:cNvSpPr txBox="1"/>
          <p:nvPr/>
        </p:nvSpPr>
        <p:spPr>
          <a:xfrm>
            <a:off x="911481" y="4415621"/>
            <a:ext cx="5746465"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pPr algn="ctr"/>
            <a:r>
              <a:rPr lang="zh-CN" altLang="en-US" sz="2000" dirty="0">
                <a:latin typeface="+mj-ea"/>
                <a:ea typeface="+mj-ea"/>
              </a:rPr>
              <a:t>与图灵奖得主 </a:t>
            </a:r>
            <a:r>
              <a:rPr lang="en-US" altLang="zh-CN" sz="2000" dirty="0">
                <a:latin typeface="+mj-ea"/>
                <a:ea typeface="+mj-ea"/>
              </a:rPr>
              <a:t>John Edward Hopcroft</a:t>
            </a:r>
            <a:r>
              <a:rPr lang="zh-CN" altLang="en-US" sz="2000" dirty="0">
                <a:latin typeface="+mj-ea"/>
                <a:ea typeface="+mj-ea"/>
              </a:rPr>
              <a:t> 座谈</a:t>
            </a:r>
            <a:endParaRPr sz="2000" dirty="0"/>
          </a:p>
        </p:txBody>
      </p:sp>
      <p:pic>
        <p:nvPicPr>
          <p:cNvPr id="3" name="图片 2" descr="会议室里的人们&#10;&#10;AI 生成的内容可能不正确。">
            <a:extLst>
              <a:ext uri="{FF2B5EF4-FFF2-40B4-BE49-F238E27FC236}">
                <a16:creationId xmlns:a16="http://schemas.microsoft.com/office/drawing/2014/main" id="{90DCC04F-F922-B916-3D96-EADBEC119C0C}"/>
              </a:ext>
            </a:extLst>
          </p:cNvPr>
          <p:cNvPicPr>
            <a:picLocks noChangeAspect="1"/>
          </p:cNvPicPr>
          <p:nvPr/>
        </p:nvPicPr>
        <p:blipFill>
          <a:blip r:embed="rId8" cstate="print">
            <a:extLst>
              <a:ext uri="{28A0092B-C50C-407E-A947-70E740481C1C}">
                <a14:useLocalDpi xmlns:a14="http://schemas.microsoft.com/office/drawing/2010/main" val="0"/>
              </a:ext>
            </a:extLst>
          </a:blip>
          <a:srcRect t="12398" b="14192"/>
          <a:stretch>
            <a:fillRect/>
          </a:stretch>
        </p:blipFill>
        <p:spPr>
          <a:xfrm>
            <a:off x="1866229" y="5171829"/>
            <a:ext cx="3853231" cy="1590803"/>
          </a:xfrm>
          <a:prstGeom prst="rect">
            <a:avLst/>
          </a:prstGeom>
        </p:spPr>
      </p:pic>
      <p:pic>
        <p:nvPicPr>
          <p:cNvPr id="450" name="图片 8"/>
          <p:cNvPicPr>
            <a:picLocks noChangeAspect="1"/>
          </p:cNvPicPr>
          <p:nvPr/>
        </p:nvPicPr>
        <p:blipFill rotWithShape="1">
          <a:blip r:embed="rId9" cstate="print"/>
          <a:srcRect l="516" t="17826" r="-516" b="12052"/>
          <a:stretch>
            <a:fillRect/>
          </a:stretch>
        </p:blipFill>
        <p:spPr>
          <a:xfrm>
            <a:off x="308993" y="7815645"/>
            <a:ext cx="2429412" cy="1277655"/>
          </a:xfrm>
          <a:prstGeom prst="rect">
            <a:avLst/>
          </a:prstGeom>
          <a:effectLst>
            <a:outerShdw blurRad="76200" dist="38100" algn="l" rotWithShape="0">
              <a:prstClr val="black">
                <a:alpha val="55000"/>
              </a:prstClr>
            </a:outerShdw>
          </a:effectLst>
        </p:spPr>
      </p:pic>
      <p:pic>
        <p:nvPicPr>
          <p:cNvPr id="451" name="图片 9"/>
          <p:cNvPicPr>
            <a:picLocks noChangeAspect="1"/>
          </p:cNvPicPr>
          <p:nvPr/>
        </p:nvPicPr>
        <p:blipFill>
          <a:blip r:embed="rId10" cstate="print"/>
          <a:srcRect t="13216"/>
          <a:stretch>
            <a:fillRect/>
          </a:stretch>
        </p:blipFill>
        <p:spPr>
          <a:xfrm>
            <a:off x="2920422" y="7815645"/>
            <a:ext cx="1962971" cy="1277655"/>
          </a:xfrm>
          <a:prstGeom prst="rect">
            <a:avLst/>
          </a:prstGeom>
          <a:effectLst>
            <a:outerShdw blurRad="76200" dist="38100" dir="10800000" algn="r" rotWithShape="0">
              <a:prstClr val="black">
                <a:alpha val="55000"/>
              </a:prstClr>
            </a:outerShdw>
          </a:effectLst>
        </p:spPr>
      </p:pic>
      <p:sp>
        <p:nvSpPr>
          <p:cNvPr id="453" name="矩形 32"/>
          <p:cNvSpPr/>
          <p:nvPr/>
        </p:nvSpPr>
        <p:spPr>
          <a:xfrm rot="10800000">
            <a:off x="19505" y="7268998"/>
            <a:ext cx="5932408" cy="453965"/>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454" name="Title Placeholder 1"/>
          <p:cNvSpPr txBox="1"/>
          <p:nvPr/>
        </p:nvSpPr>
        <p:spPr>
          <a:xfrm>
            <a:off x="216921" y="7000619"/>
            <a:ext cx="477478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pPr algn="ctr"/>
            <a:r>
              <a:rPr lang="zh-CN" altLang="en-US" sz="2000" dirty="0">
                <a:latin typeface="+mj-ea"/>
                <a:ea typeface="+mj-ea"/>
              </a:rPr>
              <a:t>与博普科技副总孙林春女士座谈</a:t>
            </a:r>
            <a:endParaRPr sz="2000" dirty="0"/>
          </a:p>
        </p:txBody>
      </p:sp>
      <p:pic>
        <p:nvPicPr>
          <p:cNvPr id="475" name="图片 14"/>
          <p:cNvPicPr>
            <a:picLocks noChangeAspect="1"/>
          </p:cNvPicPr>
          <p:nvPr/>
        </p:nvPicPr>
        <p:blipFill>
          <a:blip r:embed="rId11" cstate="print"/>
          <a:srcRect t="18131"/>
          <a:stretch>
            <a:fillRect/>
          </a:stretch>
        </p:blipFill>
        <p:spPr>
          <a:xfrm>
            <a:off x="5162446" y="7815645"/>
            <a:ext cx="2081358" cy="1278000"/>
          </a:xfrm>
          <a:prstGeom prst="rect">
            <a:avLst/>
          </a:prstGeom>
          <a:effectLst>
            <a:outerShdw blurRad="101600" sx="102000" sy="102000" algn="ctr" rotWithShape="0">
              <a:prstClr val="black">
                <a:alpha val="55000"/>
              </a:prstClr>
            </a:outerShdw>
          </a:effectLst>
        </p:spPr>
      </p:pic>
      <p:sp>
        <p:nvSpPr>
          <p:cNvPr id="477" name="Title Placeholder 1"/>
          <p:cNvSpPr txBox="1"/>
          <p:nvPr/>
        </p:nvSpPr>
        <p:spPr>
          <a:xfrm>
            <a:off x="4898393" y="7000619"/>
            <a:ext cx="2609465"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pPr algn="ctr"/>
            <a:r>
              <a:rPr lang="zh-CN" altLang="en-US" sz="2000" dirty="0">
                <a:latin typeface="+mj-ea"/>
                <a:ea typeface="+mj-ea"/>
              </a:rPr>
              <a:t>与华为高管座谈</a:t>
            </a:r>
            <a:endParaRPr sz="2000" dirty="0"/>
          </a:p>
        </p:txBody>
      </p:sp>
      <p:sp>
        <p:nvSpPr>
          <p:cNvPr id="2" name="文本框 2">
            <a:extLst>
              <a:ext uri="{FF2B5EF4-FFF2-40B4-BE49-F238E27FC236}">
                <a16:creationId xmlns:a16="http://schemas.microsoft.com/office/drawing/2014/main" id="{02D2DB3E-5CE1-CD00-AE40-333861046062}"/>
              </a:ext>
            </a:extLst>
          </p:cNvPr>
          <p:cNvSpPr txBox="1"/>
          <p:nvPr/>
        </p:nvSpPr>
        <p:spPr>
          <a:xfrm>
            <a:off x="-1817145" y="9557605"/>
            <a:ext cx="4633521" cy="323165"/>
          </a:xfrm>
          <a:prstGeom prst="rect">
            <a:avLst/>
          </a:prstGeom>
          <a:noFill/>
        </p:spPr>
        <p:txBody>
          <a:bodyPr wrap="square">
            <a:spAutoFit/>
          </a:bodyPr>
          <a:lstStyle/>
          <a:p>
            <a:r>
              <a:rPr lang="en-US" altLang="zh-CN" sz="1500" dirty="0">
                <a:solidFill>
                  <a:schemeClr val="tx1">
                    <a:lumMod val="85000"/>
                    <a:lumOff val="15000"/>
                  </a:schemeClr>
                </a:solidFill>
                <a:latin typeface="华文宋体" panose="02010600040101010101" pitchFamily="2" charset="-122"/>
                <a:ea typeface="华文宋体" panose="02010600040101010101" pitchFamily="2" charset="-122"/>
                <a:cs typeface="+mn-ea"/>
              </a:rPr>
              <a:t>13</a:t>
            </a:r>
            <a:endParaRPr lang="zh-CN" altLang="en-US" sz="1500" dirty="0">
              <a:solidFill>
                <a:schemeClr val="tx1">
                  <a:lumMod val="85000"/>
                  <a:lumOff val="15000"/>
                </a:schemeClr>
              </a:solidFill>
              <a:latin typeface="华文宋体" panose="02010600040101010101" pitchFamily="2" charset="-122"/>
              <a:ea typeface="华文宋体" panose="02010600040101010101" pitchFamily="2" charset="-122"/>
              <a:cs typeface="+mn-ea"/>
            </a:endParaRPr>
          </a:p>
        </p:txBody>
      </p:sp>
      <p:pic>
        <p:nvPicPr>
          <p:cNvPr id="4" name="图片 18">
            <a:extLst>
              <a:ext uri="{FF2B5EF4-FFF2-40B4-BE49-F238E27FC236}">
                <a16:creationId xmlns:a16="http://schemas.microsoft.com/office/drawing/2014/main" id="{23869237-6BFB-4BD2-023A-8FCD1D6ACC86}"/>
              </a:ext>
            </a:extLst>
          </p:cNvPr>
          <p:cNvPicPr>
            <a:picLocks noChangeAspect="1"/>
          </p:cNvPicPr>
          <p:nvPr/>
        </p:nvPicPr>
        <p:blipFill>
          <a:blip r:embed="rId12" cstate="print"/>
          <a:stretch>
            <a:fillRect/>
          </a:stretch>
        </p:blipFill>
        <p:spPr>
          <a:xfrm>
            <a:off x="-401919" y="196268"/>
            <a:ext cx="6637825" cy="92559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BDD12-4800-FBAA-9475-CBB14F3BA741}"/>
            </a:ext>
          </a:extLst>
        </p:cNvPr>
        <p:cNvGrpSpPr/>
        <p:nvPr/>
      </p:nvGrpSpPr>
      <p:grpSpPr>
        <a:xfrm>
          <a:off x="0" y="0"/>
          <a:ext cx="0" cy="0"/>
          <a:chOff x="0" y="0"/>
          <a:chExt cx="0" cy="0"/>
        </a:xfrm>
      </p:grpSpPr>
      <p:grpSp>
        <p:nvGrpSpPr>
          <p:cNvPr id="327" name="组合 7">
            <a:extLst>
              <a:ext uri="{FF2B5EF4-FFF2-40B4-BE49-F238E27FC236}">
                <a16:creationId xmlns:a16="http://schemas.microsoft.com/office/drawing/2014/main" id="{59CE03E1-FAFA-F58D-7236-5A0C8917AB98}"/>
              </a:ext>
            </a:extLst>
          </p:cNvPr>
          <p:cNvGrpSpPr/>
          <p:nvPr/>
        </p:nvGrpSpPr>
        <p:grpSpPr>
          <a:xfrm>
            <a:off x="4874" y="255633"/>
            <a:ext cx="7549923" cy="9999797"/>
            <a:chOff x="9752" y="255633"/>
            <a:chExt cx="7549923" cy="9999797"/>
          </a:xfrm>
        </p:grpSpPr>
        <p:pic>
          <p:nvPicPr>
            <p:cNvPr id="328" name="图片 8">
              <a:extLst>
                <a:ext uri="{FF2B5EF4-FFF2-40B4-BE49-F238E27FC236}">
                  <a16:creationId xmlns:a16="http://schemas.microsoft.com/office/drawing/2014/main" id="{64759658-FB2C-57D6-6811-CBCC2302802E}"/>
                </a:ext>
              </a:extLst>
            </p:cNvPr>
            <p:cNvPicPr>
              <a:picLocks noChangeAspect="1"/>
            </p:cNvPicPr>
            <p:nvPr/>
          </p:nvPicPr>
          <p:blipFill>
            <a:blip r:embed="rId3"/>
            <a:srcRect r="1505"/>
            <a:stretch/>
          </p:blipFill>
          <p:spPr>
            <a:xfrm>
              <a:off x="9752" y="255633"/>
              <a:ext cx="7549923" cy="9999797"/>
            </a:xfrm>
            <a:prstGeom prst="rect">
              <a:avLst/>
            </a:prstGeom>
          </p:spPr>
        </p:pic>
        <p:pic>
          <p:nvPicPr>
            <p:cNvPr id="329" name="图片 9">
              <a:extLst>
                <a:ext uri="{FF2B5EF4-FFF2-40B4-BE49-F238E27FC236}">
                  <a16:creationId xmlns:a16="http://schemas.microsoft.com/office/drawing/2014/main" id="{E59D14FD-AFA2-0F9A-6708-7C2AF5D2ABE2}"/>
                </a:ext>
              </a:extLst>
            </p:cNvPr>
            <p:cNvPicPr>
              <a:picLocks noChangeAspect="1"/>
            </p:cNvPicPr>
            <p:nvPr/>
          </p:nvPicPr>
          <p:blipFill>
            <a:blip r:embed="rId4"/>
            <a:stretch>
              <a:fillRect/>
            </a:stretch>
          </p:blipFill>
          <p:spPr>
            <a:xfrm>
              <a:off x="2733503" y="958361"/>
              <a:ext cx="4803852" cy="183897"/>
            </a:xfrm>
            <a:prstGeom prst="rect">
              <a:avLst/>
            </a:prstGeom>
          </p:spPr>
        </p:pic>
        <p:pic>
          <p:nvPicPr>
            <p:cNvPr id="330" name="图片 10">
              <a:extLst>
                <a:ext uri="{FF2B5EF4-FFF2-40B4-BE49-F238E27FC236}">
                  <a16:creationId xmlns:a16="http://schemas.microsoft.com/office/drawing/2014/main" id="{74FEDB26-C912-CDA8-EA07-CCBF1902DDD5}"/>
                </a:ext>
              </a:extLst>
            </p:cNvPr>
            <p:cNvPicPr>
              <a:picLocks noChangeAspect="1"/>
            </p:cNvPicPr>
            <p:nvPr/>
          </p:nvPicPr>
          <p:blipFill>
            <a:blip r:embed="rId5"/>
            <a:stretch>
              <a:fillRect/>
            </a:stretch>
          </p:blipFill>
          <p:spPr>
            <a:xfrm>
              <a:off x="2955317" y="489607"/>
              <a:ext cx="4480144" cy="476842"/>
            </a:xfrm>
            <a:prstGeom prst="rect">
              <a:avLst/>
            </a:prstGeom>
          </p:spPr>
        </p:pic>
      </p:grpSp>
      <p:sp>
        <p:nvSpPr>
          <p:cNvPr id="331" name="图形">
            <a:extLst>
              <a:ext uri="{FF2B5EF4-FFF2-40B4-BE49-F238E27FC236}">
                <a16:creationId xmlns:a16="http://schemas.microsoft.com/office/drawing/2014/main" id="{8523FC20-0E6A-C307-4058-A72586AB5841}"/>
              </a:ext>
            </a:extLst>
          </p:cNvPr>
          <p:cNvSpPr/>
          <p:nvPr/>
        </p:nvSpPr>
        <p:spPr>
          <a:xfrm>
            <a:off x="1477613" y="6075780"/>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332" name="图形">
            <a:extLst>
              <a:ext uri="{FF2B5EF4-FFF2-40B4-BE49-F238E27FC236}">
                <a16:creationId xmlns:a16="http://schemas.microsoft.com/office/drawing/2014/main" id="{74B8C6A4-D65E-415A-440B-67B8997191B9}"/>
              </a:ext>
            </a:extLst>
          </p:cNvPr>
          <p:cNvSpPr/>
          <p:nvPr/>
        </p:nvSpPr>
        <p:spPr>
          <a:xfrm>
            <a:off x="4344156" y="2256051"/>
            <a:ext cx="2709567" cy="2693316"/>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333" name="图形">
            <a:extLst>
              <a:ext uri="{FF2B5EF4-FFF2-40B4-BE49-F238E27FC236}">
                <a16:creationId xmlns:a16="http://schemas.microsoft.com/office/drawing/2014/main" id="{E0E6BB65-7E22-4476-C3E4-7D9ECBDE9F18}"/>
              </a:ext>
            </a:extLst>
          </p:cNvPr>
          <p:cNvSpPr/>
          <p:nvPr/>
        </p:nvSpPr>
        <p:spPr>
          <a:xfrm>
            <a:off x="1080487" y="2269326"/>
            <a:ext cx="2709567" cy="2693316"/>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334" name="图形">
            <a:extLst>
              <a:ext uri="{FF2B5EF4-FFF2-40B4-BE49-F238E27FC236}">
                <a16:creationId xmlns:a16="http://schemas.microsoft.com/office/drawing/2014/main" id="{F43EF8EF-0825-AFC6-1041-3A99849B1F27}"/>
              </a:ext>
            </a:extLst>
          </p:cNvPr>
          <p:cNvSpPr/>
          <p:nvPr/>
        </p:nvSpPr>
        <p:spPr>
          <a:xfrm>
            <a:off x="4480917" y="3781734"/>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335" name="图形">
            <a:extLst>
              <a:ext uri="{FF2B5EF4-FFF2-40B4-BE49-F238E27FC236}">
                <a16:creationId xmlns:a16="http://schemas.microsoft.com/office/drawing/2014/main" id="{8A7C9951-9BEC-E4F5-D155-0F26CA9F4561}"/>
              </a:ext>
            </a:extLst>
          </p:cNvPr>
          <p:cNvSpPr/>
          <p:nvPr/>
        </p:nvSpPr>
        <p:spPr>
          <a:xfrm>
            <a:off x="733782" y="3990086"/>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336" name="图形">
            <a:extLst>
              <a:ext uri="{FF2B5EF4-FFF2-40B4-BE49-F238E27FC236}">
                <a16:creationId xmlns:a16="http://schemas.microsoft.com/office/drawing/2014/main" id="{37ECB5B0-DCBB-FFE0-65A9-021AE55FB7A2}"/>
              </a:ext>
            </a:extLst>
          </p:cNvPr>
          <p:cNvSpPr/>
          <p:nvPr/>
        </p:nvSpPr>
        <p:spPr>
          <a:xfrm>
            <a:off x="3589286" y="6003001"/>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337" name="Title Placeholder 1">
            <a:extLst>
              <a:ext uri="{FF2B5EF4-FFF2-40B4-BE49-F238E27FC236}">
                <a16:creationId xmlns:a16="http://schemas.microsoft.com/office/drawing/2014/main" id="{D4B0CC8E-0633-9E2F-89C3-2AB68E3A3208}"/>
              </a:ext>
            </a:extLst>
          </p:cNvPr>
          <p:cNvSpPr txBox="1"/>
          <p:nvPr/>
        </p:nvSpPr>
        <p:spPr>
          <a:xfrm>
            <a:off x="655272" y="59713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活动风采</a:t>
            </a:r>
            <a:endParaRPr lang="en-CN" sz="3200" dirty="0"/>
          </a:p>
        </p:txBody>
      </p:sp>
      <p:cxnSp>
        <p:nvCxnSpPr>
          <p:cNvPr id="338" name="图形">
            <a:extLst>
              <a:ext uri="{FF2B5EF4-FFF2-40B4-BE49-F238E27FC236}">
                <a16:creationId xmlns:a16="http://schemas.microsoft.com/office/drawing/2014/main" id="{B2FAC788-4F70-620B-EBAF-2B1AB7C37546}"/>
              </a:ext>
            </a:extLst>
          </p:cNvPr>
          <p:cNvCxnSpPr/>
          <p:nvPr/>
        </p:nvCxnSpPr>
        <p:spPr>
          <a:xfrm>
            <a:off x="4372441" y="3736912"/>
            <a:ext cx="1409153"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5" name="图形">
            <a:extLst>
              <a:ext uri="{FF2B5EF4-FFF2-40B4-BE49-F238E27FC236}">
                <a16:creationId xmlns:a16="http://schemas.microsoft.com/office/drawing/2014/main" id="{80C38791-7A76-6517-D3AC-9D819BF36014}"/>
              </a:ext>
            </a:extLst>
          </p:cNvPr>
          <p:cNvCxnSpPr/>
          <p:nvPr/>
        </p:nvCxnSpPr>
        <p:spPr>
          <a:xfrm>
            <a:off x="529272" y="83113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346" name="矩形 36">
            <a:extLst>
              <a:ext uri="{FF2B5EF4-FFF2-40B4-BE49-F238E27FC236}">
                <a16:creationId xmlns:a16="http://schemas.microsoft.com/office/drawing/2014/main" id="{5C7C8FCB-1903-4B31-8CD3-24CD4C288882}"/>
              </a:ext>
            </a:extLst>
          </p:cNvPr>
          <p:cNvSpPr/>
          <p:nvPr/>
        </p:nvSpPr>
        <p:spPr>
          <a:xfrm rot="10800000">
            <a:off x="680385" y="7660449"/>
            <a:ext cx="6569711" cy="164639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347" name="文本框 18">
            <a:extLst>
              <a:ext uri="{FF2B5EF4-FFF2-40B4-BE49-F238E27FC236}">
                <a16:creationId xmlns:a16="http://schemas.microsoft.com/office/drawing/2014/main" id="{C0151F96-2F5C-FA7A-F2A4-084524126BB7}"/>
              </a:ext>
            </a:extLst>
          </p:cNvPr>
          <p:cNvSpPr txBox="1"/>
          <p:nvPr/>
        </p:nvSpPr>
        <p:spPr>
          <a:xfrm>
            <a:off x="688778" y="7711283"/>
            <a:ext cx="6480000" cy="2144754"/>
          </a:xfrm>
          <a:prstGeom prst="rect">
            <a:avLst/>
          </a:prstGeom>
          <a:noFill/>
        </p:spPr>
        <p:txBody>
          <a:bodyPr wrap="square">
            <a:spAutoFit/>
          </a:bodyPr>
          <a:lstStyle/>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地点：</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礼文堂</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时间：</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2026</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年</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4</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月</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11</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日 </a:t>
            </a:r>
            <a:endParaRPr sz="1500" dirty="0"/>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选手：</a:t>
            </a:r>
            <a:r>
              <a:rPr lang="en-US" altLang="zh-CN" sz="1500" b="1" dirty="0">
                <a:solidFill>
                  <a:srgbClr val="C00000"/>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326</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支参赛队伍，总人数达</a:t>
            </a:r>
            <a:r>
              <a:rPr lang="en-US" altLang="zh-CN" sz="1500" b="1" dirty="0">
                <a:solidFill>
                  <a:srgbClr val="FF0000"/>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977</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人，来自全国</a:t>
            </a:r>
            <a:r>
              <a:rPr lang="en-US" altLang="zh-CN" sz="1500" b="1" dirty="0">
                <a:solidFill>
                  <a:srgbClr val="FF0000"/>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202</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所高校及</a:t>
            </a:r>
            <a:r>
              <a:rPr lang="en-US" altLang="zh-CN" sz="1500" b="1" dirty="0">
                <a:solidFill>
                  <a:srgbClr val="FF0000"/>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25</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所知名中学。</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题量：</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13</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道题目</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                               </a:t>
            </a: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赛制：</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团队赛</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nSpc>
                <a:spcPct val="125000"/>
              </a:lnSpc>
            </a:pPr>
            <a:r>
              <a:rPr lang="zh-CN" altLang="en-US" sz="1800" b="1" dirty="0">
                <a:solidFill>
                  <a:schemeClr val="tx1"/>
                </a:solidFill>
              </a:rPr>
              <a:t>校史上首次承办</a:t>
            </a:r>
            <a:r>
              <a:rPr lang="en-US" altLang="zh-CN" sz="1800" b="1" dirty="0">
                <a:solidFill>
                  <a:schemeClr val="tx1"/>
                </a:solidFill>
              </a:rPr>
              <a:t>ICPC</a:t>
            </a:r>
            <a:r>
              <a:rPr lang="zh-CN" altLang="en-US" sz="1800" b="1" dirty="0">
                <a:solidFill>
                  <a:schemeClr val="tx1"/>
                </a:solidFill>
              </a:rPr>
              <a:t>系列赛事</a:t>
            </a:r>
            <a:endParaRPr sz="1800" b="1" dirty="0">
              <a:solidFill>
                <a:schemeClr val="tx1"/>
              </a:solidFill>
            </a:endParaRPr>
          </a:p>
        </p:txBody>
      </p:sp>
      <p:sp>
        <p:nvSpPr>
          <p:cNvPr id="348" name="矩形 2">
            <a:extLst>
              <a:ext uri="{FF2B5EF4-FFF2-40B4-BE49-F238E27FC236}">
                <a16:creationId xmlns:a16="http://schemas.microsoft.com/office/drawing/2014/main" id="{91AAD59B-1521-CCD1-C32C-3AFC75F83A2E}"/>
              </a:ext>
            </a:extLst>
          </p:cNvPr>
          <p:cNvSpPr/>
          <p:nvPr/>
        </p:nvSpPr>
        <p:spPr>
          <a:xfrm rot="10800000">
            <a:off x="71022" y="1450545"/>
            <a:ext cx="7540170" cy="620594"/>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zh-CN" altLang="en-US" sz="311" dirty="0"/>
          </a:p>
        </p:txBody>
      </p:sp>
      <p:sp>
        <p:nvSpPr>
          <p:cNvPr id="349" name="Title Placeholder 1">
            <a:extLst>
              <a:ext uri="{FF2B5EF4-FFF2-40B4-BE49-F238E27FC236}">
                <a16:creationId xmlns:a16="http://schemas.microsoft.com/office/drawing/2014/main" id="{ABB9C8BD-64A9-810A-CDEE-9B145FBD32FB}"/>
              </a:ext>
            </a:extLst>
          </p:cNvPr>
          <p:cNvSpPr txBox="1"/>
          <p:nvPr/>
        </p:nvSpPr>
        <p:spPr>
          <a:xfrm>
            <a:off x="688912" y="1293730"/>
            <a:ext cx="6314146"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pPr algn="ctr"/>
            <a:r>
              <a:rPr lang="en-US" altLang="zh-CN" sz="2000" dirty="0">
                <a:latin typeface="+mj-ea"/>
                <a:ea typeface="+mj-ea"/>
              </a:rPr>
              <a:t>2026</a:t>
            </a:r>
            <a:r>
              <a:rPr lang="zh-CN" altLang="en-US" sz="2000" dirty="0">
                <a:latin typeface="+mj-ea"/>
                <a:ea typeface="+mj-ea"/>
              </a:rPr>
              <a:t>年国际大学生程序设计竞赛（</a:t>
            </a:r>
            <a:r>
              <a:rPr lang="en-US" altLang="zh-CN" sz="2000" dirty="0">
                <a:latin typeface="+mj-ea"/>
                <a:ea typeface="+mj-ea"/>
              </a:rPr>
              <a:t>ICPC</a:t>
            </a:r>
            <a:r>
              <a:rPr lang="zh-CN" altLang="en-US" sz="2000" dirty="0">
                <a:latin typeface="+mj-ea"/>
                <a:ea typeface="+mj-ea"/>
              </a:rPr>
              <a:t>）</a:t>
            </a:r>
            <a:endParaRPr lang="en-US" altLang="zh-CN" sz="2000" dirty="0">
              <a:latin typeface="+mj-ea"/>
              <a:ea typeface="+mj-ea"/>
            </a:endParaRPr>
          </a:p>
          <a:p>
            <a:pPr algn="ctr"/>
            <a:r>
              <a:rPr lang="zh-CN" altLang="en-US" sz="2000" dirty="0">
                <a:latin typeface="+mj-ea"/>
                <a:ea typeface="+mj-ea"/>
              </a:rPr>
              <a:t>全国邀请赛（深圳）</a:t>
            </a:r>
            <a:endParaRPr lang="en-CN" sz="2000" dirty="0">
              <a:latin typeface="+mj-ea"/>
              <a:ea typeface="+mj-ea"/>
            </a:endParaRPr>
          </a:p>
        </p:txBody>
      </p:sp>
      <p:sp>
        <p:nvSpPr>
          <p:cNvPr id="2" name="文本框 2">
            <a:extLst>
              <a:ext uri="{FF2B5EF4-FFF2-40B4-BE49-F238E27FC236}">
                <a16:creationId xmlns:a16="http://schemas.microsoft.com/office/drawing/2014/main" id="{DFCDA000-ACFF-1F47-4F10-C1244730E3AE}"/>
              </a:ext>
            </a:extLst>
          </p:cNvPr>
          <p:cNvSpPr txBox="1"/>
          <p:nvPr/>
        </p:nvSpPr>
        <p:spPr>
          <a:xfrm>
            <a:off x="4778527" y="9557605"/>
            <a:ext cx="4633521" cy="323165"/>
          </a:xfrm>
          <a:prstGeom prst="rect">
            <a:avLst/>
          </a:prstGeom>
          <a:noFill/>
        </p:spPr>
        <p:txBody>
          <a:bodyPr wrap="square">
            <a:spAutoFit/>
          </a:bodyPr>
          <a:lstStyle/>
          <a:p>
            <a:r>
              <a:rPr lang="en-US" altLang="zh-CN" sz="1500" dirty="0">
                <a:solidFill>
                  <a:schemeClr val="tx1">
                    <a:lumMod val="85000"/>
                    <a:lumOff val="15000"/>
                  </a:schemeClr>
                </a:solidFill>
                <a:latin typeface="华文宋体" panose="02010600040101010101" pitchFamily="2" charset="-122"/>
                <a:ea typeface="华文宋体" panose="02010600040101010101" pitchFamily="2" charset="-122"/>
                <a:cs typeface="+mn-ea"/>
              </a:rPr>
              <a:t>14</a:t>
            </a:r>
            <a:endParaRPr lang="zh-CN" altLang="en-US" sz="1500" dirty="0">
              <a:solidFill>
                <a:schemeClr val="tx1">
                  <a:lumMod val="85000"/>
                  <a:lumOff val="15000"/>
                </a:schemeClr>
              </a:solidFill>
              <a:latin typeface="华文宋体" panose="02010600040101010101" pitchFamily="2" charset="-122"/>
              <a:ea typeface="华文宋体" panose="02010600040101010101" pitchFamily="2" charset="-122"/>
              <a:cs typeface="+mn-ea"/>
            </a:endParaRPr>
          </a:p>
        </p:txBody>
      </p:sp>
      <p:pic>
        <p:nvPicPr>
          <p:cNvPr id="3" name="图片 29">
            <a:extLst>
              <a:ext uri="{FF2B5EF4-FFF2-40B4-BE49-F238E27FC236}">
                <a16:creationId xmlns:a16="http://schemas.microsoft.com/office/drawing/2014/main" id="{BC564E54-FE7A-C7EF-4D64-237279A7015F}"/>
              </a:ext>
            </a:extLst>
          </p:cNvPr>
          <p:cNvPicPr>
            <a:picLocks noChangeAspect="1"/>
          </p:cNvPicPr>
          <p:nvPr/>
        </p:nvPicPr>
        <p:blipFill>
          <a:blip r:embed="rId6" cstate="print"/>
          <a:stretch>
            <a:fillRect/>
          </a:stretch>
        </p:blipFill>
        <p:spPr>
          <a:xfrm>
            <a:off x="1336928" y="196268"/>
            <a:ext cx="6637825" cy="925594"/>
          </a:xfrm>
          <a:prstGeom prst="rect">
            <a:avLst/>
          </a:prstGeom>
        </p:spPr>
      </p:pic>
      <p:pic>
        <p:nvPicPr>
          <p:cNvPr id="8" name="Picture 7">
            <a:extLst>
              <a:ext uri="{FF2B5EF4-FFF2-40B4-BE49-F238E27FC236}">
                <a16:creationId xmlns:a16="http://schemas.microsoft.com/office/drawing/2014/main" id="{8FF2A9DC-22B6-DC57-39B7-5E300A7FB1A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38421" y="2143919"/>
            <a:ext cx="2804825" cy="1869884"/>
          </a:xfrm>
          <a:prstGeom prst="rect">
            <a:avLst/>
          </a:prstGeom>
        </p:spPr>
      </p:pic>
      <p:pic>
        <p:nvPicPr>
          <p:cNvPr id="10" name="Picture 9">
            <a:extLst>
              <a:ext uri="{FF2B5EF4-FFF2-40B4-BE49-F238E27FC236}">
                <a16:creationId xmlns:a16="http://schemas.microsoft.com/office/drawing/2014/main" id="{95AEBD40-66D1-56E8-DFE3-9911EF97A1B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060961" y="2143920"/>
            <a:ext cx="2831070" cy="1887380"/>
          </a:xfrm>
          <a:prstGeom prst="rect">
            <a:avLst/>
          </a:prstGeom>
        </p:spPr>
      </p:pic>
      <p:pic>
        <p:nvPicPr>
          <p:cNvPr id="12" name="Picture 11">
            <a:extLst>
              <a:ext uri="{FF2B5EF4-FFF2-40B4-BE49-F238E27FC236}">
                <a16:creationId xmlns:a16="http://schemas.microsoft.com/office/drawing/2014/main" id="{45CA4B97-8872-4DDF-2FD2-8C23C216B35F}"/>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71319" y="5536110"/>
            <a:ext cx="3008975" cy="2005982"/>
          </a:xfrm>
          <a:prstGeom prst="rect">
            <a:avLst/>
          </a:prstGeom>
        </p:spPr>
      </p:pic>
      <p:pic>
        <p:nvPicPr>
          <p:cNvPr id="22" name="Picture 21">
            <a:extLst>
              <a:ext uri="{FF2B5EF4-FFF2-40B4-BE49-F238E27FC236}">
                <a16:creationId xmlns:a16="http://schemas.microsoft.com/office/drawing/2014/main" id="{3917AE17-DA29-AFCD-A7CE-15A0ED177DEF}"/>
              </a:ext>
            </a:extLst>
          </p:cNvPr>
          <p:cNvPicPr>
            <a:picLocks/>
          </p:cNvPicPr>
          <p:nvPr/>
        </p:nvPicPr>
        <p:blipFill>
          <a:blip r:embed="rId10" cstate="print">
            <a:extLst>
              <a:ext uri="{28A0092B-C50C-407E-A947-70E740481C1C}">
                <a14:useLocalDpi xmlns:a14="http://schemas.microsoft.com/office/drawing/2010/main" val="0"/>
              </a:ext>
            </a:extLst>
          </a:blip>
          <a:srcRect r="8048"/>
          <a:stretch>
            <a:fillRect/>
          </a:stretch>
        </p:blipFill>
        <p:spPr>
          <a:xfrm>
            <a:off x="4062934" y="5541022"/>
            <a:ext cx="2826679" cy="2040705"/>
          </a:xfrm>
          <a:prstGeom prst="rect">
            <a:avLst/>
          </a:prstGeom>
        </p:spPr>
      </p:pic>
      <p:pic>
        <p:nvPicPr>
          <p:cNvPr id="6" name="Picture 5">
            <a:extLst>
              <a:ext uri="{FF2B5EF4-FFF2-40B4-BE49-F238E27FC236}">
                <a16:creationId xmlns:a16="http://schemas.microsoft.com/office/drawing/2014/main" id="{E7D0C3DA-DE19-17CF-3DED-9FD6BAD17769}"/>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823091" y="3378725"/>
            <a:ext cx="3615481" cy="2410321"/>
          </a:xfrm>
          <a:prstGeom prst="rect">
            <a:avLst/>
          </a:prstGeom>
        </p:spPr>
      </p:pic>
    </p:spTree>
    <p:extLst>
      <p:ext uri="{BB962C8B-B14F-4D97-AF65-F5344CB8AC3E}">
        <p14:creationId xmlns:p14="http://schemas.microsoft.com/office/powerpoint/2010/main" val="41106019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7" name="组合 7"/>
          <p:cNvGrpSpPr/>
          <p:nvPr/>
        </p:nvGrpSpPr>
        <p:grpSpPr>
          <a:xfrm>
            <a:off x="4874" y="255633"/>
            <a:ext cx="7549923" cy="9999797"/>
            <a:chOff x="9752" y="255633"/>
            <a:chExt cx="7549923" cy="9999797"/>
          </a:xfrm>
        </p:grpSpPr>
        <p:pic>
          <p:nvPicPr>
            <p:cNvPr id="328" name="图片 8"/>
            <p:cNvPicPr>
              <a:picLocks noChangeAspect="1"/>
            </p:cNvPicPr>
            <p:nvPr/>
          </p:nvPicPr>
          <p:blipFill>
            <a:blip r:embed="rId3"/>
            <a:srcRect r="1505"/>
            <a:stretch/>
          </p:blipFill>
          <p:spPr>
            <a:xfrm>
              <a:off x="9752" y="255633"/>
              <a:ext cx="7549923" cy="9999797"/>
            </a:xfrm>
            <a:prstGeom prst="rect">
              <a:avLst/>
            </a:prstGeom>
          </p:spPr>
        </p:pic>
        <p:pic>
          <p:nvPicPr>
            <p:cNvPr id="329" name="图片 9"/>
            <p:cNvPicPr>
              <a:picLocks noChangeAspect="1"/>
            </p:cNvPicPr>
            <p:nvPr/>
          </p:nvPicPr>
          <p:blipFill>
            <a:blip r:embed="rId4"/>
            <a:stretch>
              <a:fillRect/>
            </a:stretch>
          </p:blipFill>
          <p:spPr>
            <a:xfrm>
              <a:off x="2733503" y="958361"/>
              <a:ext cx="4803852" cy="183897"/>
            </a:xfrm>
            <a:prstGeom prst="rect">
              <a:avLst/>
            </a:prstGeom>
          </p:spPr>
        </p:pic>
        <p:pic>
          <p:nvPicPr>
            <p:cNvPr id="330" name="图片 10"/>
            <p:cNvPicPr>
              <a:picLocks noChangeAspect="1"/>
            </p:cNvPicPr>
            <p:nvPr/>
          </p:nvPicPr>
          <p:blipFill>
            <a:blip r:embed="rId5"/>
            <a:stretch>
              <a:fillRect/>
            </a:stretch>
          </p:blipFill>
          <p:spPr>
            <a:xfrm>
              <a:off x="2955317" y="489607"/>
              <a:ext cx="4480144" cy="476842"/>
            </a:xfrm>
            <a:prstGeom prst="rect">
              <a:avLst/>
            </a:prstGeom>
          </p:spPr>
        </p:pic>
      </p:grpSp>
      <p:sp>
        <p:nvSpPr>
          <p:cNvPr id="331" name="图形"/>
          <p:cNvSpPr/>
          <p:nvPr/>
        </p:nvSpPr>
        <p:spPr>
          <a:xfrm>
            <a:off x="1477613" y="6075780"/>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332" name="图形"/>
          <p:cNvSpPr/>
          <p:nvPr/>
        </p:nvSpPr>
        <p:spPr>
          <a:xfrm>
            <a:off x="4344156" y="2256051"/>
            <a:ext cx="2709567" cy="2693316"/>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333" name="图形"/>
          <p:cNvSpPr/>
          <p:nvPr/>
        </p:nvSpPr>
        <p:spPr>
          <a:xfrm>
            <a:off x="1080487" y="2269326"/>
            <a:ext cx="2709567" cy="2693316"/>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334" name="图形"/>
          <p:cNvSpPr/>
          <p:nvPr/>
        </p:nvSpPr>
        <p:spPr>
          <a:xfrm>
            <a:off x="4480917" y="3781734"/>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335" name="图形"/>
          <p:cNvSpPr/>
          <p:nvPr/>
        </p:nvSpPr>
        <p:spPr>
          <a:xfrm>
            <a:off x="733782" y="3990086"/>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336" name="图形"/>
          <p:cNvSpPr/>
          <p:nvPr/>
        </p:nvSpPr>
        <p:spPr>
          <a:xfrm>
            <a:off x="3589286" y="6003001"/>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337" name="Title Placeholder 1"/>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活动风采</a:t>
            </a:r>
            <a:endParaRPr lang="en-CN" sz="3200"/>
          </a:p>
        </p:txBody>
      </p:sp>
      <p:cxnSp>
        <p:nvCxnSpPr>
          <p:cNvPr id="338" name="图形"/>
          <p:cNvCxnSpPr/>
          <p:nvPr/>
        </p:nvCxnSpPr>
        <p:spPr>
          <a:xfrm>
            <a:off x="4372441" y="3736912"/>
            <a:ext cx="1409153"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pic>
        <p:nvPicPr>
          <p:cNvPr id="339" name="Picture 3"/>
          <p:cNvPicPr>
            <a:picLocks noChangeAspect="1"/>
          </p:cNvPicPr>
          <p:nvPr/>
        </p:nvPicPr>
        <p:blipFill>
          <a:blip r:embed="rId6"/>
          <a:srcRect t="5819"/>
          <a:stretch/>
        </p:blipFill>
        <p:spPr>
          <a:xfrm>
            <a:off x="853186" y="2585664"/>
            <a:ext cx="3477390" cy="1598729"/>
          </a:xfrm>
          <a:prstGeom prst="rect">
            <a:avLst/>
          </a:prstGeom>
          <a:effectLst>
            <a:outerShdw blurRad="482600" dist="38100" dir="2700000" sx="92000" sy="92000" algn="tl" rotWithShape="0">
              <a:srgbClr val="441D85">
                <a:alpha val="74000"/>
              </a:srgbClr>
            </a:outerShdw>
          </a:effectLst>
        </p:spPr>
      </p:pic>
      <p:pic>
        <p:nvPicPr>
          <p:cNvPr id="340" name="图片 1" descr="校赛2"/>
          <p:cNvPicPr>
            <a:picLocks noChangeAspect="1"/>
          </p:cNvPicPr>
          <p:nvPr/>
        </p:nvPicPr>
        <p:blipFill>
          <a:blip r:embed="rId7"/>
          <a:srcRect t="5344"/>
          <a:stretch/>
        </p:blipFill>
        <p:spPr>
          <a:xfrm>
            <a:off x="3761101" y="2513664"/>
            <a:ext cx="3175774" cy="1792802"/>
          </a:xfrm>
          <a:prstGeom prst="rect">
            <a:avLst/>
          </a:prstGeom>
          <a:ln w="12700">
            <a:miter lim="400000"/>
            <a:headEnd/>
            <a:tailEnd/>
          </a:ln>
          <a:effectLst>
            <a:outerShdw blurRad="482600" dist="38100" dir="8100000" sx="92000" sy="92000" algn="tr" rotWithShape="0">
              <a:srgbClr val="F29624">
                <a:alpha val="74000"/>
              </a:srgbClr>
            </a:outerShdw>
          </a:effectLst>
        </p:spPr>
      </p:pic>
      <p:pic>
        <p:nvPicPr>
          <p:cNvPr id="341" name="图片 23" descr="校赛4"/>
          <p:cNvPicPr>
            <a:picLocks noChangeAspect="1"/>
          </p:cNvPicPr>
          <p:nvPr/>
        </p:nvPicPr>
        <p:blipFill rotWithShape="1">
          <a:blip r:embed="rId8"/>
          <a:srcRect l="24281" t="32383" r="14852" b="6895"/>
          <a:stretch/>
        </p:blipFill>
        <p:spPr>
          <a:xfrm>
            <a:off x="4028179" y="5679035"/>
            <a:ext cx="2859979" cy="1902319"/>
          </a:xfrm>
          <a:prstGeom prst="rect">
            <a:avLst/>
          </a:prstGeom>
          <a:effectLst>
            <a:outerShdw blurRad="482600" dist="38100" dir="13500000" sx="92000" sy="92000" algn="br" rotWithShape="0">
              <a:srgbClr val="F29624">
                <a:alpha val="74000"/>
              </a:srgbClr>
            </a:outerShdw>
          </a:effectLst>
        </p:spPr>
      </p:pic>
      <p:pic>
        <p:nvPicPr>
          <p:cNvPr id="342" name="图片 25" descr="校赛3"/>
          <p:cNvPicPr>
            <a:picLocks noChangeAspect="1"/>
          </p:cNvPicPr>
          <p:nvPr/>
        </p:nvPicPr>
        <p:blipFill>
          <a:blip r:embed="rId9"/>
          <a:stretch>
            <a:fillRect/>
          </a:stretch>
        </p:blipFill>
        <p:spPr>
          <a:xfrm>
            <a:off x="4047877" y="4045787"/>
            <a:ext cx="2465981" cy="1644152"/>
          </a:xfrm>
          <a:prstGeom prst="rect">
            <a:avLst/>
          </a:prstGeom>
          <a:effectLst>
            <a:outerShdw blurRad="482600" dist="38100" dir="10800000" sx="92000" sy="92000" algn="r" rotWithShape="0">
              <a:srgbClr val="441D85">
                <a:alpha val="74000"/>
              </a:srgbClr>
            </a:outerShdw>
          </a:effectLst>
        </p:spPr>
      </p:pic>
      <p:pic>
        <p:nvPicPr>
          <p:cNvPr id="343" name="Picture 2"/>
          <p:cNvPicPr>
            <a:picLocks noChangeAspect="1" noChangeArrowheads="1"/>
          </p:cNvPicPr>
          <p:nvPr/>
        </p:nvPicPr>
        <p:blipFill rotWithShape="1">
          <a:blip r:embed="rId10" cstate="print"/>
          <a:srcRect t="8190"/>
          <a:stretch/>
        </p:blipFill>
        <p:spPr bwMode="auto">
          <a:xfrm>
            <a:off x="1557919" y="4084217"/>
            <a:ext cx="2619314" cy="1602452"/>
          </a:xfrm>
          <a:prstGeom prst="rect">
            <a:avLst/>
          </a:prstGeom>
          <a:noFill/>
          <a:effectLst>
            <a:outerShdw blurRad="482600" dist="38100" sx="92000" sy="92000" algn="l" rotWithShape="0">
              <a:srgbClr val="F29624">
                <a:alpha val="74000"/>
              </a:srgbClr>
            </a:outerShdw>
          </a:effectLst>
        </p:spPr>
      </p:pic>
      <p:pic>
        <p:nvPicPr>
          <p:cNvPr id="344" name="图片 21" descr="校赛1"/>
          <p:cNvPicPr>
            <a:picLocks noChangeAspect="1"/>
          </p:cNvPicPr>
          <p:nvPr/>
        </p:nvPicPr>
        <p:blipFill>
          <a:blip r:embed="rId11"/>
          <a:srcRect l="4806" t="5578" r="3830" b="3636"/>
          <a:stretch/>
        </p:blipFill>
        <p:spPr>
          <a:xfrm>
            <a:off x="871105" y="5596547"/>
            <a:ext cx="3162132" cy="1839169"/>
          </a:xfrm>
          <a:prstGeom prst="rect">
            <a:avLst/>
          </a:prstGeom>
          <a:effectLst>
            <a:outerShdw blurRad="482600" dist="38100" dir="18900000" sx="92000" sy="92000" algn="bl" rotWithShape="0">
              <a:srgbClr val="441D85">
                <a:alpha val="74000"/>
              </a:srgbClr>
            </a:outerShdw>
          </a:effectLst>
        </p:spPr>
      </p:pic>
      <p:cxnSp>
        <p:nvCxnSpPr>
          <p:cNvPr id="345" name="图形"/>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346" name="矩形 36"/>
          <p:cNvSpPr/>
          <p:nvPr/>
        </p:nvSpPr>
        <p:spPr>
          <a:xfrm rot="10800000">
            <a:off x="680385" y="7660449"/>
            <a:ext cx="6569711" cy="164639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347" name="文本框 18"/>
          <p:cNvSpPr txBox="1"/>
          <p:nvPr/>
        </p:nvSpPr>
        <p:spPr>
          <a:xfrm>
            <a:off x="688778" y="7711283"/>
            <a:ext cx="6480000" cy="2089675"/>
          </a:xfrm>
          <a:prstGeom prst="rect">
            <a:avLst/>
          </a:prstGeom>
          <a:noFill/>
        </p:spPr>
        <p:txBody>
          <a:bodyPr wrap="square">
            <a:spAutoFit/>
          </a:bodyPr>
          <a:lstStyle/>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地点：</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TD</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TA</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计算机教室                                                  </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时间：</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2023</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年</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4</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月</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2</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日 </a:t>
            </a:r>
            <a:endParaRPr sz="1500" dirty="0"/>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选手：</a:t>
            </a:r>
            <a:r>
              <a:rPr lang="en-US" altLang="zh-CN" sz="1500" b="1" dirty="0">
                <a:solidFill>
                  <a:srgbClr val="C00000"/>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235</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名学生报名参赛，</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选手来自数据科学学院</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67.78%</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、理工学院</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20.92%</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、经管学院</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10.04%</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、医学院</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0.84%</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和人文社科学院</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0.42%</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         </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题量：</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12</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道题目</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                               </a:t>
            </a: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报名规则：</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Observer</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赛道、</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Participant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赛道                                   </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赛制：</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单人赛</a:t>
            </a:r>
            <a:endParaRPr sz="1500" dirty="0"/>
          </a:p>
        </p:txBody>
      </p:sp>
      <p:sp>
        <p:nvSpPr>
          <p:cNvPr id="348" name="矩形 2"/>
          <p:cNvSpPr/>
          <p:nvPr/>
        </p:nvSpPr>
        <p:spPr>
          <a:xfrm rot="10800000">
            <a:off x="9750" y="1946956"/>
            <a:ext cx="7540170" cy="439431"/>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zh-CN" altLang="en-US" sz="311" dirty="0"/>
          </a:p>
        </p:txBody>
      </p:sp>
      <p:sp>
        <p:nvSpPr>
          <p:cNvPr id="349" name="Title Placeholder 1"/>
          <p:cNvSpPr txBox="1"/>
          <p:nvPr/>
        </p:nvSpPr>
        <p:spPr>
          <a:xfrm>
            <a:off x="627640" y="1650600"/>
            <a:ext cx="6314146"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pPr algn="ctr"/>
            <a:r>
              <a:rPr lang="zh-CN" altLang="en-US" sz="2000" dirty="0">
                <a:latin typeface="+mj-ea"/>
                <a:ea typeface="+mj-ea"/>
              </a:rPr>
              <a:t>香港中文大学（深圳）</a:t>
            </a:r>
            <a:r>
              <a:rPr lang="en-US" altLang="zh-CN" sz="2000" dirty="0">
                <a:latin typeface="+mj-ea"/>
                <a:ea typeface="+mj-ea"/>
              </a:rPr>
              <a:t>2023</a:t>
            </a:r>
            <a:r>
              <a:rPr lang="zh-CN" altLang="en-US" sz="2000" dirty="0">
                <a:latin typeface="+mj-ea"/>
                <a:ea typeface="+mj-ea"/>
              </a:rPr>
              <a:t>年程序设计竞赛</a:t>
            </a:r>
            <a:endParaRPr lang="en-CN" sz="2000">
              <a:latin typeface="+mj-ea"/>
              <a:ea typeface="+mj-ea"/>
            </a:endParaRPr>
          </a:p>
        </p:txBody>
      </p:sp>
      <p:sp>
        <p:nvSpPr>
          <p:cNvPr id="2" name="文本框 2">
            <a:extLst>
              <a:ext uri="{FF2B5EF4-FFF2-40B4-BE49-F238E27FC236}">
                <a16:creationId xmlns:a16="http://schemas.microsoft.com/office/drawing/2014/main" id="{CE05ACBC-2F19-8470-2865-32DFAF902E03}"/>
              </a:ext>
            </a:extLst>
          </p:cNvPr>
          <p:cNvSpPr txBox="1"/>
          <p:nvPr/>
        </p:nvSpPr>
        <p:spPr>
          <a:xfrm>
            <a:off x="4778527" y="9557605"/>
            <a:ext cx="4633521" cy="323165"/>
          </a:xfrm>
          <a:prstGeom prst="rect">
            <a:avLst/>
          </a:prstGeom>
          <a:noFill/>
        </p:spPr>
        <p:txBody>
          <a:bodyPr wrap="square">
            <a:spAutoFit/>
          </a:bodyPr>
          <a:lstStyle/>
          <a:p>
            <a:r>
              <a:rPr lang="en-US" altLang="zh-CN" sz="1500" dirty="0">
                <a:solidFill>
                  <a:schemeClr val="tx1">
                    <a:lumMod val="85000"/>
                    <a:lumOff val="15000"/>
                  </a:schemeClr>
                </a:solidFill>
                <a:latin typeface="华文宋体" panose="02010600040101010101" pitchFamily="2" charset="-122"/>
                <a:ea typeface="华文宋体" panose="02010600040101010101" pitchFamily="2" charset="-122"/>
                <a:cs typeface="+mn-ea"/>
              </a:rPr>
              <a:t>14</a:t>
            </a:r>
            <a:endParaRPr lang="zh-CN" altLang="en-US" sz="1500" dirty="0">
              <a:solidFill>
                <a:schemeClr val="tx1">
                  <a:lumMod val="85000"/>
                  <a:lumOff val="15000"/>
                </a:schemeClr>
              </a:solidFill>
              <a:latin typeface="华文宋体" panose="02010600040101010101" pitchFamily="2" charset="-122"/>
              <a:ea typeface="华文宋体" panose="02010600040101010101" pitchFamily="2" charset="-122"/>
              <a:cs typeface="+mn-ea"/>
            </a:endParaRPr>
          </a:p>
        </p:txBody>
      </p:sp>
      <p:pic>
        <p:nvPicPr>
          <p:cNvPr id="3" name="图片 29">
            <a:extLst>
              <a:ext uri="{FF2B5EF4-FFF2-40B4-BE49-F238E27FC236}">
                <a16:creationId xmlns:a16="http://schemas.microsoft.com/office/drawing/2014/main" id="{7BE6E3A7-3D72-6167-88F1-0ED998606AB1}"/>
              </a:ext>
            </a:extLst>
          </p:cNvPr>
          <p:cNvPicPr>
            <a:picLocks noChangeAspect="1"/>
          </p:cNvPicPr>
          <p:nvPr/>
        </p:nvPicPr>
        <p:blipFill>
          <a:blip r:embed="rId12" cstate="print"/>
          <a:stretch>
            <a:fillRect/>
          </a:stretch>
        </p:blipFill>
        <p:spPr>
          <a:xfrm>
            <a:off x="1336928" y="196268"/>
            <a:ext cx="6637825" cy="92559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7F799-0AED-1A5E-538B-2B08BAC74DC4}"/>
            </a:ext>
          </a:extLst>
        </p:cNvPr>
        <p:cNvGrpSpPr/>
        <p:nvPr/>
      </p:nvGrpSpPr>
      <p:grpSpPr>
        <a:xfrm>
          <a:off x="0" y="0"/>
          <a:ext cx="0" cy="0"/>
          <a:chOff x="0" y="0"/>
          <a:chExt cx="0" cy="0"/>
        </a:xfrm>
      </p:grpSpPr>
      <p:grpSp>
        <p:nvGrpSpPr>
          <p:cNvPr id="417" name="组合 8">
            <a:extLst>
              <a:ext uri="{FF2B5EF4-FFF2-40B4-BE49-F238E27FC236}">
                <a16:creationId xmlns:a16="http://schemas.microsoft.com/office/drawing/2014/main" id="{8C0064F4-870B-7D57-B302-6CA1C10D5221}"/>
              </a:ext>
            </a:extLst>
          </p:cNvPr>
          <p:cNvGrpSpPr/>
          <p:nvPr/>
        </p:nvGrpSpPr>
        <p:grpSpPr>
          <a:xfrm>
            <a:off x="9752" y="258400"/>
            <a:ext cx="7549923" cy="9999797"/>
            <a:chOff x="9752" y="255633"/>
            <a:chExt cx="7549923" cy="9999797"/>
          </a:xfrm>
        </p:grpSpPr>
        <p:pic>
          <p:nvPicPr>
            <p:cNvPr id="418" name="图片 9">
              <a:extLst>
                <a:ext uri="{FF2B5EF4-FFF2-40B4-BE49-F238E27FC236}">
                  <a16:creationId xmlns:a16="http://schemas.microsoft.com/office/drawing/2014/main" id="{0542B9D2-2C8D-681A-10C0-88FE9F3D6EDC}"/>
                </a:ext>
              </a:extLst>
            </p:cNvPr>
            <p:cNvPicPr>
              <a:picLocks noChangeAspect="1"/>
            </p:cNvPicPr>
            <p:nvPr/>
          </p:nvPicPr>
          <p:blipFill>
            <a:blip r:embed="rId3"/>
            <a:srcRect r="1505"/>
            <a:stretch/>
          </p:blipFill>
          <p:spPr>
            <a:xfrm>
              <a:off x="9752" y="255633"/>
              <a:ext cx="7549923" cy="9999797"/>
            </a:xfrm>
            <a:prstGeom prst="rect">
              <a:avLst/>
            </a:prstGeom>
          </p:spPr>
        </p:pic>
        <p:pic>
          <p:nvPicPr>
            <p:cNvPr id="419" name="图片 10">
              <a:extLst>
                <a:ext uri="{FF2B5EF4-FFF2-40B4-BE49-F238E27FC236}">
                  <a16:creationId xmlns:a16="http://schemas.microsoft.com/office/drawing/2014/main" id="{747F5955-5C3E-85B3-E12E-63008CC4B627}"/>
                </a:ext>
              </a:extLst>
            </p:cNvPr>
            <p:cNvPicPr>
              <a:picLocks noChangeAspect="1"/>
            </p:cNvPicPr>
            <p:nvPr/>
          </p:nvPicPr>
          <p:blipFill>
            <a:blip r:embed="rId4"/>
            <a:stretch>
              <a:fillRect/>
            </a:stretch>
          </p:blipFill>
          <p:spPr>
            <a:xfrm>
              <a:off x="2733503" y="958361"/>
              <a:ext cx="4803852" cy="183897"/>
            </a:xfrm>
            <a:prstGeom prst="rect">
              <a:avLst/>
            </a:prstGeom>
          </p:spPr>
        </p:pic>
        <p:pic>
          <p:nvPicPr>
            <p:cNvPr id="420" name="图片 11">
              <a:extLst>
                <a:ext uri="{FF2B5EF4-FFF2-40B4-BE49-F238E27FC236}">
                  <a16:creationId xmlns:a16="http://schemas.microsoft.com/office/drawing/2014/main" id="{E20F640F-B495-9E3F-A7A7-BA66819AC4B7}"/>
                </a:ext>
              </a:extLst>
            </p:cNvPr>
            <p:cNvPicPr>
              <a:picLocks noChangeAspect="1"/>
            </p:cNvPicPr>
            <p:nvPr/>
          </p:nvPicPr>
          <p:blipFill>
            <a:blip r:embed="rId5"/>
            <a:stretch>
              <a:fillRect/>
            </a:stretch>
          </p:blipFill>
          <p:spPr>
            <a:xfrm>
              <a:off x="2955317" y="489607"/>
              <a:ext cx="4480144" cy="476842"/>
            </a:xfrm>
            <a:prstGeom prst="rect">
              <a:avLst/>
            </a:prstGeom>
          </p:spPr>
        </p:pic>
      </p:grpSp>
      <p:pic>
        <p:nvPicPr>
          <p:cNvPr id="4" name="图片 18">
            <a:extLst>
              <a:ext uri="{FF2B5EF4-FFF2-40B4-BE49-F238E27FC236}">
                <a16:creationId xmlns:a16="http://schemas.microsoft.com/office/drawing/2014/main" id="{DFA3A9AB-4495-3359-C08C-64E8F152757B}"/>
              </a:ext>
            </a:extLst>
          </p:cNvPr>
          <p:cNvPicPr>
            <a:picLocks noChangeAspect="1"/>
          </p:cNvPicPr>
          <p:nvPr/>
        </p:nvPicPr>
        <p:blipFill>
          <a:blip r:embed="rId6" cstate="print"/>
          <a:stretch>
            <a:fillRect/>
          </a:stretch>
        </p:blipFill>
        <p:spPr>
          <a:xfrm>
            <a:off x="-401919" y="196268"/>
            <a:ext cx="6637825" cy="925594"/>
          </a:xfrm>
          <a:prstGeom prst="rect">
            <a:avLst/>
          </a:prstGeom>
        </p:spPr>
      </p:pic>
      <p:sp>
        <p:nvSpPr>
          <p:cNvPr id="5" name="矩形 49">
            <a:extLst>
              <a:ext uri="{FF2B5EF4-FFF2-40B4-BE49-F238E27FC236}">
                <a16:creationId xmlns:a16="http://schemas.microsoft.com/office/drawing/2014/main" id="{DBCD6573-0248-2678-7A7D-40672E896249}"/>
              </a:ext>
            </a:extLst>
          </p:cNvPr>
          <p:cNvSpPr/>
          <p:nvPr/>
        </p:nvSpPr>
        <p:spPr>
          <a:xfrm rot="10800000">
            <a:off x="579357" y="7546668"/>
            <a:ext cx="6580387" cy="1826573"/>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6" name="矩形 44">
            <a:extLst>
              <a:ext uri="{FF2B5EF4-FFF2-40B4-BE49-F238E27FC236}">
                <a16:creationId xmlns:a16="http://schemas.microsoft.com/office/drawing/2014/main" id="{8199A297-D047-EEA5-7B37-9F52CC25757D}"/>
              </a:ext>
            </a:extLst>
          </p:cNvPr>
          <p:cNvSpPr/>
          <p:nvPr/>
        </p:nvSpPr>
        <p:spPr>
          <a:xfrm rot="10800000">
            <a:off x="5599326" y="3474941"/>
            <a:ext cx="1069874" cy="287463"/>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8" name="矩形 40">
            <a:extLst>
              <a:ext uri="{FF2B5EF4-FFF2-40B4-BE49-F238E27FC236}">
                <a16:creationId xmlns:a16="http://schemas.microsoft.com/office/drawing/2014/main" id="{5DA59DC7-1B49-B968-1359-F171F7878A07}"/>
              </a:ext>
            </a:extLst>
          </p:cNvPr>
          <p:cNvSpPr/>
          <p:nvPr/>
        </p:nvSpPr>
        <p:spPr>
          <a:xfrm rot="10800000">
            <a:off x="988256" y="6685057"/>
            <a:ext cx="1048430" cy="298253"/>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10" name="矩形 34">
            <a:extLst>
              <a:ext uri="{FF2B5EF4-FFF2-40B4-BE49-F238E27FC236}">
                <a16:creationId xmlns:a16="http://schemas.microsoft.com/office/drawing/2014/main" id="{A01F5926-8315-BA92-5867-DABF4D9B2FBE}"/>
              </a:ext>
            </a:extLst>
          </p:cNvPr>
          <p:cNvSpPr/>
          <p:nvPr/>
        </p:nvSpPr>
        <p:spPr>
          <a:xfrm rot="10800000">
            <a:off x="1151603" y="2596155"/>
            <a:ext cx="1461956" cy="330444"/>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12" name="矩形 38">
            <a:extLst>
              <a:ext uri="{FF2B5EF4-FFF2-40B4-BE49-F238E27FC236}">
                <a16:creationId xmlns:a16="http://schemas.microsoft.com/office/drawing/2014/main" id="{943E46A3-0596-6558-D8B7-27D11CECF74A}"/>
              </a:ext>
            </a:extLst>
          </p:cNvPr>
          <p:cNvSpPr/>
          <p:nvPr/>
        </p:nvSpPr>
        <p:spPr>
          <a:xfrm rot="10800000">
            <a:off x="5800838" y="5319599"/>
            <a:ext cx="1463115" cy="302747"/>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14" name="Title Placeholder 1">
            <a:extLst>
              <a:ext uri="{FF2B5EF4-FFF2-40B4-BE49-F238E27FC236}">
                <a16:creationId xmlns:a16="http://schemas.microsoft.com/office/drawing/2014/main" id="{8816A5B3-336E-4972-39C7-794D60DBB90D}"/>
              </a:ext>
            </a:extLst>
          </p:cNvPr>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活动风采</a:t>
            </a:r>
            <a:endParaRPr lang="en-CN" sz="3200"/>
          </a:p>
        </p:txBody>
      </p:sp>
      <p:cxnSp>
        <p:nvCxnSpPr>
          <p:cNvPr id="15" name="图形">
            <a:extLst>
              <a:ext uri="{FF2B5EF4-FFF2-40B4-BE49-F238E27FC236}">
                <a16:creationId xmlns:a16="http://schemas.microsoft.com/office/drawing/2014/main" id="{F7FBFB63-B40A-A6FD-A414-A3988C8B6A13}"/>
              </a:ext>
            </a:extLst>
          </p:cNvPr>
          <p:cNvCxnSpPr/>
          <p:nvPr/>
        </p:nvCxnSpPr>
        <p:spPr>
          <a:xfrm>
            <a:off x="4141671" y="3915946"/>
            <a:ext cx="1409153"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矩形 70">
            <a:extLst>
              <a:ext uri="{FF2B5EF4-FFF2-40B4-BE49-F238E27FC236}">
                <a16:creationId xmlns:a16="http://schemas.microsoft.com/office/drawing/2014/main" id="{554809B2-D08A-BE00-C712-0B4337F05480}"/>
              </a:ext>
            </a:extLst>
          </p:cNvPr>
          <p:cNvSpPr/>
          <p:nvPr/>
        </p:nvSpPr>
        <p:spPr>
          <a:xfrm rot="10800000">
            <a:off x="-5" y="1946956"/>
            <a:ext cx="7540170" cy="439431"/>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pic>
        <p:nvPicPr>
          <p:cNvPr id="17" name="Picture 6" descr="图片">
            <a:extLst>
              <a:ext uri="{FF2B5EF4-FFF2-40B4-BE49-F238E27FC236}">
                <a16:creationId xmlns:a16="http://schemas.microsoft.com/office/drawing/2014/main" id="{A694FDB4-FD2A-6FF7-CE8F-C57E70664A2B}"/>
              </a:ext>
            </a:extLst>
          </p:cNvPr>
          <p:cNvPicPr>
            <a:picLocks noChangeAspect="1" noChangeArrowheads="1"/>
          </p:cNvPicPr>
          <p:nvPr/>
        </p:nvPicPr>
        <p:blipFill>
          <a:blip r:embed="rId7" cstate="print"/>
          <a:srcRect/>
          <a:stretch>
            <a:fillRect/>
          </a:stretch>
        </p:blipFill>
        <p:spPr bwMode="auto">
          <a:xfrm>
            <a:off x="608575" y="3173826"/>
            <a:ext cx="2226362" cy="1484240"/>
          </a:xfrm>
          <a:prstGeom prst="rect">
            <a:avLst/>
          </a:prstGeom>
          <a:noFill/>
          <a:effectLst>
            <a:outerShdw blurRad="482600" dist="38100" dir="2700000" sx="92000" sy="92000" algn="tl" rotWithShape="0">
              <a:srgbClr val="441D85">
                <a:alpha val="72000"/>
              </a:srgbClr>
            </a:outerShdw>
          </a:effectLst>
        </p:spPr>
      </p:pic>
      <p:sp>
        <p:nvSpPr>
          <p:cNvPr id="18" name="Title Placeholder 1">
            <a:extLst>
              <a:ext uri="{FF2B5EF4-FFF2-40B4-BE49-F238E27FC236}">
                <a16:creationId xmlns:a16="http://schemas.microsoft.com/office/drawing/2014/main" id="{AF03D5C8-B70A-4152-9BCE-1CF5155024CB}"/>
              </a:ext>
            </a:extLst>
          </p:cNvPr>
          <p:cNvSpPr txBox="1"/>
          <p:nvPr/>
        </p:nvSpPr>
        <p:spPr>
          <a:xfrm>
            <a:off x="5599328" y="3327144"/>
            <a:ext cx="1719933" cy="589816"/>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1500" b="0" dirty="0">
                <a:solidFill>
                  <a:schemeClr val="tx1"/>
                </a:solidFill>
                <a:latin typeface="华文宋体" panose="02010600040101010101" pitchFamily="2" charset="-122"/>
                <a:ea typeface="华文宋体" panose="02010600040101010101" pitchFamily="2" charset="-122"/>
                <a:cs typeface="+mn-cs"/>
              </a:rPr>
              <a:t>热身赛</a:t>
            </a:r>
            <a:endParaRPr lang="en-CN" sz="1500" b="0" dirty="0">
              <a:solidFill>
                <a:schemeClr val="tx1"/>
              </a:solidFill>
              <a:latin typeface="华文宋体" panose="02010600040101010101" pitchFamily="2" charset="-122"/>
              <a:ea typeface="华文宋体" panose="02010600040101010101" pitchFamily="2" charset="-122"/>
              <a:cs typeface="+mn-cs"/>
            </a:endParaRPr>
          </a:p>
        </p:txBody>
      </p:sp>
      <p:pic>
        <p:nvPicPr>
          <p:cNvPr id="19" name="Picture 16" descr="图片">
            <a:extLst>
              <a:ext uri="{FF2B5EF4-FFF2-40B4-BE49-F238E27FC236}">
                <a16:creationId xmlns:a16="http://schemas.microsoft.com/office/drawing/2014/main" id="{16C650E5-4A3B-DE9B-2B78-4F6D116F4861}"/>
              </a:ext>
            </a:extLst>
          </p:cNvPr>
          <p:cNvPicPr>
            <a:picLocks noChangeAspect="1" noChangeArrowheads="1"/>
          </p:cNvPicPr>
          <p:nvPr/>
        </p:nvPicPr>
        <p:blipFill rotWithShape="1">
          <a:blip r:embed="rId8" cstate="print"/>
          <a:srcRect b="6890"/>
          <a:stretch/>
        </p:blipFill>
        <p:spPr bwMode="auto">
          <a:xfrm>
            <a:off x="2351896" y="6023609"/>
            <a:ext cx="2639816" cy="1376339"/>
          </a:xfrm>
          <a:prstGeom prst="rect">
            <a:avLst/>
          </a:prstGeom>
          <a:noFill/>
        </p:spPr>
      </p:pic>
      <p:sp>
        <p:nvSpPr>
          <p:cNvPr id="20" name="Title Placeholder 1">
            <a:extLst>
              <a:ext uri="{FF2B5EF4-FFF2-40B4-BE49-F238E27FC236}">
                <a16:creationId xmlns:a16="http://schemas.microsoft.com/office/drawing/2014/main" id="{1A5C7FB9-BEAA-050C-B738-A18E7E514947}"/>
              </a:ext>
            </a:extLst>
          </p:cNvPr>
          <p:cNvSpPr txBox="1"/>
          <p:nvPr/>
        </p:nvSpPr>
        <p:spPr>
          <a:xfrm>
            <a:off x="988257" y="6542617"/>
            <a:ext cx="1048430" cy="589816"/>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1500" b="0" dirty="0">
                <a:solidFill>
                  <a:schemeClr val="tx1"/>
                </a:solidFill>
                <a:latin typeface="华文宋体" panose="02010600040101010101" pitchFamily="2" charset="-122"/>
                <a:ea typeface="华文宋体" panose="02010600040101010101" pitchFamily="2" charset="-122"/>
                <a:cs typeface="+mn-cs"/>
              </a:rPr>
              <a:t>正式赛</a:t>
            </a:r>
            <a:endParaRPr lang="en-CN" sz="1500" b="0" dirty="0">
              <a:solidFill>
                <a:schemeClr val="tx1"/>
              </a:solidFill>
              <a:latin typeface="华文宋体" panose="02010600040101010101" pitchFamily="2" charset="-122"/>
              <a:ea typeface="华文宋体" panose="02010600040101010101" pitchFamily="2" charset="-122"/>
              <a:cs typeface="+mn-cs"/>
            </a:endParaRPr>
          </a:p>
        </p:txBody>
      </p:sp>
      <p:sp>
        <p:nvSpPr>
          <p:cNvPr id="21" name="Title Placeholder 1">
            <a:extLst>
              <a:ext uri="{FF2B5EF4-FFF2-40B4-BE49-F238E27FC236}">
                <a16:creationId xmlns:a16="http://schemas.microsoft.com/office/drawing/2014/main" id="{719F22B3-3947-59A4-4ABD-2CAE3532202C}"/>
              </a:ext>
            </a:extLst>
          </p:cNvPr>
          <p:cNvSpPr txBox="1"/>
          <p:nvPr/>
        </p:nvSpPr>
        <p:spPr>
          <a:xfrm>
            <a:off x="5800839" y="5167661"/>
            <a:ext cx="1719933" cy="589816"/>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1500" b="0" dirty="0">
                <a:solidFill>
                  <a:schemeClr val="tx1"/>
                </a:solidFill>
                <a:latin typeface="华文宋体" panose="02010600040101010101" pitchFamily="2" charset="-122"/>
                <a:ea typeface="华文宋体" panose="02010600040101010101" pitchFamily="2" charset="-122"/>
                <a:cs typeface="+mn-cs"/>
              </a:rPr>
              <a:t>颁奖典礼</a:t>
            </a:r>
            <a:endParaRPr lang="en-CN" sz="1500" b="0" dirty="0">
              <a:solidFill>
                <a:schemeClr val="tx1"/>
              </a:solidFill>
              <a:latin typeface="华文宋体" panose="02010600040101010101" pitchFamily="2" charset="-122"/>
              <a:ea typeface="华文宋体" panose="02010600040101010101" pitchFamily="2" charset="-122"/>
              <a:cs typeface="+mn-cs"/>
            </a:endParaRPr>
          </a:p>
        </p:txBody>
      </p:sp>
      <p:pic>
        <p:nvPicPr>
          <p:cNvPr id="22" name="Picture 20" descr="图片">
            <a:extLst>
              <a:ext uri="{FF2B5EF4-FFF2-40B4-BE49-F238E27FC236}">
                <a16:creationId xmlns:a16="http://schemas.microsoft.com/office/drawing/2014/main" id="{6E8EBEB8-EA66-B4FC-B212-77029C57E90F}"/>
              </a:ext>
            </a:extLst>
          </p:cNvPr>
          <p:cNvPicPr>
            <a:picLocks noChangeAspect="1" noChangeArrowheads="1"/>
          </p:cNvPicPr>
          <p:nvPr/>
        </p:nvPicPr>
        <p:blipFill>
          <a:blip r:embed="rId9" cstate="print"/>
          <a:srcRect/>
          <a:stretch>
            <a:fillRect/>
          </a:stretch>
        </p:blipFill>
        <p:spPr bwMode="auto">
          <a:xfrm>
            <a:off x="4955087" y="5839532"/>
            <a:ext cx="2011144" cy="1340763"/>
          </a:xfrm>
          <a:prstGeom prst="rect">
            <a:avLst/>
          </a:prstGeom>
          <a:noFill/>
          <a:effectLst>
            <a:outerShdw blurRad="482600" dist="38100" dir="13500000" sx="92000" sy="92000" algn="br" rotWithShape="0">
              <a:srgbClr val="F29624">
                <a:alpha val="74000"/>
              </a:srgbClr>
            </a:outerShdw>
          </a:effectLst>
        </p:spPr>
      </p:pic>
      <p:sp>
        <p:nvSpPr>
          <p:cNvPr id="23" name="文本框 26">
            <a:extLst>
              <a:ext uri="{FF2B5EF4-FFF2-40B4-BE49-F238E27FC236}">
                <a16:creationId xmlns:a16="http://schemas.microsoft.com/office/drawing/2014/main" id="{EDB12533-9694-E257-9EA8-5BA3541A119A}"/>
              </a:ext>
            </a:extLst>
          </p:cNvPr>
          <p:cNvSpPr txBox="1"/>
          <p:nvPr/>
        </p:nvSpPr>
        <p:spPr>
          <a:xfrm>
            <a:off x="583551" y="7574801"/>
            <a:ext cx="6480000" cy="2378215"/>
          </a:xfrm>
          <a:prstGeom prst="rect">
            <a:avLst/>
          </a:prstGeom>
          <a:noFill/>
        </p:spPr>
        <p:txBody>
          <a:bodyPr wrap="square">
            <a:spAutoFit/>
          </a:bodyPr>
          <a:lstStyle/>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地点：</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TC</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TD</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TXC</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计算机教室                            </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时间：</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2024</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年</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4</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月</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13</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日 </a:t>
            </a:r>
            <a:endParaRPr sz="1500" dirty="0"/>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选手：</a:t>
            </a:r>
            <a:r>
              <a:rPr lang="en-US" altLang="zh-CN" sz="1500" b="1" dirty="0">
                <a:solidFill>
                  <a:srgbClr val="C00000"/>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380</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名</a:t>
            </a:r>
            <a:r>
              <a:rPr lang="zh-CN" altLang="en-US" sz="1500" dirty="0">
                <a:solidFill>
                  <a:schemeClr val="tx1"/>
                </a:solidFill>
                <a:latin typeface="华文宋体" panose="02010600040101010101" pitchFamily="2" charset="-122"/>
                <a:ea typeface="华文宋体" panose="02010600040101010101" pitchFamily="2" charset="-122"/>
              </a:rPr>
              <a:t>包括本科生、研究生、以及中小学生在内的</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选手。</a:t>
            </a:r>
            <a:r>
              <a:rPr lang="zh-CN" altLang="en-US" sz="1500" dirty="0">
                <a:solidFill>
                  <a:schemeClr val="tx1"/>
                </a:solidFill>
                <a:latin typeface="华文宋体" panose="02010600040101010101" pitchFamily="2" charset="-122"/>
                <a:ea typeface="华文宋体" panose="02010600040101010101" pitchFamily="2" charset="-122"/>
              </a:rPr>
              <a:t>除本校学生外，此届竞赛还覆盖</a:t>
            </a:r>
            <a:r>
              <a:rPr lang="en-US" altLang="zh-CN" sz="1500" b="1" dirty="0">
                <a:solidFill>
                  <a:srgbClr val="C00000"/>
                </a:solidFill>
                <a:latin typeface="华文宋体" panose="02010600040101010101" pitchFamily="2" charset="-122"/>
                <a:ea typeface="华文宋体" panose="02010600040101010101" pitchFamily="2" charset="-122"/>
                <a:cs typeface="Times New Roman" panose="02020603050405020304"/>
              </a:rPr>
              <a:t>4</a:t>
            </a:r>
            <a:r>
              <a:rPr lang="zh-CN" altLang="en-US" sz="1500" dirty="0">
                <a:solidFill>
                  <a:schemeClr val="tx1"/>
                </a:solidFill>
                <a:latin typeface="华文宋体" panose="02010600040101010101" pitchFamily="2" charset="-122"/>
                <a:ea typeface="华文宋体" panose="02010600040101010101" pitchFamily="2" charset="-122"/>
              </a:rPr>
              <a:t>所香港高校、</a:t>
            </a:r>
            <a:r>
              <a:rPr lang="en-US" altLang="zh-CN" sz="1500" b="1" dirty="0">
                <a:solidFill>
                  <a:srgbClr val="C00000"/>
                </a:solidFill>
                <a:latin typeface="华文宋体" panose="02010600040101010101" pitchFamily="2" charset="-122"/>
                <a:ea typeface="华文宋体" panose="02010600040101010101" pitchFamily="2" charset="-122"/>
                <a:cs typeface="Times New Roman" panose="02020603050405020304"/>
              </a:rPr>
              <a:t>1</a:t>
            </a:r>
            <a:r>
              <a:rPr lang="zh-CN" altLang="en-US" sz="1500" dirty="0">
                <a:solidFill>
                  <a:schemeClr val="tx1"/>
                </a:solidFill>
                <a:latin typeface="华文宋体" panose="02010600040101010101" pitchFamily="2" charset="-122"/>
                <a:ea typeface="华文宋体" panose="02010600040101010101" pitchFamily="2" charset="-122"/>
              </a:rPr>
              <a:t>所广州高校、</a:t>
            </a:r>
            <a:r>
              <a:rPr lang="en-US" altLang="zh-CN" sz="1500" b="1" dirty="0">
                <a:solidFill>
                  <a:srgbClr val="C00000"/>
                </a:solidFill>
                <a:latin typeface="华文宋体" panose="02010600040101010101" pitchFamily="2" charset="-122"/>
                <a:ea typeface="华文宋体" panose="02010600040101010101" pitchFamily="2" charset="-122"/>
                <a:cs typeface="Times New Roman" panose="02020603050405020304"/>
              </a:rPr>
              <a:t>5</a:t>
            </a:r>
            <a:r>
              <a:rPr lang="zh-CN" altLang="en-US" sz="1500" dirty="0">
                <a:solidFill>
                  <a:schemeClr val="tx1"/>
                </a:solidFill>
                <a:latin typeface="华文宋体" panose="02010600040101010101" pitchFamily="2" charset="-122"/>
                <a:ea typeface="华文宋体" panose="02010600040101010101" pitchFamily="2" charset="-122"/>
              </a:rPr>
              <a:t>所深圳高校和</a:t>
            </a:r>
            <a:r>
              <a:rPr lang="en-US" altLang="zh-CN" sz="1500" b="1" dirty="0">
                <a:solidFill>
                  <a:srgbClr val="C00000"/>
                </a:solidFill>
                <a:latin typeface="华文宋体" panose="02010600040101010101" pitchFamily="2" charset="-122"/>
                <a:ea typeface="华文宋体" panose="02010600040101010101" pitchFamily="2" charset="-122"/>
                <a:cs typeface="Times New Roman" panose="02020603050405020304"/>
              </a:rPr>
              <a:t>7</a:t>
            </a:r>
            <a:r>
              <a:rPr lang="zh-CN" altLang="en-US" sz="1500" dirty="0">
                <a:solidFill>
                  <a:schemeClr val="tx1"/>
                </a:solidFill>
                <a:latin typeface="华文宋体" panose="02010600040101010101" pitchFamily="2" charset="-122"/>
                <a:ea typeface="华文宋体" panose="02010600040101010101" pitchFamily="2" charset="-122"/>
              </a:rPr>
              <a:t>所深圳市中小学校</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题量：</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10</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道题目</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报名规则：</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DIV-1</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赛道、</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DIV-2</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赛道                                               </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赛制：</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单人赛</a:t>
            </a:r>
            <a:endParaRPr sz="1500" dirty="0"/>
          </a:p>
        </p:txBody>
      </p:sp>
      <p:pic>
        <p:nvPicPr>
          <p:cNvPr id="24" name="Picture 8" descr="图片">
            <a:extLst>
              <a:ext uri="{FF2B5EF4-FFF2-40B4-BE49-F238E27FC236}">
                <a16:creationId xmlns:a16="http://schemas.microsoft.com/office/drawing/2014/main" id="{9B5F6CFF-1456-27DE-4CC9-F50D64A243D8}"/>
              </a:ext>
            </a:extLst>
          </p:cNvPr>
          <p:cNvPicPr>
            <a:picLocks noChangeAspect="1" noChangeArrowheads="1"/>
          </p:cNvPicPr>
          <p:nvPr/>
        </p:nvPicPr>
        <p:blipFill>
          <a:blip r:embed="rId10" cstate="print"/>
          <a:srcRect/>
          <a:stretch>
            <a:fillRect/>
          </a:stretch>
        </p:blipFill>
        <p:spPr bwMode="auto">
          <a:xfrm>
            <a:off x="5338467" y="3901233"/>
            <a:ext cx="1649615" cy="1099743"/>
          </a:xfrm>
          <a:prstGeom prst="rect">
            <a:avLst/>
          </a:prstGeom>
          <a:noFill/>
          <a:effectLst>
            <a:outerShdw blurRad="482600" dist="38100" dir="8100000" sx="92000" sy="92000" algn="tr" rotWithShape="0">
              <a:srgbClr val="441D85">
                <a:alpha val="72000"/>
              </a:srgbClr>
            </a:outerShdw>
          </a:effectLst>
        </p:spPr>
      </p:pic>
      <p:pic>
        <p:nvPicPr>
          <p:cNvPr id="25" name="Picture 10" descr="图片">
            <a:extLst>
              <a:ext uri="{FF2B5EF4-FFF2-40B4-BE49-F238E27FC236}">
                <a16:creationId xmlns:a16="http://schemas.microsoft.com/office/drawing/2014/main" id="{E55689EC-ECB3-DD8F-9522-A833666D43AA}"/>
              </a:ext>
            </a:extLst>
          </p:cNvPr>
          <p:cNvPicPr>
            <a:picLocks noChangeAspect="1" noChangeArrowheads="1"/>
          </p:cNvPicPr>
          <p:nvPr/>
        </p:nvPicPr>
        <p:blipFill rotWithShape="1">
          <a:blip r:embed="rId11" cstate="print"/>
          <a:srcRect t="16681" b="3407"/>
          <a:stretch/>
        </p:blipFill>
        <p:spPr bwMode="auto">
          <a:xfrm>
            <a:off x="2856510" y="3474942"/>
            <a:ext cx="2554813" cy="1361067"/>
          </a:xfrm>
          <a:prstGeom prst="rect">
            <a:avLst/>
          </a:prstGeom>
          <a:noFill/>
        </p:spPr>
      </p:pic>
      <p:pic>
        <p:nvPicPr>
          <p:cNvPr id="26" name="Picture 2" descr="图片">
            <a:extLst>
              <a:ext uri="{FF2B5EF4-FFF2-40B4-BE49-F238E27FC236}">
                <a16:creationId xmlns:a16="http://schemas.microsoft.com/office/drawing/2014/main" id="{26001CE9-4B7C-4778-435F-52081861D81A}"/>
              </a:ext>
            </a:extLst>
          </p:cNvPr>
          <p:cNvPicPr>
            <a:picLocks noChangeAspect="1" noChangeArrowheads="1"/>
          </p:cNvPicPr>
          <p:nvPr/>
        </p:nvPicPr>
        <p:blipFill rotWithShape="1">
          <a:blip r:embed="rId12" cstate="print"/>
          <a:srcRect t="10428" b="1196"/>
          <a:stretch/>
        </p:blipFill>
        <p:spPr bwMode="auto">
          <a:xfrm>
            <a:off x="2613436" y="2546764"/>
            <a:ext cx="2233940" cy="1316155"/>
          </a:xfrm>
          <a:prstGeom prst="rect">
            <a:avLst/>
          </a:prstGeom>
          <a:noFill/>
        </p:spPr>
      </p:pic>
      <p:pic>
        <p:nvPicPr>
          <p:cNvPr id="27" name="Picture 12" descr="图片">
            <a:extLst>
              <a:ext uri="{FF2B5EF4-FFF2-40B4-BE49-F238E27FC236}">
                <a16:creationId xmlns:a16="http://schemas.microsoft.com/office/drawing/2014/main" id="{C9AB6E64-F6F7-A5E7-EA39-C46784AD091B}"/>
              </a:ext>
            </a:extLst>
          </p:cNvPr>
          <p:cNvPicPr>
            <a:picLocks noChangeAspect="1" noChangeArrowheads="1"/>
          </p:cNvPicPr>
          <p:nvPr/>
        </p:nvPicPr>
        <p:blipFill>
          <a:blip r:embed="rId13" cstate="print"/>
          <a:srcRect/>
          <a:stretch>
            <a:fillRect/>
          </a:stretch>
        </p:blipFill>
        <p:spPr bwMode="auto">
          <a:xfrm>
            <a:off x="603627" y="5319600"/>
            <a:ext cx="1983666" cy="1322444"/>
          </a:xfrm>
          <a:prstGeom prst="rect">
            <a:avLst/>
          </a:prstGeom>
          <a:noFill/>
          <a:effectLst>
            <a:outerShdw blurRad="482600" dist="38100" dir="18900000" sx="92000" sy="92000" algn="bl" rotWithShape="0">
              <a:srgbClr val="F29624">
                <a:alpha val="74000"/>
              </a:srgbClr>
            </a:outerShdw>
          </a:effectLst>
        </p:spPr>
      </p:pic>
      <p:pic>
        <p:nvPicPr>
          <p:cNvPr id="28" name="图片 12">
            <a:extLst>
              <a:ext uri="{FF2B5EF4-FFF2-40B4-BE49-F238E27FC236}">
                <a16:creationId xmlns:a16="http://schemas.microsoft.com/office/drawing/2014/main" id="{D6E85DF3-4B67-BE3A-23F1-71BBA0F96A86}"/>
              </a:ext>
            </a:extLst>
          </p:cNvPr>
          <p:cNvPicPr>
            <a:picLocks noChangeAspect="1"/>
          </p:cNvPicPr>
          <p:nvPr/>
        </p:nvPicPr>
        <p:blipFill rotWithShape="1">
          <a:blip r:embed="rId14" cstate="print"/>
          <a:srcRect l="-960" t="37332" r="960" b="17426"/>
          <a:stretch/>
        </p:blipFill>
        <p:spPr>
          <a:xfrm>
            <a:off x="2682557" y="4980621"/>
            <a:ext cx="2795053" cy="1264529"/>
          </a:xfrm>
          <a:prstGeom prst="rect">
            <a:avLst/>
          </a:prstGeom>
        </p:spPr>
      </p:pic>
      <p:cxnSp>
        <p:nvCxnSpPr>
          <p:cNvPr id="29" name="图形">
            <a:extLst>
              <a:ext uri="{FF2B5EF4-FFF2-40B4-BE49-F238E27FC236}">
                <a16:creationId xmlns:a16="http://schemas.microsoft.com/office/drawing/2014/main" id="{BE73F1C7-770F-53FC-4919-A1B256CA26DF}"/>
              </a:ext>
            </a:extLst>
          </p:cNvPr>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30" name="Title Placeholder 1">
            <a:extLst>
              <a:ext uri="{FF2B5EF4-FFF2-40B4-BE49-F238E27FC236}">
                <a16:creationId xmlns:a16="http://schemas.microsoft.com/office/drawing/2014/main" id="{8003EE29-63C9-6C1D-F7CF-4573229FC67A}"/>
              </a:ext>
            </a:extLst>
          </p:cNvPr>
          <p:cNvSpPr txBox="1"/>
          <p:nvPr/>
        </p:nvSpPr>
        <p:spPr>
          <a:xfrm>
            <a:off x="1151604" y="2466762"/>
            <a:ext cx="1719933" cy="589816"/>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1500" b="0" dirty="0">
                <a:solidFill>
                  <a:schemeClr val="tx1"/>
                </a:solidFill>
                <a:latin typeface="华文宋体" panose="02010600040101010101" pitchFamily="2" charset="-122"/>
                <a:ea typeface="华文宋体" panose="02010600040101010101" pitchFamily="2" charset="-122"/>
                <a:cs typeface="+mn-cs"/>
              </a:rPr>
              <a:t>赛前动员</a:t>
            </a:r>
            <a:endParaRPr lang="en-CN" sz="1500" b="0" dirty="0">
              <a:solidFill>
                <a:schemeClr val="tx1"/>
              </a:solidFill>
              <a:latin typeface="华文宋体" panose="02010600040101010101" pitchFamily="2" charset="-122"/>
              <a:ea typeface="华文宋体" panose="02010600040101010101" pitchFamily="2" charset="-122"/>
              <a:cs typeface="+mn-cs"/>
            </a:endParaRPr>
          </a:p>
        </p:txBody>
      </p:sp>
      <p:sp>
        <p:nvSpPr>
          <p:cNvPr id="31" name="Title Placeholder 1">
            <a:extLst>
              <a:ext uri="{FF2B5EF4-FFF2-40B4-BE49-F238E27FC236}">
                <a16:creationId xmlns:a16="http://schemas.microsoft.com/office/drawing/2014/main" id="{8D096C27-668E-1CD4-AFAF-38A259269A8F}"/>
              </a:ext>
            </a:extLst>
          </p:cNvPr>
          <p:cNvSpPr txBox="1"/>
          <p:nvPr/>
        </p:nvSpPr>
        <p:spPr>
          <a:xfrm>
            <a:off x="627640" y="1650600"/>
            <a:ext cx="6314146"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pPr algn="ctr"/>
            <a:r>
              <a:rPr lang="zh-CN" altLang="en-US" sz="2000" dirty="0">
                <a:latin typeface="+mj-ea"/>
                <a:ea typeface="+mj-ea"/>
              </a:rPr>
              <a:t>香港中文大学（深圳）</a:t>
            </a:r>
            <a:r>
              <a:rPr lang="en-US" altLang="zh-CN" sz="2000" dirty="0">
                <a:latin typeface="+mj-ea"/>
                <a:ea typeface="+mj-ea"/>
              </a:rPr>
              <a:t>2024</a:t>
            </a:r>
            <a:r>
              <a:rPr lang="zh-CN" altLang="en-US" sz="2000" dirty="0">
                <a:latin typeface="+mj-ea"/>
                <a:ea typeface="+mj-ea"/>
              </a:rPr>
              <a:t>年程序设计竞赛</a:t>
            </a:r>
            <a:endParaRPr lang="en-CN" altLang="zh-CN" sz="2000">
              <a:latin typeface="+mj-ea"/>
              <a:ea typeface="+mj-ea"/>
            </a:endParaRPr>
          </a:p>
        </p:txBody>
      </p:sp>
      <p:sp>
        <p:nvSpPr>
          <p:cNvPr id="32" name="文本框 31">
            <a:extLst>
              <a:ext uri="{FF2B5EF4-FFF2-40B4-BE49-F238E27FC236}">
                <a16:creationId xmlns:a16="http://schemas.microsoft.com/office/drawing/2014/main" id="{C5FCC605-EB77-4D1F-2A2A-A531CA7E2992}"/>
              </a:ext>
            </a:extLst>
          </p:cNvPr>
          <p:cNvSpPr txBox="1"/>
          <p:nvPr/>
        </p:nvSpPr>
        <p:spPr>
          <a:xfrm>
            <a:off x="-1817145" y="9557605"/>
            <a:ext cx="4633521" cy="323165"/>
          </a:xfrm>
          <a:prstGeom prst="rect">
            <a:avLst/>
          </a:prstGeom>
          <a:noFill/>
        </p:spPr>
        <p:txBody>
          <a:bodyPr wrap="square">
            <a:spAutoFit/>
          </a:bodyPr>
          <a:lstStyle/>
          <a:p>
            <a:r>
              <a:rPr lang="en-US" altLang="zh-CN" sz="1500" dirty="0">
                <a:solidFill>
                  <a:schemeClr val="tx1">
                    <a:lumMod val="85000"/>
                    <a:lumOff val="15000"/>
                  </a:schemeClr>
                </a:solidFill>
                <a:latin typeface="华文宋体" panose="02010600040101010101" pitchFamily="2" charset="-122"/>
                <a:ea typeface="华文宋体" panose="02010600040101010101" pitchFamily="2" charset="-122"/>
                <a:cs typeface="+mn-ea"/>
              </a:rPr>
              <a:t>15</a:t>
            </a:r>
            <a:endParaRPr lang="zh-CN" altLang="en-US" sz="1500" dirty="0">
              <a:solidFill>
                <a:schemeClr val="tx1">
                  <a:lumMod val="85000"/>
                  <a:lumOff val="15000"/>
                </a:schemeClr>
              </a:solidFill>
              <a:latin typeface="华文宋体" panose="02010600040101010101" pitchFamily="2" charset="-122"/>
              <a:ea typeface="华文宋体" panose="02010600040101010101" pitchFamily="2" charset="-122"/>
              <a:cs typeface="+mn-ea"/>
            </a:endParaRPr>
          </a:p>
        </p:txBody>
      </p:sp>
    </p:spTree>
    <p:extLst>
      <p:ext uri="{BB962C8B-B14F-4D97-AF65-F5344CB8AC3E}">
        <p14:creationId xmlns:p14="http://schemas.microsoft.com/office/powerpoint/2010/main" val="29344866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D6D19-57B3-6F2C-4AE4-EFB164E8269A}"/>
            </a:ext>
          </a:extLst>
        </p:cNvPr>
        <p:cNvGrpSpPr/>
        <p:nvPr/>
      </p:nvGrpSpPr>
      <p:grpSpPr>
        <a:xfrm>
          <a:off x="0" y="0"/>
          <a:ext cx="0" cy="0"/>
          <a:chOff x="0" y="0"/>
          <a:chExt cx="0" cy="0"/>
        </a:xfrm>
      </p:grpSpPr>
      <p:grpSp>
        <p:nvGrpSpPr>
          <p:cNvPr id="387" name="组合 6">
            <a:extLst>
              <a:ext uri="{FF2B5EF4-FFF2-40B4-BE49-F238E27FC236}">
                <a16:creationId xmlns:a16="http://schemas.microsoft.com/office/drawing/2014/main" id="{39839CC4-13DF-D62D-FFE9-953B3D507912}"/>
              </a:ext>
            </a:extLst>
          </p:cNvPr>
          <p:cNvGrpSpPr/>
          <p:nvPr/>
        </p:nvGrpSpPr>
        <p:grpSpPr>
          <a:xfrm>
            <a:off x="4875" y="339835"/>
            <a:ext cx="7549923" cy="9999797"/>
            <a:chOff x="9752" y="255633"/>
            <a:chExt cx="7549923" cy="9999797"/>
          </a:xfrm>
        </p:grpSpPr>
        <p:pic>
          <p:nvPicPr>
            <p:cNvPr id="388" name="图片 11">
              <a:extLst>
                <a:ext uri="{FF2B5EF4-FFF2-40B4-BE49-F238E27FC236}">
                  <a16:creationId xmlns:a16="http://schemas.microsoft.com/office/drawing/2014/main" id="{4B8C66FF-664F-E901-D7BF-41CB72413BFA}"/>
                </a:ext>
              </a:extLst>
            </p:cNvPr>
            <p:cNvPicPr>
              <a:picLocks noChangeAspect="1"/>
            </p:cNvPicPr>
            <p:nvPr/>
          </p:nvPicPr>
          <p:blipFill>
            <a:blip r:embed="rId3"/>
            <a:srcRect r="1505"/>
            <a:stretch/>
          </p:blipFill>
          <p:spPr>
            <a:xfrm>
              <a:off x="9752" y="255633"/>
              <a:ext cx="7549923" cy="9999797"/>
            </a:xfrm>
            <a:prstGeom prst="rect">
              <a:avLst/>
            </a:prstGeom>
          </p:spPr>
        </p:pic>
        <p:pic>
          <p:nvPicPr>
            <p:cNvPr id="389" name="图片 13">
              <a:extLst>
                <a:ext uri="{FF2B5EF4-FFF2-40B4-BE49-F238E27FC236}">
                  <a16:creationId xmlns:a16="http://schemas.microsoft.com/office/drawing/2014/main" id="{AD2B4CAF-4439-9F31-6C59-3E0C31BD8080}"/>
                </a:ext>
              </a:extLst>
            </p:cNvPr>
            <p:cNvPicPr>
              <a:picLocks noChangeAspect="1"/>
            </p:cNvPicPr>
            <p:nvPr/>
          </p:nvPicPr>
          <p:blipFill>
            <a:blip r:embed="rId4"/>
            <a:stretch>
              <a:fillRect/>
            </a:stretch>
          </p:blipFill>
          <p:spPr>
            <a:xfrm>
              <a:off x="2733503" y="958361"/>
              <a:ext cx="4803852" cy="183897"/>
            </a:xfrm>
            <a:prstGeom prst="rect">
              <a:avLst/>
            </a:prstGeom>
          </p:spPr>
        </p:pic>
        <p:pic>
          <p:nvPicPr>
            <p:cNvPr id="390" name="图片 14">
              <a:extLst>
                <a:ext uri="{FF2B5EF4-FFF2-40B4-BE49-F238E27FC236}">
                  <a16:creationId xmlns:a16="http://schemas.microsoft.com/office/drawing/2014/main" id="{839FB1E7-567F-E446-A9A2-12E4D471BB8A}"/>
                </a:ext>
              </a:extLst>
            </p:cNvPr>
            <p:cNvPicPr>
              <a:picLocks noChangeAspect="1"/>
            </p:cNvPicPr>
            <p:nvPr/>
          </p:nvPicPr>
          <p:blipFill>
            <a:blip r:embed="rId5"/>
            <a:stretch>
              <a:fillRect/>
            </a:stretch>
          </p:blipFill>
          <p:spPr>
            <a:xfrm>
              <a:off x="2955317" y="489607"/>
              <a:ext cx="4480144" cy="476842"/>
            </a:xfrm>
            <a:prstGeom prst="rect">
              <a:avLst/>
            </a:prstGeom>
          </p:spPr>
        </p:pic>
      </p:grpSp>
      <p:pic>
        <p:nvPicPr>
          <p:cNvPr id="391" name="图片 21">
            <a:extLst>
              <a:ext uri="{FF2B5EF4-FFF2-40B4-BE49-F238E27FC236}">
                <a16:creationId xmlns:a16="http://schemas.microsoft.com/office/drawing/2014/main" id="{4AD8B327-A9E6-2375-EA1C-BE65279DE4F2}"/>
              </a:ext>
            </a:extLst>
          </p:cNvPr>
          <p:cNvPicPr>
            <a:picLocks noChangeAspect="1"/>
          </p:cNvPicPr>
          <p:nvPr/>
        </p:nvPicPr>
        <p:blipFill>
          <a:blip r:embed="rId6" cstate="print"/>
          <a:srcRect t="1" b="528"/>
          <a:stretch/>
        </p:blipFill>
        <p:spPr>
          <a:xfrm>
            <a:off x="435178" y="5092085"/>
            <a:ext cx="3285052" cy="1860775"/>
          </a:xfrm>
          <a:prstGeom prst="rect">
            <a:avLst/>
          </a:prstGeom>
          <a:effectLst>
            <a:outerShdw blurRad="254000" dist="38100" dir="8100000" algn="tr" rotWithShape="0">
              <a:srgbClr val="441D85">
                <a:alpha val="40000"/>
              </a:srgbClr>
            </a:outerShdw>
          </a:effectLst>
        </p:spPr>
      </p:pic>
      <p:sp>
        <p:nvSpPr>
          <p:cNvPr id="392" name="矩形 49">
            <a:extLst>
              <a:ext uri="{FF2B5EF4-FFF2-40B4-BE49-F238E27FC236}">
                <a16:creationId xmlns:a16="http://schemas.microsoft.com/office/drawing/2014/main" id="{CFC6A37C-B6BC-213B-3BA5-D62BE1DC392E}"/>
              </a:ext>
            </a:extLst>
          </p:cNvPr>
          <p:cNvSpPr/>
          <p:nvPr/>
        </p:nvSpPr>
        <p:spPr>
          <a:xfrm rot="10800000">
            <a:off x="667039" y="7565721"/>
            <a:ext cx="6580387" cy="1847836"/>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93" name="矩形 44">
            <a:extLst>
              <a:ext uri="{FF2B5EF4-FFF2-40B4-BE49-F238E27FC236}">
                <a16:creationId xmlns:a16="http://schemas.microsoft.com/office/drawing/2014/main" id="{534A7D32-C25C-7463-66AB-B6708A49E08D}"/>
              </a:ext>
            </a:extLst>
          </p:cNvPr>
          <p:cNvSpPr/>
          <p:nvPr/>
        </p:nvSpPr>
        <p:spPr>
          <a:xfrm rot="10800000">
            <a:off x="6066069" y="4367431"/>
            <a:ext cx="1069874" cy="287463"/>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95" name="矩形 40">
            <a:extLst>
              <a:ext uri="{FF2B5EF4-FFF2-40B4-BE49-F238E27FC236}">
                <a16:creationId xmlns:a16="http://schemas.microsoft.com/office/drawing/2014/main" id="{CD73B768-E5ED-2A34-7899-0FFD7EB1DA2F}"/>
              </a:ext>
            </a:extLst>
          </p:cNvPr>
          <p:cNvSpPr/>
          <p:nvPr/>
        </p:nvSpPr>
        <p:spPr>
          <a:xfrm rot="10800000">
            <a:off x="835046" y="4362037"/>
            <a:ext cx="1048430" cy="298253"/>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97" name="矩形 34">
            <a:extLst>
              <a:ext uri="{FF2B5EF4-FFF2-40B4-BE49-F238E27FC236}">
                <a16:creationId xmlns:a16="http://schemas.microsoft.com/office/drawing/2014/main" id="{9DF6D04A-E721-900F-EA2F-6EA144518EE9}"/>
              </a:ext>
            </a:extLst>
          </p:cNvPr>
          <p:cNvSpPr/>
          <p:nvPr/>
        </p:nvSpPr>
        <p:spPr>
          <a:xfrm rot="10800000">
            <a:off x="1113703" y="6979890"/>
            <a:ext cx="1803714" cy="330445"/>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99" name="矩形 38">
            <a:extLst>
              <a:ext uri="{FF2B5EF4-FFF2-40B4-BE49-F238E27FC236}">
                <a16:creationId xmlns:a16="http://schemas.microsoft.com/office/drawing/2014/main" id="{7E890415-E023-BDA4-8CD4-820FDE2127DD}"/>
              </a:ext>
            </a:extLst>
          </p:cNvPr>
          <p:cNvSpPr/>
          <p:nvPr/>
        </p:nvSpPr>
        <p:spPr>
          <a:xfrm rot="10800000">
            <a:off x="4950001" y="6993738"/>
            <a:ext cx="1463115" cy="302747"/>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401" name="Title Placeholder 1">
            <a:extLst>
              <a:ext uri="{FF2B5EF4-FFF2-40B4-BE49-F238E27FC236}">
                <a16:creationId xmlns:a16="http://schemas.microsoft.com/office/drawing/2014/main" id="{FF092CBF-44D9-6086-0D80-D2C977182EF8}"/>
              </a:ext>
            </a:extLst>
          </p:cNvPr>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活动风采</a:t>
            </a:r>
            <a:endParaRPr lang="en-CN" sz="3200"/>
          </a:p>
        </p:txBody>
      </p:sp>
      <p:sp>
        <p:nvSpPr>
          <p:cNvPr id="402" name="矩形 70">
            <a:extLst>
              <a:ext uri="{FF2B5EF4-FFF2-40B4-BE49-F238E27FC236}">
                <a16:creationId xmlns:a16="http://schemas.microsoft.com/office/drawing/2014/main" id="{27B558DA-4723-6308-149D-61F333903FDA}"/>
              </a:ext>
            </a:extLst>
          </p:cNvPr>
          <p:cNvSpPr/>
          <p:nvPr/>
        </p:nvSpPr>
        <p:spPr>
          <a:xfrm rot="10800000">
            <a:off x="-5" y="1946956"/>
            <a:ext cx="7540170" cy="439431"/>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403" name="Title Placeholder 1">
            <a:extLst>
              <a:ext uri="{FF2B5EF4-FFF2-40B4-BE49-F238E27FC236}">
                <a16:creationId xmlns:a16="http://schemas.microsoft.com/office/drawing/2014/main" id="{2F28FD4F-3C8D-D38D-6706-E18468C2D4F0}"/>
              </a:ext>
            </a:extLst>
          </p:cNvPr>
          <p:cNvSpPr txBox="1"/>
          <p:nvPr/>
        </p:nvSpPr>
        <p:spPr>
          <a:xfrm>
            <a:off x="6099321" y="4216255"/>
            <a:ext cx="839029" cy="589816"/>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1500" b="0" dirty="0">
                <a:solidFill>
                  <a:schemeClr val="tx1"/>
                </a:solidFill>
                <a:latin typeface="华文宋体" panose="02010600040101010101" pitchFamily="2" charset="-122"/>
                <a:ea typeface="华文宋体" panose="02010600040101010101" pitchFamily="2" charset="-122"/>
                <a:cs typeface="+mn-cs"/>
              </a:rPr>
              <a:t>热身赛</a:t>
            </a:r>
            <a:endParaRPr lang="en-CN" sz="1500" b="0" dirty="0">
              <a:solidFill>
                <a:schemeClr val="tx1"/>
              </a:solidFill>
              <a:latin typeface="华文宋体" panose="02010600040101010101" pitchFamily="2" charset="-122"/>
              <a:ea typeface="华文宋体" panose="02010600040101010101" pitchFamily="2" charset="-122"/>
              <a:cs typeface="+mn-cs"/>
            </a:endParaRPr>
          </a:p>
        </p:txBody>
      </p:sp>
      <p:sp>
        <p:nvSpPr>
          <p:cNvPr id="404" name="Title Placeholder 1">
            <a:extLst>
              <a:ext uri="{FF2B5EF4-FFF2-40B4-BE49-F238E27FC236}">
                <a16:creationId xmlns:a16="http://schemas.microsoft.com/office/drawing/2014/main" id="{559BAC57-B8E3-1DB6-5B68-9A392CE9B4CD}"/>
              </a:ext>
            </a:extLst>
          </p:cNvPr>
          <p:cNvSpPr txBox="1"/>
          <p:nvPr/>
        </p:nvSpPr>
        <p:spPr>
          <a:xfrm>
            <a:off x="860099" y="4216255"/>
            <a:ext cx="1048430" cy="589816"/>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1500" b="0" dirty="0">
                <a:solidFill>
                  <a:schemeClr val="tx1"/>
                </a:solidFill>
                <a:latin typeface="华文宋体" panose="02010600040101010101" pitchFamily="2" charset="-122"/>
                <a:ea typeface="华文宋体" panose="02010600040101010101" pitchFamily="2" charset="-122"/>
                <a:cs typeface="+mn-cs"/>
              </a:rPr>
              <a:t>正式赛</a:t>
            </a:r>
            <a:endParaRPr lang="en-CN" sz="1500" b="0" dirty="0">
              <a:solidFill>
                <a:schemeClr val="tx1"/>
              </a:solidFill>
              <a:latin typeface="华文宋体" panose="02010600040101010101" pitchFamily="2" charset="-122"/>
              <a:ea typeface="华文宋体" panose="02010600040101010101" pitchFamily="2" charset="-122"/>
              <a:cs typeface="+mn-cs"/>
            </a:endParaRPr>
          </a:p>
        </p:txBody>
      </p:sp>
      <p:sp>
        <p:nvSpPr>
          <p:cNvPr id="405" name="Title Placeholder 1">
            <a:extLst>
              <a:ext uri="{FF2B5EF4-FFF2-40B4-BE49-F238E27FC236}">
                <a16:creationId xmlns:a16="http://schemas.microsoft.com/office/drawing/2014/main" id="{5BE35B45-CEAB-D10B-69C8-6EDE3ECA286C}"/>
              </a:ext>
            </a:extLst>
          </p:cNvPr>
          <p:cNvSpPr txBox="1"/>
          <p:nvPr/>
        </p:nvSpPr>
        <p:spPr>
          <a:xfrm>
            <a:off x="4950002" y="6850204"/>
            <a:ext cx="1719933" cy="589816"/>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1500" b="0" dirty="0">
                <a:solidFill>
                  <a:schemeClr val="tx1"/>
                </a:solidFill>
                <a:latin typeface="华文宋体" panose="02010600040101010101" pitchFamily="2" charset="-122"/>
                <a:ea typeface="华文宋体" panose="02010600040101010101" pitchFamily="2" charset="-122"/>
                <a:cs typeface="+mn-cs"/>
              </a:rPr>
              <a:t>颁奖典礼</a:t>
            </a:r>
            <a:endParaRPr lang="en-CN" sz="1500" b="0" dirty="0">
              <a:solidFill>
                <a:schemeClr val="tx1"/>
              </a:solidFill>
              <a:latin typeface="华文宋体" panose="02010600040101010101" pitchFamily="2" charset="-122"/>
              <a:ea typeface="华文宋体" panose="02010600040101010101" pitchFamily="2" charset="-122"/>
              <a:cs typeface="+mn-cs"/>
            </a:endParaRPr>
          </a:p>
        </p:txBody>
      </p:sp>
      <p:sp>
        <p:nvSpPr>
          <p:cNvPr id="406" name="文本框 26">
            <a:extLst>
              <a:ext uri="{FF2B5EF4-FFF2-40B4-BE49-F238E27FC236}">
                <a16:creationId xmlns:a16="http://schemas.microsoft.com/office/drawing/2014/main" id="{1F742E56-0380-B437-BD68-43800AFD8BBD}"/>
              </a:ext>
            </a:extLst>
          </p:cNvPr>
          <p:cNvSpPr txBox="1"/>
          <p:nvPr/>
        </p:nvSpPr>
        <p:spPr>
          <a:xfrm>
            <a:off x="671233" y="7555751"/>
            <a:ext cx="6480000" cy="2378215"/>
          </a:xfrm>
          <a:prstGeom prst="rect">
            <a:avLst/>
          </a:prstGeom>
          <a:noFill/>
        </p:spPr>
        <p:txBody>
          <a:bodyPr wrap="square">
            <a:spAutoFit/>
          </a:bodyPr>
          <a:lstStyle/>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地点：</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TA</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TD</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TXC</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TXA</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计算机教室                       </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时间：</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 2025</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年</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4</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月</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19</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日 </a:t>
            </a:r>
            <a:endParaRPr sz="1500" dirty="0"/>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选手：</a:t>
            </a:r>
            <a:r>
              <a:rPr lang="en-US" altLang="zh-CN" sz="1500" b="1" dirty="0">
                <a:solidFill>
                  <a:srgbClr val="C00000"/>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610</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余名</a:t>
            </a:r>
            <a:r>
              <a:rPr lang="zh-CN" altLang="en-US" sz="1500" dirty="0">
                <a:solidFill>
                  <a:schemeClr val="tx1"/>
                </a:solidFill>
                <a:latin typeface="华文宋体" panose="02010600040101010101" pitchFamily="2" charset="-122"/>
                <a:ea typeface="华文宋体" panose="02010600040101010101" pitchFamily="2" charset="-122"/>
              </a:rPr>
              <a:t>包括本科生、研究生、博士生以及中小学生在内的</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选手，</a:t>
            </a:r>
            <a:r>
              <a:rPr lang="zh-CN" altLang="en-US" sz="1500" dirty="0">
                <a:solidFill>
                  <a:schemeClr val="tx1"/>
                </a:solidFill>
                <a:latin typeface="华文宋体" panose="02010600040101010101" pitchFamily="2" charset="-122"/>
                <a:ea typeface="华文宋体" panose="02010600040101010101" pitchFamily="2" charset="-122"/>
              </a:rPr>
              <a:t>覆盖</a:t>
            </a:r>
            <a:r>
              <a:rPr lang="en-US" altLang="zh-CN" sz="1500" b="1" dirty="0">
                <a:solidFill>
                  <a:srgbClr val="C00000"/>
                </a:solidFill>
                <a:latin typeface="华文宋体" panose="02010600040101010101" pitchFamily="2" charset="-122"/>
                <a:ea typeface="华文宋体" panose="02010600040101010101" pitchFamily="2" charset="-122"/>
                <a:cs typeface="Times New Roman" panose="02020603050405020304"/>
              </a:rPr>
              <a:t>118</a:t>
            </a:r>
            <a:r>
              <a:rPr lang="zh-CN" altLang="en-US" sz="1500" dirty="0">
                <a:solidFill>
                  <a:schemeClr val="tx1"/>
                </a:solidFill>
                <a:latin typeface="华文宋体" panose="02010600040101010101" pitchFamily="2" charset="-122"/>
                <a:ea typeface="华文宋体" panose="02010600040101010101" pitchFamily="2" charset="-122"/>
              </a:rPr>
              <a:t>余所海内外高校</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主办方：</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深圳河套学院、香港中文大学（深圳）联合主办</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题量：</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12</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道题目</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报名规则：</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Track A</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赛道、</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Track B</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赛道、</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Track C</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赛道                 </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赛制：</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单人赛</a:t>
            </a:r>
            <a:endParaRPr sz="1500" dirty="0"/>
          </a:p>
        </p:txBody>
      </p:sp>
      <p:cxnSp>
        <p:nvCxnSpPr>
          <p:cNvPr id="407" name="图形">
            <a:extLst>
              <a:ext uri="{FF2B5EF4-FFF2-40B4-BE49-F238E27FC236}">
                <a16:creationId xmlns:a16="http://schemas.microsoft.com/office/drawing/2014/main" id="{E32D8DFB-B333-50E8-722E-259C115964BA}"/>
              </a:ext>
            </a:extLst>
          </p:cNvPr>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408" name="Title Placeholder 1">
            <a:extLst>
              <a:ext uri="{FF2B5EF4-FFF2-40B4-BE49-F238E27FC236}">
                <a16:creationId xmlns:a16="http://schemas.microsoft.com/office/drawing/2014/main" id="{CD735292-80C0-FFB4-EA69-B79F40D15027}"/>
              </a:ext>
            </a:extLst>
          </p:cNvPr>
          <p:cNvSpPr txBox="1"/>
          <p:nvPr/>
        </p:nvSpPr>
        <p:spPr>
          <a:xfrm>
            <a:off x="1117505" y="6850204"/>
            <a:ext cx="1842783" cy="589816"/>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1500" b="0" dirty="0">
                <a:solidFill>
                  <a:schemeClr val="tx1"/>
                </a:solidFill>
                <a:latin typeface="华文宋体" panose="02010600040101010101" pitchFamily="2" charset="-122"/>
                <a:ea typeface="华文宋体" panose="02010600040101010101" pitchFamily="2" charset="-122"/>
                <a:cs typeface="+mn-cs"/>
              </a:rPr>
              <a:t>深圳河套学院宣讲会</a:t>
            </a:r>
            <a:endParaRPr lang="en-CN" sz="1500" b="0" dirty="0">
              <a:solidFill>
                <a:schemeClr val="tx1"/>
              </a:solidFill>
              <a:latin typeface="华文宋体" panose="02010600040101010101" pitchFamily="2" charset="-122"/>
              <a:ea typeface="华文宋体" panose="02010600040101010101" pitchFamily="2" charset="-122"/>
              <a:cs typeface="+mn-cs"/>
            </a:endParaRPr>
          </a:p>
        </p:txBody>
      </p:sp>
      <p:sp>
        <p:nvSpPr>
          <p:cNvPr id="409" name="Title Placeholder 1">
            <a:extLst>
              <a:ext uri="{FF2B5EF4-FFF2-40B4-BE49-F238E27FC236}">
                <a16:creationId xmlns:a16="http://schemas.microsoft.com/office/drawing/2014/main" id="{BECDA398-85D4-1B56-EC9D-8726E8DB343D}"/>
              </a:ext>
            </a:extLst>
          </p:cNvPr>
          <p:cNvSpPr txBox="1"/>
          <p:nvPr/>
        </p:nvSpPr>
        <p:spPr>
          <a:xfrm>
            <a:off x="1186552" y="1688710"/>
            <a:ext cx="5196323"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pPr algn="ctr"/>
            <a:r>
              <a:rPr lang="en-US" altLang="zh-CN" sz="2000" dirty="0">
                <a:latin typeface="+mj-ea"/>
                <a:ea typeface="+mj-ea"/>
              </a:rPr>
              <a:t>2025</a:t>
            </a:r>
            <a:r>
              <a:rPr lang="zh-CN" altLang="en-US" sz="2000" dirty="0">
                <a:latin typeface="+mj-ea"/>
                <a:ea typeface="+mj-ea"/>
              </a:rPr>
              <a:t>年粤港澳大湾区国际编程大赛</a:t>
            </a:r>
            <a:endParaRPr lang="en-CN" sz="2000" dirty="0">
              <a:latin typeface="+mj-ea"/>
              <a:ea typeface="+mj-ea"/>
            </a:endParaRPr>
          </a:p>
        </p:txBody>
      </p:sp>
      <p:pic>
        <p:nvPicPr>
          <p:cNvPr id="412" name="图片 19">
            <a:extLst>
              <a:ext uri="{FF2B5EF4-FFF2-40B4-BE49-F238E27FC236}">
                <a16:creationId xmlns:a16="http://schemas.microsoft.com/office/drawing/2014/main" id="{1AE0388C-B76C-A02E-E5FC-D4C1BC87B8D3}"/>
              </a:ext>
            </a:extLst>
          </p:cNvPr>
          <p:cNvPicPr>
            <a:picLocks noChangeAspect="1"/>
          </p:cNvPicPr>
          <p:nvPr/>
        </p:nvPicPr>
        <p:blipFill>
          <a:blip r:embed="rId7" cstate="print"/>
          <a:stretch>
            <a:fillRect/>
          </a:stretch>
        </p:blipFill>
        <p:spPr>
          <a:xfrm>
            <a:off x="4049998" y="5331654"/>
            <a:ext cx="2898240" cy="1618559"/>
          </a:xfrm>
          <a:prstGeom prst="rect">
            <a:avLst/>
          </a:prstGeom>
          <a:effectLst>
            <a:outerShdw blurRad="254000" dist="38100" dir="2700000" algn="tl" rotWithShape="0">
              <a:srgbClr val="441D85">
                <a:alpha val="40000"/>
              </a:srgbClr>
            </a:outerShdw>
          </a:effectLst>
        </p:spPr>
      </p:pic>
      <p:pic>
        <p:nvPicPr>
          <p:cNvPr id="413" name="图片 3">
            <a:extLst>
              <a:ext uri="{FF2B5EF4-FFF2-40B4-BE49-F238E27FC236}">
                <a16:creationId xmlns:a16="http://schemas.microsoft.com/office/drawing/2014/main" id="{CC7971AB-4E2C-65AA-C0F7-5CF2A3B4BEEB}"/>
              </a:ext>
            </a:extLst>
          </p:cNvPr>
          <p:cNvPicPr>
            <a:picLocks noChangeAspect="1"/>
          </p:cNvPicPr>
          <p:nvPr/>
        </p:nvPicPr>
        <p:blipFill>
          <a:blip r:embed="rId8" cstate="print"/>
          <a:srcRect b="19273"/>
          <a:stretch/>
        </p:blipFill>
        <p:spPr>
          <a:xfrm>
            <a:off x="2037411" y="3373167"/>
            <a:ext cx="3484850" cy="2011187"/>
          </a:xfrm>
          <a:prstGeom prst="rect">
            <a:avLst/>
          </a:prstGeom>
        </p:spPr>
      </p:pic>
      <p:pic>
        <p:nvPicPr>
          <p:cNvPr id="414" name="图片 17">
            <a:extLst>
              <a:ext uri="{FF2B5EF4-FFF2-40B4-BE49-F238E27FC236}">
                <a16:creationId xmlns:a16="http://schemas.microsoft.com/office/drawing/2014/main" id="{AAE5C461-6EF6-B497-DEC3-E71B5B26CBB0}"/>
              </a:ext>
            </a:extLst>
          </p:cNvPr>
          <p:cNvPicPr>
            <a:picLocks noChangeAspect="1"/>
          </p:cNvPicPr>
          <p:nvPr/>
        </p:nvPicPr>
        <p:blipFill>
          <a:blip r:embed="rId9" cstate="print"/>
          <a:srcRect r="14444"/>
          <a:stretch/>
        </p:blipFill>
        <p:spPr>
          <a:xfrm>
            <a:off x="4376205" y="2638457"/>
            <a:ext cx="2521929" cy="1689667"/>
          </a:xfrm>
          <a:prstGeom prst="rect">
            <a:avLst/>
          </a:prstGeom>
          <a:effectLst>
            <a:outerShdw blurRad="254000" dist="38100" dir="18900000" algn="bl" rotWithShape="0">
              <a:srgbClr val="441D85">
                <a:alpha val="40000"/>
              </a:srgbClr>
            </a:outerShdw>
          </a:effectLst>
        </p:spPr>
      </p:pic>
      <p:pic>
        <p:nvPicPr>
          <p:cNvPr id="415" name="图片 23">
            <a:extLst>
              <a:ext uri="{FF2B5EF4-FFF2-40B4-BE49-F238E27FC236}">
                <a16:creationId xmlns:a16="http://schemas.microsoft.com/office/drawing/2014/main" id="{9CC5CAF1-D655-70ED-A7A1-2ECFF2E85EA3}"/>
              </a:ext>
            </a:extLst>
          </p:cNvPr>
          <p:cNvPicPr>
            <a:picLocks noChangeAspect="1"/>
          </p:cNvPicPr>
          <p:nvPr/>
        </p:nvPicPr>
        <p:blipFill>
          <a:blip r:embed="rId10" cstate="print"/>
          <a:stretch>
            <a:fillRect/>
          </a:stretch>
        </p:blipFill>
        <p:spPr>
          <a:xfrm>
            <a:off x="835046" y="2638457"/>
            <a:ext cx="2521929" cy="1689667"/>
          </a:xfrm>
          <a:prstGeom prst="rect">
            <a:avLst/>
          </a:prstGeom>
          <a:effectLst>
            <a:outerShdw blurRad="254000" dist="38100" dir="13500000" algn="br" rotWithShape="0">
              <a:srgbClr val="441D85">
                <a:alpha val="40000"/>
              </a:srgbClr>
            </a:outerShdw>
          </a:effectLst>
        </p:spPr>
      </p:pic>
      <p:sp>
        <p:nvSpPr>
          <p:cNvPr id="2" name="文本框 2">
            <a:extLst>
              <a:ext uri="{FF2B5EF4-FFF2-40B4-BE49-F238E27FC236}">
                <a16:creationId xmlns:a16="http://schemas.microsoft.com/office/drawing/2014/main" id="{36BC76E6-278F-7195-00B3-BD9938664B65}"/>
              </a:ext>
            </a:extLst>
          </p:cNvPr>
          <p:cNvSpPr txBox="1"/>
          <p:nvPr/>
        </p:nvSpPr>
        <p:spPr>
          <a:xfrm>
            <a:off x="4778527" y="9557605"/>
            <a:ext cx="4633521" cy="323165"/>
          </a:xfrm>
          <a:prstGeom prst="rect">
            <a:avLst/>
          </a:prstGeom>
          <a:noFill/>
        </p:spPr>
        <p:txBody>
          <a:bodyPr wrap="square">
            <a:spAutoFit/>
          </a:bodyPr>
          <a:lstStyle/>
          <a:p>
            <a:r>
              <a:rPr lang="en-US" altLang="zh-CN" sz="1500" dirty="0">
                <a:solidFill>
                  <a:schemeClr val="tx1">
                    <a:lumMod val="85000"/>
                    <a:lumOff val="15000"/>
                  </a:schemeClr>
                </a:solidFill>
                <a:latin typeface="华文宋体" panose="02010600040101010101" pitchFamily="2" charset="-122"/>
                <a:ea typeface="华文宋体" panose="02010600040101010101" pitchFamily="2" charset="-122"/>
                <a:cs typeface="+mn-ea"/>
              </a:rPr>
              <a:t>16</a:t>
            </a:r>
            <a:endParaRPr lang="zh-CN" altLang="en-US" sz="1500" dirty="0">
              <a:solidFill>
                <a:schemeClr val="tx1">
                  <a:lumMod val="85000"/>
                  <a:lumOff val="15000"/>
                </a:schemeClr>
              </a:solidFill>
              <a:latin typeface="华文宋体" panose="02010600040101010101" pitchFamily="2" charset="-122"/>
              <a:ea typeface="华文宋体" panose="02010600040101010101" pitchFamily="2" charset="-122"/>
              <a:cs typeface="+mn-ea"/>
            </a:endParaRPr>
          </a:p>
        </p:txBody>
      </p:sp>
      <p:pic>
        <p:nvPicPr>
          <p:cNvPr id="3" name="图片 29">
            <a:extLst>
              <a:ext uri="{FF2B5EF4-FFF2-40B4-BE49-F238E27FC236}">
                <a16:creationId xmlns:a16="http://schemas.microsoft.com/office/drawing/2014/main" id="{CAD1DDDF-074C-C7BA-E544-7149122FF5AC}"/>
              </a:ext>
            </a:extLst>
          </p:cNvPr>
          <p:cNvPicPr>
            <a:picLocks noChangeAspect="1"/>
          </p:cNvPicPr>
          <p:nvPr/>
        </p:nvPicPr>
        <p:blipFill>
          <a:blip r:embed="rId11" cstate="print"/>
          <a:stretch>
            <a:fillRect/>
          </a:stretch>
        </p:blipFill>
        <p:spPr>
          <a:xfrm>
            <a:off x="1336928" y="196268"/>
            <a:ext cx="6637825" cy="925594"/>
          </a:xfrm>
          <a:prstGeom prst="rect">
            <a:avLst/>
          </a:prstGeom>
        </p:spPr>
      </p:pic>
    </p:spTree>
    <p:extLst>
      <p:ext uri="{BB962C8B-B14F-4D97-AF65-F5344CB8AC3E}">
        <p14:creationId xmlns:p14="http://schemas.microsoft.com/office/powerpoint/2010/main" val="37063040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7" name="组合 6"/>
          <p:cNvGrpSpPr/>
          <p:nvPr/>
        </p:nvGrpSpPr>
        <p:grpSpPr>
          <a:xfrm>
            <a:off x="4875" y="339835"/>
            <a:ext cx="7549923" cy="9999797"/>
            <a:chOff x="9752" y="255633"/>
            <a:chExt cx="7549923" cy="9999797"/>
          </a:xfrm>
        </p:grpSpPr>
        <p:pic>
          <p:nvPicPr>
            <p:cNvPr id="388" name="图片 11"/>
            <p:cNvPicPr>
              <a:picLocks noChangeAspect="1"/>
            </p:cNvPicPr>
            <p:nvPr/>
          </p:nvPicPr>
          <p:blipFill>
            <a:blip r:embed="rId3"/>
            <a:srcRect r="1505"/>
            <a:stretch/>
          </p:blipFill>
          <p:spPr>
            <a:xfrm>
              <a:off x="9752" y="255633"/>
              <a:ext cx="7549923" cy="9999797"/>
            </a:xfrm>
            <a:prstGeom prst="rect">
              <a:avLst/>
            </a:prstGeom>
          </p:spPr>
        </p:pic>
        <p:pic>
          <p:nvPicPr>
            <p:cNvPr id="389" name="图片 13"/>
            <p:cNvPicPr>
              <a:picLocks noChangeAspect="1"/>
            </p:cNvPicPr>
            <p:nvPr/>
          </p:nvPicPr>
          <p:blipFill>
            <a:blip r:embed="rId4"/>
            <a:stretch>
              <a:fillRect/>
            </a:stretch>
          </p:blipFill>
          <p:spPr>
            <a:xfrm>
              <a:off x="2733503" y="958361"/>
              <a:ext cx="4803852" cy="183897"/>
            </a:xfrm>
            <a:prstGeom prst="rect">
              <a:avLst/>
            </a:prstGeom>
          </p:spPr>
        </p:pic>
        <p:pic>
          <p:nvPicPr>
            <p:cNvPr id="390" name="图片 14"/>
            <p:cNvPicPr>
              <a:picLocks noChangeAspect="1"/>
            </p:cNvPicPr>
            <p:nvPr/>
          </p:nvPicPr>
          <p:blipFill>
            <a:blip r:embed="rId5"/>
            <a:stretch>
              <a:fillRect/>
            </a:stretch>
          </p:blipFill>
          <p:spPr>
            <a:xfrm>
              <a:off x="2955317" y="489607"/>
              <a:ext cx="4480144" cy="476842"/>
            </a:xfrm>
            <a:prstGeom prst="rect">
              <a:avLst/>
            </a:prstGeom>
          </p:spPr>
        </p:pic>
      </p:grpSp>
      <p:sp>
        <p:nvSpPr>
          <p:cNvPr id="392" name="矩形 49"/>
          <p:cNvSpPr/>
          <p:nvPr/>
        </p:nvSpPr>
        <p:spPr>
          <a:xfrm rot="10800000">
            <a:off x="667039" y="7565721"/>
            <a:ext cx="6580387" cy="1847836"/>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93" name="矩形 44"/>
          <p:cNvSpPr/>
          <p:nvPr/>
        </p:nvSpPr>
        <p:spPr>
          <a:xfrm rot="10800000">
            <a:off x="6066069" y="4367431"/>
            <a:ext cx="1069874" cy="287463"/>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95" name="矩形 40"/>
          <p:cNvSpPr/>
          <p:nvPr/>
        </p:nvSpPr>
        <p:spPr>
          <a:xfrm rot="10800000">
            <a:off x="835046" y="4362037"/>
            <a:ext cx="1048430" cy="298253"/>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97" name="矩形 34"/>
          <p:cNvSpPr/>
          <p:nvPr/>
        </p:nvSpPr>
        <p:spPr>
          <a:xfrm rot="10800000">
            <a:off x="1113703" y="6979890"/>
            <a:ext cx="1803714" cy="330445"/>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99" name="矩形 38"/>
          <p:cNvSpPr/>
          <p:nvPr/>
        </p:nvSpPr>
        <p:spPr>
          <a:xfrm rot="10800000">
            <a:off x="4950001" y="6993738"/>
            <a:ext cx="1463115" cy="302747"/>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401" name="Title Placeholder 1"/>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活动风采</a:t>
            </a:r>
            <a:endParaRPr lang="en-CN" sz="3200"/>
          </a:p>
        </p:txBody>
      </p:sp>
      <p:sp>
        <p:nvSpPr>
          <p:cNvPr id="402" name="矩形 70"/>
          <p:cNvSpPr/>
          <p:nvPr/>
        </p:nvSpPr>
        <p:spPr>
          <a:xfrm rot="10800000">
            <a:off x="-5" y="1946956"/>
            <a:ext cx="7540170" cy="439431"/>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403" name="Title Placeholder 1"/>
          <p:cNvSpPr txBox="1"/>
          <p:nvPr/>
        </p:nvSpPr>
        <p:spPr>
          <a:xfrm>
            <a:off x="6099321" y="4216255"/>
            <a:ext cx="839029" cy="589816"/>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1500" b="0" dirty="0">
                <a:solidFill>
                  <a:schemeClr val="tx1"/>
                </a:solidFill>
                <a:latin typeface="华文宋体" panose="02010600040101010101" pitchFamily="2" charset="-122"/>
                <a:ea typeface="华文宋体" panose="02010600040101010101" pitchFamily="2" charset="-122"/>
                <a:cs typeface="+mn-cs"/>
              </a:rPr>
              <a:t>题目讲解</a:t>
            </a:r>
            <a:endParaRPr lang="en-CN" sz="1500" b="0" dirty="0">
              <a:solidFill>
                <a:schemeClr val="tx1"/>
              </a:solidFill>
              <a:latin typeface="华文宋体" panose="02010600040101010101" pitchFamily="2" charset="-122"/>
              <a:ea typeface="华文宋体" panose="02010600040101010101" pitchFamily="2" charset="-122"/>
              <a:cs typeface="+mn-cs"/>
            </a:endParaRPr>
          </a:p>
        </p:txBody>
      </p:sp>
      <p:sp>
        <p:nvSpPr>
          <p:cNvPr id="404" name="Title Placeholder 1"/>
          <p:cNvSpPr txBox="1"/>
          <p:nvPr/>
        </p:nvSpPr>
        <p:spPr>
          <a:xfrm>
            <a:off x="860099" y="4216255"/>
            <a:ext cx="1048430" cy="589816"/>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1500" b="0" dirty="0">
                <a:solidFill>
                  <a:schemeClr val="tx1"/>
                </a:solidFill>
                <a:latin typeface="华文宋体" panose="02010600040101010101" pitchFamily="2" charset="-122"/>
                <a:ea typeface="华文宋体" panose="02010600040101010101" pitchFamily="2" charset="-122"/>
                <a:cs typeface="+mn-cs"/>
              </a:rPr>
              <a:t>正式赛</a:t>
            </a:r>
            <a:endParaRPr lang="en-CN" sz="1500" b="0" dirty="0">
              <a:solidFill>
                <a:schemeClr val="tx1"/>
              </a:solidFill>
              <a:latin typeface="华文宋体" panose="02010600040101010101" pitchFamily="2" charset="-122"/>
              <a:ea typeface="华文宋体" panose="02010600040101010101" pitchFamily="2" charset="-122"/>
              <a:cs typeface="+mn-cs"/>
            </a:endParaRPr>
          </a:p>
        </p:txBody>
      </p:sp>
      <p:sp>
        <p:nvSpPr>
          <p:cNvPr id="405" name="Title Placeholder 1"/>
          <p:cNvSpPr txBox="1"/>
          <p:nvPr/>
        </p:nvSpPr>
        <p:spPr>
          <a:xfrm>
            <a:off x="4950002" y="6850204"/>
            <a:ext cx="1719933" cy="589816"/>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1500" b="0" dirty="0">
                <a:solidFill>
                  <a:schemeClr val="tx1"/>
                </a:solidFill>
                <a:latin typeface="华文宋体" panose="02010600040101010101" pitchFamily="2" charset="-122"/>
                <a:ea typeface="华文宋体" panose="02010600040101010101" pitchFamily="2" charset="-122"/>
                <a:cs typeface="+mn-cs"/>
              </a:rPr>
              <a:t>颁奖典礼</a:t>
            </a:r>
            <a:endParaRPr lang="en-CN" sz="1500" b="0" dirty="0">
              <a:solidFill>
                <a:schemeClr val="tx1"/>
              </a:solidFill>
              <a:latin typeface="华文宋体" panose="02010600040101010101" pitchFamily="2" charset="-122"/>
              <a:ea typeface="华文宋体" panose="02010600040101010101" pitchFamily="2" charset="-122"/>
              <a:cs typeface="+mn-cs"/>
            </a:endParaRPr>
          </a:p>
        </p:txBody>
      </p:sp>
      <p:sp>
        <p:nvSpPr>
          <p:cNvPr id="406" name="文本框 26"/>
          <p:cNvSpPr txBox="1"/>
          <p:nvPr/>
        </p:nvSpPr>
        <p:spPr>
          <a:xfrm>
            <a:off x="671233" y="7555751"/>
            <a:ext cx="6480000" cy="2378215"/>
          </a:xfrm>
          <a:prstGeom prst="rect">
            <a:avLst/>
          </a:prstGeom>
          <a:noFill/>
        </p:spPr>
        <p:txBody>
          <a:bodyPr wrap="square">
            <a:spAutoFit/>
          </a:bodyPr>
          <a:lstStyle/>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地点：</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TA</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TD</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TXC</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TXA</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计算机教室                 </a:t>
            </a: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时间：</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 </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2026</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年</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4</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月</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12</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日 </a:t>
            </a:r>
            <a:endParaRPr lang="zh-CN" altLang="en-US" sz="1500" dirty="0"/>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选手：</a:t>
            </a:r>
            <a:r>
              <a:rPr lang="en-US" altLang="zh-CN" sz="1500" b="1" dirty="0">
                <a:solidFill>
                  <a:srgbClr val="C00000"/>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468</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余名</a:t>
            </a:r>
            <a:r>
              <a:rPr lang="zh-CN" altLang="en-US" sz="1500" dirty="0">
                <a:solidFill>
                  <a:schemeClr val="tx1"/>
                </a:solidFill>
                <a:latin typeface="华文宋体" panose="02010600040101010101" pitchFamily="2" charset="-122"/>
                <a:ea typeface="华文宋体" panose="02010600040101010101" pitchFamily="2" charset="-122"/>
              </a:rPr>
              <a:t>包括本科生、研究生、博士生以及中小学生在内的</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选手，</a:t>
            </a:r>
            <a:r>
              <a:rPr lang="zh-CN" altLang="en-US" sz="1500" dirty="0">
                <a:solidFill>
                  <a:schemeClr val="tx1"/>
                </a:solidFill>
                <a:latin typeface="华文宋体" panose="02010600040101010101" pitchFamily="2" charset="-122"/>
                <a:ea typeface="华文宋体" panose="02010600040101010101" pitchFamily="2" charset="-122"/>
              </a:rPr>
              <a:t>覆盖</a:t>
            </a:r>
            <a:r>
              <a:rPr lang="en-US" altLang="zh-CN" sz="1500" b="1" dirty="0">
                <a:solidFill>
                  <a:srgbClr val="C00000"/>
                </a:solidFill>
                <a:latin typeface="华文宋体" panose="02010600040101010101" pitchFamily="2" charset="-122"/>
                <a:ea typeface="华文宋体" panose="02010600040101010101" pitchFamily="2" charset="-122"/>
                <a:cs typeface="Times New Roman" panose="02020603050405020304"/>
              </a:rPr>
              <a:t>76</a:t>
            </a:r>
            <a:r>
              <a:rPr lang="zh-CN" altLang="en-US" sz="1500" dirty="0">
                <a:solidFill>
                  <a:schemeClr val="tx1"/>
                </a:solidFill>
                <a:latin typeface="华文宋体" panose="02010600040101010101" pitchFamily="2" charset="-122"/>
                <a:ea typeface="华文宋体" panose="02010600040101010101" pitchFamily="2" charset="-122"/>
              </a:rPr>
              <a:t>余所海内外高校</a:t>
            </a: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主办方：</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深圳河套学院、香港中文大学（深圳）联合主办</a:t>
            </a: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题量：</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12</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道题目</a:t>
            </a: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报名规则：</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Track A</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赛道、</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Track B</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赛道、</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Track C</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Track D</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赛道                 </a:t>
            </a: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赛制：</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单人赛，增设人工智能协同编程赛道（</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Track D</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endParaRPr lang="zh-CN" altLang="en-US" sz="1500" dirty="0"/>
          </a:p>
        </p:txBody>
      </p:sp>
      <p:cxnSp>
        <p:nvCxnSpPr>
          <p:cNvPr id="407" name="图形"/>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408" name="Title Placeholder 1"/>
          <p:cNvSpPr txBox="1"/>
          <p:nvPr/>
        </p:nvSpPr>
        <p:spPr>
          <a:xfrm>
            <a:off x="1117505" y="6850204"/>
            <a:ext cx="1842783" cy="589816"/>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1500" b="0" dirty="0">
                <a:solidFill>
                  <a:schemeClr val="tx1"/>
                </a:solidFill>
                <a:latin typeface="华文宋体" panose="02010600040101010101" pitchFamily="2" charset="-122"/>
                <a:ea typeface="华文宋体" panose="02010600040101010101" pitchFamily="2" charset="-122"/>
                <a:cs typeface="+mn-cs"/>
              </a:rPr>
              <a:t>比赛合影</a:t>
            </a:r>
            <a:endParaRPr lang="en-CN" sz="1500" b="0" dirty="0">
              <a:solidFill>
                <a:schemeClr val="tx1"/>
              </a:solidFill>
              <a:latin typeface="华文宋体" panose="02010600040101010101" pitchFamily="2" charset="-122"/>
              <a:ea typeface="华文宋体" panose="02010600040101010101" pitchFamily="2" charset="-122"/>
              <a:cs typeface="+mn-cs"/>
            </a:endParaRPr>
          </a:p>
        </p:txBody>
      </p:sp>
      <p:sp>
        <p:nvSpPr>
          <p:cNvPr id="409" name="Title Placeholder 1"/>
          <p:cNvSpPr txBox="1"/>
          <p:nvPr/>
        </p:nvSpPr>
        <p:spPr>
          <a:xfrm>
            <a:off x="1186552" y="1688710"/>
            <a:ext cx="5196323"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pPr algn="ctr"/>
            <a:r>
              <a:rPr lang="en-US" altLang="zh-CN" sz="2000" dirty="0">
                <a:latin typeface="+mj-ea"/>
                <a:ea typeface="+mj-ea"/>
              </a:rPr>
              <a:t>2026</a:t>
            </a:r>
            <a:r>
              <a:rPr lang="zh-CN" altLang="en-US" sz="2000" dirty="0">
                <a:latin typeface="+mj-ea"/>
                <a:ea typeface="+mj-ea"/>
              </a:rPr>
              <a:t>年粤港澳大湾区国际编程大赛</a:t>
            </a:r>
            <a:endParaRPr lang="en-CN" altLang="zh-CN" sz="2000" dirty="0">
              <a:latin typeface="+mj-ea"/>
              <a:ea typeface="+mj-ea"/>
            </a:endParaRPr>
          </a:p>
        </p:txBody>
      </p:sp>
      <p:sp>
        <p:nvSpPr>
          <p:cNvPr id="2" name="文本框 2">
            <a:extLst>
              <a:ext uri="{FF2B5EF4-FFF2-40B4-BE49-F238E27FC236}">
                <a16:creationId xmlns:a16="http://schemas.microsoft.com/office/drawing/2014/main" id="{7C34A253-62D5-A00B-FA81-0A71A0726CC6}"/>
              </a:ext>
            </a:extLst>
          </p:cNvPr>
          <p:cNvSpPr txBox="1"/>
          <p:nvPr/>
        </p:nvSpPr>
        <p:spPr>
          <a:xfrm>
            <a:off x="4778527" y="9557605"/>
            <a:ext cx="4633521" cy="323165"/>
          </a:xfrm>
          <a:prstGeom prst="rect">
            <a:avLst/>
          </a:prstGeom>
          <a:noFill/>
        </p:spPr>
        <p:txBody>
          <a:bodyPr wrap="square">
            <a:spAutoFit/>
          </a:bodyPr>
          <a:lstStyle/>
          <a:p>
            <a:r>
              <a:rPr lang="en-US" altLang="zh-CN" sz="1500" dirty="0">
                <a:solidFill>
                  <a:schemeClr val="tx1">
                    <a:lumMod val="85000"/>
                    <a:lumOff val="15000"/>
                  </a:schemeClr>
                </a:solidFill>
                <a:latin typeface="华文宋体" panose="02010600040101010101" pitchFamily="2" charset="-122"/>
                <a:ea typeface="华文宋体" panose="02010600040101010101" pitchFamily="2" charset="-122"/>
                <a:cs typeface="+mn-ea"/>
              </a:rPr>
              <a:t>16</a:t>
            </a:r>
            <a:endParaRPr lang="zh-CN" altLang="en-US" sz="1500" dirty="0">
              <a:solidFill>
                <a:schemeClr val="tx1">
                  <a:lumMod val="85000"/>
                  <a:lumOff val="15000"/>
                </a:schemeClr>
              </a:solidFill>
              <a:latin typeface="华文宋体" panose="02010600040101010101" pitchFamily="2" charset="-122"/>
              <a:ea typeface="华文宋体" panose="02010600040101010101" pitchFamily="2" charset="-122"/>
              <a:cs typeface="+mn-ea"/>
            </a:endParaRPr>
          </a:p>
        </p:txBody>
      </p:sp>
      <p:pic>
        <p:nvPicPr>
          <p:cNvPr id="3" name="图片 29">
            <a:extLst>
              <a:ext uri="{FF2B5EF4-FFF2-40B4-BE49-F238E27FC236}">
                <a16:creationId xmlns:a16="http://schemas.microsoft.com/office/drawing/2014/main" id="{3C4E545C-6BBC-F8DF-E522-F80D88290FAE}"/>
              </a:ext>
            </a:extLst>
          </p:cNvPr>
          <p:cNvPicPr>
            <a:picLocks noChangeAspect="1"/>
          </p:cNvPicPr>
          <p:nvPr/>
        </p:nvPicPr>
        <p:blipFill>
          <a:blip r:embed="rId6" cstate="print"/>
          <a:stretch>
            <a:fillRect/>
          </a:stretch>
        </p:blipFill>
        <p:spPr>
          <a:xfrm>
            <a:off x="1336928" y="196268"/>
            <a:ext cx="6637825" cy="925594"/>
          </a:xfrm>
          <a:prstGeom prst="rect">
            <a:avLst/>
          </a:prstGeom>
        </p:spPr>
      </p:pic>
      <p:pic>
        <p:nvPicPr>
          <p:cNvPr id="9" name="Picture 8">
            <a:extLst>
              <a:ext uri="{FF2B5EF4-FFF2-40B4-BE49-F238E27FC236}">
                <a16:creationId xmlns:a16="http://schemas.microsoft.com/office/drawing/2014/main" id="{C77A33C4-E7DD-4541-9BF7-B8C45527ACE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13301" y="4919555"/>
            <a:ext cx="2956779" cy="1971186"/>
          </a:xfrm>
          <a:prstGeom prst="rect">
            <a:avLst/>
          </a:prstGeom>
        </p:spPr>
      </p:pic>
      <p:pic>
        <p:nvPicPr>
          <p:cNvPr id="11" name="Picture 10">
            <a:extLst>
              <a:ext uri="{FF2B5EF4-FFF2-40B4-BE49-F238E27FC236}">
                <a16:creationId xmlns:a16="http://schemas.microsoft.com/office/drawing/2014/main" id="{81AF86D5-B848-2089-A62E-5C67A8CFFE4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331578" y="4986079"/>
            <a:ext cx="2956779" cy="1971186"/>
          </a:xfrm>
          <a:prstGeom prst="rect">
            <a:avLst/>
          </a:prstGeom>
        </p:spPr>
      </p:pic>
      <p:pic>
        <p:nvPicPr>
          <p:cNvPr id="5" name="Picture 4">
            <a:extLst>
              <a:ext uri="{FF2B5EF4-FFF2-40B4-BE49-F238E27FC236}">
                <a16:creationId xmlns:a16="http://schemas.microsoft.com/office/drawing/2014/main" id="{A30A3E7D-4B4A-A35F-4738-F1D28F2A918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178026" y="3422291"/>
            <a:ext cx="3134513" cy="2089675"/>
          </a:xfrm>
          <a:prstGeom prst="rect">
            <a:avLst/>
          </a:prstGeom>
        </p:spPr>
      </p:pic>
      <p:pic>
        <p:nvPicPr>
          <p:cNvPr id="415" name="图片 23"/>
          <p:cNvPicPr>
            <a:picLocks noChangeAspect="1"/>
          </p:cNvPicPr>
          <p:nvPr/>
        </p:nvPicPr>
        <p:blipFill>
          <a:blip r:embed="rId10" cstate="print"/>
          <a:stretch>
            <a:fillRect/>
          </a:stretch>
        </p:blipFill>
        <p:spPr>
          <a:xfrm>
            <a:off x="835046" y="2638457"/>
            <a:ext cx="2521929" cy="1689667"/>
          </a:xfrm>
          <a:prstGeom prst="rect">
            <a:avLst/>
          </a:prstGeom>
          <a:effectLst>
            <a:outerShdw blurRad="254000" dist="38100" dir="13500000" algn="br" rotWithShape="0">
              <a:srgbClr val="441D85">
                <a:alpha val="40000"/>
              </a:srgbClr>
            </a:outerShdw>
          </a:effectLst>
        </p:spPr>
      </p:pic>
      <p:pic>
        <p:nvPicPr>
          <p:cNvPr id="7" name="Picture 6">
            <a:extLst>
              <a:ext uri="{FF2B5EF4-FFF2-40B4-BE49-F238E27FC236}">
                <a16:creationId xmlns:a16="http://schemas.microsoft.com/office/drawing/2014/main" id="{154C062C-33B5-3364-3B50-42E1FE2CDAF2}"/>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303175" y="2622027"/>
            <a:ext cx="2578552" cy="171903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7" name="组合 10"/>
          <p:cNvGrpSpPr/>
          <p:nvPr/>
        </p:nvGrpSpPr>
        <p:grpSpPr>
          <a:xfrm>
            <a:off x="9752" y="270751"/>
            <a:ext cx="7549923" cy="9999797"/>
            <a:chOff x="9752" y="255633"/>
            <a:chExt cx="7549923" cy="9999797"/>
          </a:xfrm>
        </p:grpSpPr>
        <p:pic>
          <p:nvPicPr>
            <p:cNvPr id="438" name="图片 11"/>
            <p:cNvPicPr>
              <a:picLocks noChangeAspect="1"/>
            </p:cNvPicPr>
            <p:nvPr/>
          </p:nvPicPr>
          <p:blipFill>
            <a:blip r:embed="rId3"/>
            <a:srcRect r="1505"/>
            <a:stretch/>
          </p:blipFill>
          <p:spPr>
            <a:xfrm>
              <a:off x="9752" y="255633"/>
              <a:ext cx="7549923" cy="9999797"/>
            </a:xfrm>
            <a:prstGeom prst="rect">
              <a:avLst/>
            </a:prstGeom>
          </p:spPr>
        </p:pic>
        <p:pic>
          <p:nvPicPr>
            <p:cNvPr id="439" name="图片 12"/>
            <p:cNvPicPr>
              <a:picLocks noChangeAspect="1"/>
            </p:cNvPicPr>
            <p:nvPr/>
          </p:nvPicPr>
          <p:blipFill>
            <a:blip r:embed="rId4"/>
            <a:stretch>
              <a:fillRect/>
            </a:stretch>
          </p:blipFill>
          <p:spPr>
            <a:xfrm>
              <a:off x="2733503" y="958361"/>
              <a:ext cx="4803852" cy="183897"/>
            </a:xfrm>
            <a:prstGeom prst="rect">
              <a:avLst/>
            </a:prstGeom>
          </p:spPr>
        </p:pic>
        <p:pic>
          <p:nvPicPr>
            <p:cNvPr id="440" name="图片 13"/>
            <p:cNvPicPr>
              <a:picLocks noChangeAspect="1"/>
            </p:cNvPicPr>
            <p:nvPr/>
          </p:nvPicPr>
          <p:blipFill>
            <a:blip r:embed="rId5"/>
            <a:stretch>
              <a:fillRect/>
            </a:stretch>
          </p:blipFill>
          <p:spPr>
            <a:xfrm>
              <a:off x="2955317" y="489607"/>
              <a:ext cx="4480144" cy="476842"/>
            </a:xfrm>
            <a:prstGeom prst="rect">
              <a:avLst/>
            </a:prstGeom>
          </p:spPr>
        </p:pic>
      </p:grpSp>
      <p:sp>
        <p:nvSpPr>
          <p:cNvPr id="441" name="图形"/>
          <p:cNvSpPr/>
          <p:nvPr/>
        </p:nvSpPr>
        <p:spPr>
          <a:xfrm>
            <a:off x="4363500" y="2241675"/>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442" name="图形"/>
          <p:cNvSpPr/>
          <p:nvPr/>
        </p:nvSpPr>
        <p:spPr>
          <a:xfrm>
            <a:off x="4675166" y="7655841"/>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443" name="图形"/>
          <p:cNvSpPr/>
          <p:nvPr/>
        </p:nvSpPr>
        <p:spPr>
          <a:xfrm>
            <a:off x="376597" y="4865343"/>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444" name="Title Placeholder 1"/>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活动风采</a:t>
            </a:r>
            <a:endParaRPr lang="en-CN" sz="3200"/>
          </a:p>
        </p:txBody>
      </p:sp>
      <p:sp>
        <p:nvSpPr>
          <p:cNvPr id="445" name="矩形 70"/>
          <p:cNvSpPr/>
          <p:nvPr/>
        </p:nvSpPr>
        <p:spPr>
          <a:xfrm rot="10800000">
            <a:off x="-4249" y="4329670"/>
            <a:ext cx="7540170" cy="421797"/>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446" name="Title Placeholder 1"/>
          <p:cNvSpPr txBox="1"/>
          <p:nvPr/>
        </p:nvSpPr>
        <p:spPr>
          <a:xfrm>
            <a:off x="1397323" y="4034539"/>
            <a:ext cx="4774781"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pPr algn="ctr"/>
            <a:r>
              <a:rPr lang="zh-CN" altLang="en-US" sz="2000" dirty="0">
                <a:latin typeface="+mj-ea"/>
                <a:ea typeface="+mj-ea"/>
              </a:rPr>
              <a:t>计算机专业课复习讲座</a:t>
            </a:r>
            <a:endParaRPr lang="en-CN" sz="2000">
              <a:latin typeface="+mj-ea"/>
              <a:ea typeface="+mj-ea"/>
            </a:endParaRPr>
          </a:p>
        </p:txBody>
      </p:sp>
      <p:pic>
        <p:nvPicPr>
          <p:cNvPr id="447" name="IMG_5599.jpeg" descr="IMG_5599.jpeg"/>
          <p:cNvPicPr>
            <a:picLocks noChangeAspect="1"/>
          </p:cNvPicPr>
          <p:nvPr/>
        </p:nvPicPr>
        <p:blipFill rotWithShape="1">
          <a:blip r:embed="rId6"/>
          <a:srcRect t="4241"/>
          <a:stretch/>
        </p:blipFill>
        <p:spPr>
          <a:xfrm>
            <a:off x="1243488" y="4767916"/>
            <a:ext cx="3107306" cy="2231644"/>
          </a:xfrm>
          <a:prstGeom prst="rect">
            <a:avLst/>
          </a:prstGeom>
          <a:ln w="12700">
            <a:miter lim="400000"/>
            <a:headEnd/>
            <a:tailEnd/>
          </a:ln>
          <a:effectLst>
            <a:outerShdw blurRad="76200" dist="38100" algn="l" rotWithShape="0">
              <a:prstClr val="black">
                <a:alpha val="55000"/>
              </a:prstClr>
            </a:outerShdw>
          </a:effectLst>
        </p:spPr>
      </p:pic>
      <p:pic>
        <p:nvPicPr>
          <p:cNvPr id="448" name="IMG_5594(20211217-191036).jpeg" descr="IMG_5594(20211217-191036).jpeg"/>
          <p:cNvPicPr>
            <a:picLocks noChangeAspect="1"/>
          </p:cNvPicPr>
          <p:nvPr/>
        </p:nvPicPr>
        <p:blipFill>
          <a:blip r:embed="rId7"/>
          <a:stretch>
            <a:fillRect/>
          </a:stretch>
        </p:blipFill>
        <p:spPr>
          <a:xfrm>
            <a:off x="4532153" y="4800741"/>
            <a:ext cx="1730074" cy="973168"/>
          </a:xfrm>
          <a:prstGeom prst="rect">
            <a:avLst/>
          </a:prstGeom>
          <a:ln w="12700">
            <a:miter lim="400000"/>
            <a:headEnd/>
            <a:tailEnd/>
          </a:ln>
          <a:effectLst>
            <a:outerShdw blurRad="76200" dist="38100" dir="10800000" algn="r" rotWithShape="0">
              <a:prstClr val="black">
                <a:alpha val="55000"/>
              </a:prstClr>
            </a:outerShdw>
          </a:effectLst>
        </p:spPr>
      </p:pic>
      <p:pic>
        <p:nvPicPr>
          <p:cNvPr id="449" name="IMG_5607.jpeg" descr="IMG_5607.jpeg"/>
          <p:cNvPicPr>
            <a:picLocks noChangeAspect="1"/>
          </p:cNvPicPr>
          <p:nvPr/>
        </p:nvPicPr>
        <p:blipFill rotWithShape="1">
          <a:blip r:embed="rId8"/>
          <a:srcRect t="9916" r="7152" b="14495"/>
          <a:stretch/>
        </p:blipFill>
        <p:spPr>
          <a:xfrm>
            <a:off x="4532154" y="5894425"/>
            <a:ext cx="1737711" cy="1061018"/>
          </a:xfrm>
          <a:prstGeom prst="rect">
            <a:avLst/>
          </a:prstGeom>
          <a:ln w="12700">
            <a:miter lim="400000"/>
            <a:headEnd/>
            <a:tailEnd/>
          </a:ln>
          <a:effectLst>
            <a:outerShdw blurRad="76200" dist="38100" dir="10800000" algn="r" rotWithShape="0">
              <a:prstClr val="black">
                <a:alpha val="55000"/>
              </a:prstClr>
            </a:outerShdw>
          </a:effectLst>
        </p:spPr>
      </p:pic>
      <p:cxnSp>
        <p:nvCxnSpPr>
          <p:cNvPr id="452" name="图形"/>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pic>
        <p:nvPicPr>
          <p:cNvPr id="455" name="IMG_0628.jpeg" descr="IMG_0628.jpeg"/>
          <p:cNvPicPr>
            <a:picLocks noChangeAspect="1"/>
          </p:cNvPicPr>
          <p:nvPr/>
        </p:nvPicPr>
        <p:blipFill>
          <a:blip r:embed="rId9"/>
          <a:stretch>
            <a:fillRect/>
          </a:stretch>
        </p:blipFill>
        <p:spPr>
          <a:xfrm>
            <a:off x="1307632" y="7664363"/>
            <a:ext cx="2398921" cy="1790132"/>
          </a:xfrm>
          <a:prstGeom prst="rect">
            <a:avLst/>
          </a:prstGeom>
          <a:ln w="12700">
            <a:miter lim="400000"/>
            <a:headEnd/>
            <a:tailEnd/>
          </a:ln>
          <a:effectLst>
            <a:outerShdw blurRad="76200" dist="38100" algn="l" rotWithShape="0">
              <a:prstClr val="black">
                <a:alpha val="55000"/>
              </a:prstClr>
            </a:outerShdw>
          </a:effectLst>
        </p:spPr>
      </p:pic>
      <p:pic>
        <p:nvPicPr>
          <p:cNvPr id="456" name="IMG_0630.jpeg" descr="IMG_0630.jpeg"/>
          <p:cNvPicPr>
            <a:picLocks noChangeAspect="1"/>
          </p:cNvPicPr>
          <p:nvPr/>
        </p:nvPicPr>
        <p:blipFill>
          <a:blip r:embed="rId10"/>
          <a:stretch>
            <a:fillRect/>
          </a:stretch>
        </p:blipFill>
        <p:spPr>
          <a:xfrm>
            <a:off x="3926882" y="7662240"/>
            <a:ext cx="2398921" cy="1791195"/>
          </a:xfrm>
          <a:prstGeom prst="rect">
            <a:avLst/>
          </a:prstGeom>
          <a:ln w="12700">
            <a:miter lim="400000"/>
            <a:headEnd/>
            <a:tailEnd/>
          </a:ln>
          <a:effectLst>
            <a:outerShdw blurRad="76200" dist="38100" dir="10800000" algn="r" rotWithShape="0">
              <a:prstClr val="black">
                <a:alpha val="55000"/>
              </a:prstClr>
            </a:outerShdw>
          </a:effectLst>
        </p:spPr>
      </p:pic>
      <p:sp>
        <p:nvSpPr>
          <p:cNvPr id="457" name="矩形 29"/>
          <p:cNvSpPr/>
          <p:nvPr/>
        </p:nvSpPr>
        <p:spPr>
          <a:xfrm rot="10800000">
            <a:off x="2320" y="7227359"/>
            <a:ext cx="7540170" cy="41552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458" name="Title Placeholder 1"/>
          <p:cNvSpPr txBox="1"/>
          <p:nvPr/>
        </p:nvSpPr>
        <p:spPr>
          <a:xfrm>
            <a:off x="1397323" y="6941066"/>
            <a:ext cx="4774781"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pPr algn="ctr"/>
            <a:r>
              <a:rPr lang="zh-CN" altLang="en-US" sz="2000">
                <a:latin typeface="+mj-ea"/>
                <a:ea typeface="+mj-ea"/>
              </a:rPr>
              <a:t>学术沙龙与研讨会</a:t>
            </a:r>
            <a:endParaRPr sz="2000"/>
          </a:p>
        </p:txBody>
      </p:sp>
      <p:pic>
        <p:nvPicPr>
          <p:cNvPr id="459" name="图片 14"/>
          <p:cNvPicPr>
            <a:picLocks noChangeAspect="1"/>
          </p:cNvPicPr>
          <p:nvPr/>
        </p:nvPicPr>
        <p:blipFill>
          <a:blip r:embed="rId11" cstate="print"/>
          <a:stretch>
            <a:fillRect/>
          </a:stretch>
        </p:blipFill>
        <p:spPr>
          <a:xfrm>
            <a:off x="-401919" y="196268"/>
            <a:ext cx="6637825" cy="925594"/>
          </a:xfrm>
          <a:prstGeom prst="rect">
            <a:avLst/>
          </a:prstGeom>
        </p:spPr>
      </p:pic>
      <p:sp>
        <p:nvSpPr>
          <p:cNvPr id="460" name="文本框 15"/>
          <p:cNvSpPr txBox="1"/>
          <p:nvPr/>
        </p:nvSpPr>
        <p:spPr>
          <a:xfrm>
            <a:off x="-1817145" y="9557605"/>
            <a:ext cx="4633521" cy="323165"/>
          </a:xfrm>
          <a:prstGeom prst="rect">
            <a:avLst/>
          </a:prstGeom>
          <a:noFill/>
        </p:spPr>
        <p:txBody>
          <a:bodyPr wrap="square">
            <a:spAutoFit/>
          </a:bodyPr>
          <a:lstStyle/>
          <a:p>
            <a:r>
              <a:rPr lang="en-US" altLang="zh-CN" sz="1500" dirty="0">
                <a:solidFill>
                  <a:schemeClr val="tx1">
                    <a:lumMod val="85000"/>
                    <a:lumOff val="15000"/>
                  </a:schemeClr>
                </a:solidFill>
                <a:latin typeface="华文宋体" panose="02010600040101010101" pitchFamily="2" charset="-122"/>
                <a:ea typeface="华文宋体" panose="02010600040101010101" pitchFamily="2" charset="-122"/>
                <a:cs typeface="+mn-ea"/>
              </a:rPr>
              <a:t>17</a:t>
            </a:r>
            <a:endParaRPr lang="zh-CN" altLang="en-US" sz="1500" dirty="0">
              <a:solidFill>
                <a:schemeClr val="tx1">
                  <a:lumMod val="85000"/>
                  <a:lumOff val="15000"/>
                </a:schemeClr>
              </a:solidFill>
              <a:latin typeface="华文宋体" panose="02010600040101010101" pitchFamily="2" charset="-122"/>
              <a:ea typeface="华文宋体" panose="02010600040101010101" pitchFamily="2" charset="-122"/>
              <a:cs typeface="+mn-ea"/>
            </a:endParaRPr>
          </a:p>
        </p:txBody>
      </p:sp>
      <p:sp>
        <p:nvSpPr>
          <p:cNvPr id="470" name="矩形 70"/>
          <p:cNvSpPr/>
          <p:nvPr/>
        </p:nvSpPr>
        <p:spPr>
          <a:xfrm rot="10800000">
            <a:off x="-4249" y="1907991"/>
            <a:ext cx="7540170" cy="418411"/>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471" name="Title Placeholder 1"/>
          <p:cNvSpPr txBox="1"/>
          <p:nvPr/>
        </p:nvSpPr>
        <p:spPr>
          <a:xfrm>
            <a:off x="852849" y="1600664"/>
            <a:ext cx="5863728"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pPr algn="ctr"/>
            <a:r>
              <a:rPr lang="zh-CN" altLang="en-US" sz="2000" dirty="0">
                <a:latin typeface="+mj-ea"/>
                <a:ea typeface="+mj-ea"/>
              </a:rPr>
              <a:t>香港中文大学</a:t>
            </a:r>
            <a:r>
              <a:rPr lang="en-US" altLang="zh-CN" sz="2000" dirty="0">
                <a:latin typeface="+mj-ea"/>
                <a:ea typeface="+mj-ea"/>
              </a:rPr>
              <a:t>(</a:t>
            </a:r>
            <a:r>
              <a:rPr lang="zh-CN" altLang="en-US" sz="2000" dirty="0">
                <a:latin typeface="+mj-ea"/>
                <a:ea typeface="+mj-ea"/>
              </a:rPr>
              <a:t>深圳</a:t>
            </a:r>
            <a:r>
              <a:rPr lang="en-US" altLang="zh-CN" sz="2000" dirty="0">
                <a:latin typeface="+mj-ea"/>
                <a:ea typeface="+mj-ea"/>
              </a:rPr>
              <a:t>) </a:t>
            </a:r>
            <a:r>
              <a:rPr lang="zh-CN" altLang="en-US" sz="2000" dirty="0">
                <a:latin typeface="+mj-ea"/>
                <a:ea typeface="+mj-ea"/>
              </a:rPr>
              <a:t>附属学校编程辅导</a:t>
            </a:r>
            <a:endParaRPr lang="en-CN" sz="2000">
              <a:latin typeface="+mj-ea"/>
              <a:ea typeface="+mj-ea"/>
            </a:endParaRPr>
          </a:p>
        </p:txBody>
      </p:sp>
      <p:pic>
        <p:nvPicPr>
          <p:cNvPr id="472" name="图片 11"/>
          <p:cNvPicPr>
            <a:picLocks noChangeAspect="1"/>
          </p:cNvPicPr>
          <p:nvPr/>
        </p:nvPicPr>
        <p:blipFill>
          <a:blip r:embed="rId12" cstate="print"/>
          <a:srcRect t="8479"/>
          <a:stretch>
            <a:fillRect/>
          </a:stretch>
        </p:blipFill>
        <p:spPr>
          <a:xfrm>
            <a:off x="872028" y="2367418"/>
            <a:ext cx="2555157" cy="1753881"/>
          </a:xfrm>
          <a:prstGeom prst="rect">
            <a:avLst/>
          </a:prstGeom>
          <a:effectLst>
            <a:outerShdw blurRad="88900" dist="38100" dir="18900000" algn="bl" rotWithShape="0">
              <a:prstClr val="black">
                <a:alpha val="55000"/>
              </a:prstClr>
            </a:outerShdw>
          </a:effectLst>
        </p:spPr>
      </p:pic>
      <p:pic>
        <p:nvPicPr>
          <p:cNvPr id="473" name="图片 12"/>
          <p:cNvPicPr>
            <a:picLocks noChangeAspect="1"/>
          </p:cNvPicPr>
          <p:nvPr/>
        </p:nvPicPr>
        <p:blipFill>
          <a:blip r:embed="rId13" cstate="print"/>
          <a:stretch>
            <a:fillRect/>
          </a:stretch>
        </p:blipFill>
        <p:spPr>
          <a:xfrm>
            <a:off x="3810607" y="2342931"/>
            <a:ext cx="2640297" cy="1760198"/>
          </a:xfrm>
          <a:prstGeom prst="rect">
            <a:avLst/>
          </a:prstGeom>
          <a:effectLst>
            <a:outerShdw blurRad="38100" dist="38100" dir="13500000" algn="br" rotWithShape="0">
              <a:prstClr val="black">
                <a:alpha val="55000"/>
              </a:prst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9" name="组合 4"/>
          <p:cNvGrpSpPr/>
          <p:nvPr/>
        </p:nvGrpSpPr>
        <p:grpSpPr>
          <a:xfrm>
            <a:off x="9752" y="255633"/>
            <a:ext cx="7549923" cy="9999797"/>
            <a:chOff x="9752" y="255633"/>
            <a:chExt cx="7549923" cy="9999797"/>
          </a:xfrm>
        </p:grpSpPr>
        <p:pic>
          <p:nvPicPr>
            <p:cNvPr id="120" name="图片 5"/>
            <p:cNvPicPr>
              <a:picLocks noChangeAspect="1"/>
            </p:cNvPicPr>
            <p:nvPr/>
          </p:nvPicPr>
          <p:blipFill>
            <a:blip r:embed="rId3"/>
            <a:srcRect r="1505"/>
            <a:stretch/>
          </p:blipFill>
          <p:spPr>
            <a:xfrm>
              <a:off x="9752" y="255633"/>
              <a:ext cx="7549923" cy="9999797"/>
            </a:xfrm>
            <a:prstGeom prst="rect">
              <a:avLst/>
            </a:prstGeom>
          </p:spPr>
        </p:pic>
        <p:pic>
          <p:nvPicPr>
            <p:cNvPr id="121" name="图片 6"/>
            <p:cNvPicPr>
              <a:picLocks noChangeAspect="1"/>
            </p:cNvPicPr>
            <p:nvPr/>
          </p:nvPicPr>
          <p:blipFill>
            <a:blip r:embed="rId4"/>
            <a:stretch>
              <a:fillRect/>
            </a:stretch>
          </p:blipFill>
          <p:spPr>
            <a:xfrm>
              <a:off x="2733503" y="958361"/>
              <a:ext cx="4803852" cy="183897"/>
            </a:xfrm>
            <a:prstGeom prst="rect">
              <a:avLst/>
            </a:prstGeom>
          </p:spPr>
        </p:pic>
        <p:pic>
          <p:nvPicPr>
            <p:cNvPr id="122" name="图片 7"/>
            <p:cNvPicPr>
              <a:picLocks noChangeAspect="1"/>
            </p:cNvPicPr>
            <p:nvPr/>
          </p:nvPicPr>
          <p:blipFill>
            <a:blip r:embed="rId5"/>
            <a:stretch>
              <a:fillRect/>
            </a:stretch>
          </p:blipFill>
          <p:spPr>
            <a:xfrm>
              <a:off x="2955317" y="489607"/>
              <a:ext cx="4480144" cy="476842"/>
            </a:xfrm>
            <a:prstGeom prst="rect">
              <a:avLst/>
            </a:prstGeom>
          </p:spPr>
        </p:pic>
      </p:grpSp>
      <p:sp>
        <p:nvSpPr>
          <p:cNvPr id="123" name="矩形 48"/>
          <p:cNvSpPr/>
          <p:nvPr/>
        </p:nvSpPr>
        <p:spPr>
          <a:xfrm rot="5400000" flipH="1">
            <a:off x="2252301" y="73895"/>
            <a:ext cx="3486789" cy="7127958"/>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124" name="Title Placeholder 1"/>
          <p:cNvSpPr txBox="1"/>
          <p:nvPr/>
        </p:nvSpPr>
        <p:spPr>
          <a:xfrm>
            <a:off x="594000" y="954000"/>
            <a:ext cx="6322894"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曾获</a:t>
            </a:r>
            <a:r>
              <a:rPr lang="en-US" altLang="zh-CN" sz="3200" dirty="0"/>
              <a:t>ICPC/CCPC</a:t>
            </a:r>
            <a:r>
              <a:rPr lang="zh-CN" altLang="en-US" sz="3200" dirty="0"/>
              <a:t>奖项队员</a:t>
            </a:r>
            <a:endParaRPr lang="en-CN" sz="3200"/>
          </a:p>
        </p:txBody>
      </p:sp>
      <p:sp>
        <p:nvSpPr>
          <p:cNvPr id="125" name="Title Placeholder 1"/>
          <p:cNvSpPr txBox="1"/>
          <p:nvPr/>
        </p:nvSpPr>
        <p:spPr>
          <a:xfrm>
            <a:off x="697596" y="1609991"/>
            <a:ext cx="7274290"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endParaRPr lang="en-CN" sz="2646" b="0">
              <a:latin typeface="+mj-ea"/>
              <a:ea typeface="+mj-ea"/>
            </a:endParaRPr>
          </a:p>
        </p:txBody>
      </p:sp>
      <p:graphicFrame>
        <p:nvGraphicFramePr>
          <p:cNvPr id="126" name="表格 28"/>
          <p:cNvGraphicFramePr/>
          <p:nvPr>
            <p:extLst>
              <p:ext uri="{D42A27DB-BD31-4B8C-83A1-F6EECF244321}">
                <p14:modId xmlns:p14="http://schemas.microsoft.com/office/powerpoint/2010/main" val="4055856655"/>
              </p:ext>
            </p:extLst>
          </p:nvPr>
        </p:nvGraphicFramePr>
        <p:xfrm>
          <a:off x="825773" y="2063421"/>
          <a:ext cx="6339845" cy="7455443"/>
        </p:xfrm>
        <a:graphic>
          <a:graphicData uri="http://schemas.openxmlformats.org/drawingml/2006/table">
            <a:tbl>
              <a:tblPr>
                <a:tableStyleId>{5940675A-B579-460E-94D1-54222C63F5DA}</a:tableStyleId>
              </a:tblPr>
              <a:tblGrid>
                <a:gridCol w="1461904">
                  <a:extLst>
                    <a:ext uri="{9D8B030D-6E8A-4147-A177-3AD203B41FA5}">
                      <a16:colId xmlns:a16="http://schemas.microsoft.com/office/drawing/2014/main" val="1"/>
                    </a:ext>
                  </a:extLst>
                </a:gridCol>
                <a:gridCol w="703714">
                  <a:extLst>
                    <a:ext uri="{9D8B030D-6E8A-4147-A177-3AD203B41FA5}">
                      <a16:colId xmlns:a16="http://schemas.microsoft.com/office/drawing/2014/main" val="2"/>
                    </a:ext>
                  </a:extLst>
                </a:gridCol>
                <a:gridCol w="1402375">
                  <a:extLst>
                    <a:ext uri="{9D8B030D-6E8A-4147-A177-3AD203B41FA5}">
                      <a16:colId xmlns:a16="http://schemas.microsoft.com/office/drawing/2014/main" val="3"/>
                    </a:ext>
                  </a:extLst>
                </a:gridCol>
                <a:gridCol w="2771852">
                  <a:extLst>
                    <a:ext uri="{9D8B030D-6E8A-4147-A177-3AD203B41FA5}">
                      <a16:colId xmlns:a16="http://schemas.microsoft.com/office/drawing/2014/main" val="4"/>
                    </a:ext>
                  </a:extLst>
                </a:gridCol>
              </a:tblGrid>
              <a:tr h="277818">
                <a:tc>
                  <a:txBody>
                    <a:bodyPr/>
                    <a:lstStyle/>
                    <a:p>
                      <a:pPr algn="ctr" fontAlgn="ctr"/>
                      <a:r>
                        <a:rPr lang="zh-CN" sz="1600" b="1" u="none" strike="noStrike">
                          <a:effectLst/>
                          <a:latin typeface="华文宋体" panose="02010600040101010101" pitchFamily="2" charset="-122"/>
                          <a:ea typeface="华文宋体" panose="02010600040101010101" pitchFamily="2" charset="-122"/>
                        </a:rPr>
                        <a:t>姓名</a:t>
                      </a:r>
                      <a:endParaRPr lang="en-US" sz="1600" b="1"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zh-CN" sz="1600" b="1" u="none" strike="noStrike" dirty="0">
                          <a:effectLst/>
                          <a:latin typeface="华文宋体" panose="02010600040101010101" pitchFamily="2" charset="-122"/>
                          <a:ea typeface="华文宋体" panose="02010600040101010101" pitchFamily="2" charset="-122"/>
                        </a:rPr>
                        <a:t>年级</a:t>
                      </a:r>
                      <a:endParaRPr lang="en-US" sz="1600" b="1" i="0" u="none" strike="noStrike" dirty="0">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zh-CN" sz="1600" b="1" u="none" strike="noStrike">
                          <a:effectLst/>
                          <a:latin typeface="华文宋体" panose="02010600040101010101" pitchFamily="2" charset="-122"/>
                          <a:ea typeface="华文宋体" panose="02010600040101010101" pitchFamily="2" charset="-122"/>
                        </a:rPr>
                        <a:t>学院</a:t>
                      </a:r>
                      <a:endParaRPr lang="en-US" sz="1600" b="1"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zh-CN" sz="1600" b="1" u="none" strike="noStrike" dirty="0">
                          <a:effectLst/>
                          <a:latin typeface="华文宋体" panose="02010600040101010101" pitchFamily="2" charset="-122"/>
                          <a:ea typeface="华文宋体" panose="02010600040101010101" pitchFamily="2" charset="-122"/>
                        </a:rPr>
                        <a:t>代表性成绩</a:t>
                      </a:r>
                      <a:endParaRPr lang="en-US" sz="1600" b="1" i="0" u="none" strike="noStrike" dirty="0">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1"/>
                  </a:ext>
                </a:extLst>
              </a:tr>
              <a:tr h="386650">
                <a:tc>
                  <a:txBody>
                    <a:bodyPr/>
                    <a:lstStyle/>
                    <a:p>
                      <a:pPr algn="ctr" fontAlgn="ctr"/>
                      <a:r>
                        <a:rPr lang="zh-CN" altLang="en-US" sz="1600">
                          <a:latin typeface="华文宋体" panose="02010600040101010101" pitchFamily="2" charset="-122"/>
                          <a:ea typeface="华文宋体" panose="02010600040101010101" pitchFamily="2" charset="-122"/>
                        </a:rPr>
                        <a:t>涂宵箫</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US" altLang="zh-CN" sz="1600" u="none" strike="noStrike">
                          <a:effectLst/>
                          <a:latin typeface="华文宋体" panose="02010600040101010101" pitchFamily="2" charset="-122"/>
                          <a:ea typeface="华文宋体" panose="02010600040101010101" pitchFamily="2" charset="-122"/>
                        </a:rPr>
                        <a:t>2024</a:t>
                      </a:r>
                      <a:r>
                        <a:rPr lang="zh-CN" altLang="en-US" sz="1600" u="none" strike="noStrike">
                          <a:effectLst/>
                          <a:latin typeface="华文宋体" panose="02010600040101010101" pitchFamily="2" charset="-122"/>
                          <a:ea typeface="华文宋体" panose="02010600040101010101" pitchFamily="2" charset="-122"/>
                        </a:rPr>
                        <a:t>级</a:t>
                      </a:r>
                      <a:endParaRP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zh-CN" altLang="en-US" sz="1600" u="none" strike="noStrike">
                          <a:effectLst/>
                          <a:latin typeface="华文宋体" panose="02010600040101010101" pitchFamily="2" charset="-122"/>
                          <a:ea typeface="华文宋体" panose="02010600040101010101" pitchFamily="2" charset="-122"/>
                        </a:rPr>
                        <a:t>数据科学学院</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en-US" altLang="zh-CN" sz="1600" b="0" i="0" u="none" strike="noStrike" dirty="0">
                          <a:solidFill>
                            <a:schemeClr val="tx1"/>
                          </a:solidFill>
                          <a:effectLst/>
                          <a:latin typeface="华文宋体" panose="02010600040101010101" pitchFamily="2" charset="-122"/>
                          <a:ea typeface="华文宋体" panose="02010600040101010101" pitchFamily="2" charset="-122"/>
                        </a:rPr>
                        <a:t>ICPC</a:t>
                      </a:r>
                      <a:r>
                        <a:rPr lang="zh-CN" altLang="en-US" sz="1600" b="0" i="0" u="none" strike="noStrike" dirty="0">
                          <a:solidFill>
                            <a:schemeClr val="tx1"/>
                          </a:solidFill>
                          <a:effectLst/>
                          <a:latin typeface="华文宋体" panose="02010600040101010101" pitchFamily="2" charset="-122"/>
                          <a:ea typeface="华文宋体" panose="02010600040101010101" pitchFamily="2" charset="-122"/>
                        </a:rPr>
                        <a:t>金奖、</a:t>
                      </a:r>
                      <a:r>
                        <a:rPr lang="en-US" altLang="zh-CN" sz="1600" b="0" i="0" u="none" strike="noStrike" dirty="0">
                          <a:solidFill>
                            <a:schemeClr val="tx1"/>
                          </a:solidFill>
                          <a:effectLst/>
                          <a:latin typeface="华文宋体" panose="02010600040101010101" pitchFamily="2" charset="-122"/>
                          <a:ea typeface="华文宋体" panose="02010600040101010101" pitchFamily="2" charset="-122"/>
                        </a:rPr>
                        <a:t>CCPC</a:t>
                      </a:r>
                      <a:r>
                        <a:rPr lang="zh-CN" altLang="en-US" sz="1600" b="0" i="0" u="none" strike="noStrike" dirty="0">
                          <a:solidFill>
                            <a:schemeClr val="tx1"/>
                          </a:solidFill>
                          <a:effectLst/>
                          <a:latin typeface="华文宋体" panose="02010600040101010101" pitchFamily="2" charset="-122"/>
                          <a:ea typeface="华文宋体" panose="02010600040101010101" pitchFamily="2" charset="-122"/>
                        </a:rPr>
                        <a:t>金奖</a:t>
                      </a:r>
                      <a:endParaRPr lang="en-US" altLang="zh-CN" sz="1600" b="0" i="0" u="none" strike="noStrike" dirty="0">
                        <a:solidFill>
                          <a:schemeClr val="tx1"/>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2"/>
                  </a:ext>
                </a:extLst>
              </a:tr>
              <a:tr h="386650">
                <a:tc>
                  <a:txBody>
                    <a:bodyPr/>
                    <a:lstStyle/>
                    <a:p>
                      <a:pPr algn="ctr" fontAlgn="ctr"/>
                      <a:r>
                        <a:rPr lang="zh-CN" altLang="en-US" sz="1600">
                          <a:latin typeface="华文宋体" panose="02010600040101010101" pitchFamily="2" charset="-122"/>
                          <a:ea typeface="华文宋体" panose="02010600040101010101" pitchFamily="2" charset="-122"/>
                        </a:rPr>
                        <a:t>杨久知</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US" altLang="zh-CN" sz="1600" u="none" strike="noStrike">
                          <a:effectLst/>
                          <a:latin typeface="华文宋体" panose="02010600040101010101" pitchFamily="2" charset="-122"/>
                          <a:ea typeface="华文宋体" panose="02010600040101010101" pitchFamily="2" charset="-122"/>
                        </a:rPr>
                        <a:t>2024</a:t>
                      </a:r>
                      <a:r>
                        <a:rPr lang="zh-CN" altLang="en-US" sz="1600" u="none" strike="noStrike">
                          <a:effectLst/>
                          <a:latin typeface="华文宋体" panose="02010600040101010101" pitchFamily="2" charset="-122"/>
                          <a:ea typeface="华文宋体" panose="02010600040101010101" pitchFamily="2" charset="-122"/>
                        </a:rPr>
                        <a:t>级</a:t>
                      </a:r>
                      <a:endParaRP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zh-CN" altLang="en-US" sz="1600" u="none" strike="noStrike">
                          <a:effectLst/>
                          <a:latin typeface="华文宋体" panose="02010600040101010101" pitchFamily="2" charset="-122"/>
                          <a:ea typeface="华文宋体" panose="02010600040101010101" pitchFamily="2" charset="-122"/>
                        </a:rPr>
                        <a:t>经管学院</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US" altLang="zh-CN" sz="1600" b="0" i="0" u="none" strike="noStrike" dirty="0">
                          <a:solidFill>
                            <a:schemeClr val="tx1"/>
                          </a:solidFill>
                          <a:effectLst/>
                          <a:latin typeface="华文宋体" panose="02010600040101010101" pitchFamily="2" charset="-122"/>
                          <a:ea typeface="华文宋体" panose="02010600040101010101" pitchFamily="2" charset="-122"/>
                        </a:rPr>
                        <a:t>ICPC</a:t>
                      </a:r>
                      <a:r>
                        <a:rPr lang="zh-CN" altLang="en-US" sz="1600" b="0" i="0" u="none" strike="noStrike" dirty="0">
                          <a:solidFill>
                            <a:schemeClr val="tx1"/>
                          </a:solidFill>
                          <a:effectLst/>
                          <a:latin typeface="华文宋体" panose="02010600040101010101" pitchFamily="2" charset="-122"/>
                          <a:ea typeface="华文宋体" panose="02010600040101010101" pitchFamily="2" charset="-122"/>
                        </a:rPr>
                        <a:t>金奖、</a:t>
                      </a:r>
                      <a:r>
                        <a:rPr lang="en-US" altLang="zh-CN" sz="1600" b="0" i="0" u="none" strike="noStrike" dirty="0">
                          <a:solidFill>
                            <a:schemeClr val="tx1"/>
                          </a:solidFill>
                          <a:effectLst/>
                          <a:latin typeface="华文宋体" panose="02010600040101010101" pitchFamily="2" charset="-122"/>
                          <a:ea typeface="华文宋体" panose="02010600040101010101" pitchFamily="2" charset="-122"/>
                        </a:rPr>
                        <a:t>CCPC</a:t>
                      </a:r>
                      <a:r>
                        <a:rPr lang="zh-CN" altLang="en-US" sz="1600" b="0" i="0" u="none" strike="noStrike" dirty="0">
                          <a:solidFill>
                            <a:schemeClr val="tx1"/>
                          </a:solidFill>
                          <a:effectLst/>
                          <a:latin typeface="华文宋体" panose="02010600040101010101" pitchFamily="2" charset="-122"/>
                          <a:ea typeface="华文宋体" panose="02010600040101010101" pitchFamily="2" charset="-122"/>
                        </a:rPr>
                        <a:t>金奖</a:t>
                      </a:r>
                      <a:endParaRPr lang="en-US" altLang="zh-CN" sz="1600" b="0" i="0" u="none" strike="noStrike" dirty="0">
                        <a:solidFill>
                          <a:schemeClr val="tx1"/>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3"/>
                  </a:ext>
                </a:extLst>
              </a:tr>
              <a:tr h="386650">
                <a:tc>
                  <a:txBody>
                    <a:bodyPr/>
                    <a:lstStyle/>
                    <a:p>
                      <a:pPr algn="ctr" fontAlgn="ctr"/>
                      <a:r>
                        <a:rPr lang="zh-CN" altLang="en-US" sz="1600">
                          <a:latin typeface="华文宋体" panose="02010600040101010101" pitchFamily="2" charset="-122"/>
                          <a:ea typeface="华文宋体" panose="02010600040101010101" pitchFamily="2" charset="-122"/>
                        </a:rPr>
                        <a:t>王泽诚</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US" altLang="zh-CN" sz="1600" u="none" strike="noStrike">
                          <a:effectLst/>
                          <a:latin typeface="华文宋体" panose="02010600040101010101" pitchFamily="2" charset="-122"/>
                          <a:ea typeface="华文宋体" panose="02010600040101010101" pitchFamily="2" charset="-122"/>
                        </a:rPr>
                        <a:t>2024</a:t>
                      </a:r>
                      <a:r>
                        <a:rPr lang="zh-CN" altLang="en-US" sz="1600" u="none" strike="noStrike">
                          <a:effectLst/>
                          <a:latin typeface="华文宋体" panose="02010600040101010101" pitchFamily="2" charset="-122"/>
                          <a:ea typeface="华文宋体" panose="02010600040101010101" pitchFamily="2" charset="-122"/>
                        </a:rPr>
                        <a:t>级</a:t>
                      </a:r>
                      <a:endParaRP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zh-CN" altLang="en-US" sz="1600" u="none" strike="noStrike">
                          <a:effectLst/>
                          <a:latin typeface="华文宋体" panose="02010600040101010101" pitchFamily="2" charset="-122"/>
                          <a:ea typeface="华文宋体" panose="02010600040101010101" pitchFamily="2" charset="-122"/>
                        </a:rPr>
                        <a:t>数据科学学院</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US" altLang="zh-CN" sz="1600" b="0" i="0" u="none" strike="noStrike" dirty="0">
                          <a:solidFill>
                            <a:schemeClr val="tx1"/>
                          </a:solidFill>
                          <a:effectLst/>
                          <a:latin typeface="华文宋体" panose="02010600040101010101" pitchFamily="2" charset="-122"/>
                          <a:ea typeface="华文宋体" panose="02010600040101010101" pitchFamily="2" charset="-122"/>
                        </a:rPr>
                        <a:t>ICPC</a:t>
                      </a:r>
                      <a:r>
                        <a:rPr lang="zh-CN" altLang="en-US" sz="1600" b="0" i="0" u="none" strike="noStrike" dirty="0">
                          <a:solidFill>
                            <a:schemeClr val="tx1"/>
                          </a:solidFill>
                          <a:effectLst/>
                          <a:latin typeface="华文宋体" panose="02010600040101010101" pitchFamily="2" charset="-122"/>
                          <a:ea typeface="华文宋体" panose="02010600040101010101" pitchFamily="2" charset="-122"/>
                        </a:rPr>
                        <a:t>金奖、</a:t>
                      </a:r>
                      <a:r>
                        <a:rPr lang="en-US" altLang="zh-CN" sz="1600" b="0" i="0" u="none" strike="noStrike" dirty="0">
                          <a:solidFill>
                            <a:schemeClr val="tx1"/>
                          </a:solidFill>
                          <a:effectLst/>
                          <a:latin typeface="华文宋体" panose="02010600040101010101" pitchFamily="2" charset="-122"/>
                          <a:ea typeface="华文宋体" panose="02010600040101010101" pitchFamily="2" charset="-122"/>
                        </a:rPr>
                        <a:t>CCPC</a:t>
                      </a:r>
                      <a:r>
                        <a:rPr lang="zh-CN" altLang="en-US" sz="1600" b="0" i="0" u="none" strike="noStrike" dirty="0">
                          <a:solidFill>
                            <a:schemeClr val="tx1"/>
                          </a:solidFill>
                          <a:effectLst/>
                          <a:latin typeface="华文宋体" panose="02010600040101010101" pitchFamily="2" charset="-122"/>
                          <a:ea typeface="华文宋体" panose="02010600040101010101" pitchFamily="2" charset="-122"/>
                        </a:rPr>
                        <a:t>金奖</a:t>
                      </a:r>
                      <a:endParaRPr lang="en-US" altLang="zh-CN" sz="1600" b="0" i="0" u="none" strike="noStrike" dirty="0">
                        <a:solidFill>
                          <a:schemeClr val="tx1"/>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4"/>
                  </a:ext>
                </a:extLst>
              </a:tr>
              <a:tr h="386650">
                <a:tc>
                  <a:txBody>
                    <a:bodyPr/>
                    <a:lstStyle/>
                    <a:p>
                      <a:pPr algn="ctr" fontAlgn="ctr"/>
                      <a:r>
                        <a:rPr lang="zh-CN" altLang="en-US" sz="1600">
                          <a:latin typeface="华文宋体" panose="02010600040101010101" pitchFamily="2" charset="-122"/>
                          <a:ea typeface="华文宋体" panose="02010600040101010101" pitchFamily="2" charset="-122"/>
                        </a:rPr>
                        <a:t>江璘鋆</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US" altLang="zh-CN" sz="1600" u="none" strike="noStrike">
                          <a:effectLst/>
                          <a:latin typeface="华文宋体" panose="02010600040101010101" pitchFamily="2" charset="-122"/>
                          <a:ea typeface="华文宋体" panose="02010600040101010101" pitchFamily="2" charset="-122"/>
                        </a:rPr>
                        <a:t>2024</a:t>
                      </a:r>
                      <a:r>
                        <a:rPr lang="zh-CN" altLang="en-US" sz="1600" u="none" strike="noStrike">
                          <a:effectLst/>
                          <a:latin typeface="华文宋体" panose="02010600040101010101" pitchFamily="2" charset="-122"/>
                          <a:ea typeface="华文宋体" panose="02010600040101010101" pitchFamily="2" charset="-122"/>
                        </a:rPr>
                        <a:t>级</a:t>
                      </a:r>
                      <a:endParaRPr/>
                    </a:p>
                  </a:txBody>
                  <a:tcPr marL="7000" marR="7000" marT="7000" marB="0" anchor="ctr"/>
                </a:tc>
                <a:tc>
                  <a:txBody>
                    <a:bodyPr/>
                    <a:lstStyle/>
                    <a:p>
                      <a:pPr algn="ctr" fontAlgn="ctr"/>
                      <a:r>
                        <a:rPr lang="zh-CN" altLang="en-US" sz="1600">
                          <a:latin typeface="华文宋体" panose="02010600040101010101" pitchFamily="2" charset="-122"/>
                          <a:ea typeface="华文宋体" panose="02010600040101010101" pitchFamily="2" charset="-122"/>
                        </a:rPr>
                        <a:t>理工学院</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en-US" altLang="zh-CN" sz="1600" b="0" i="0" u="none" strike="noStrike">
                          <a:solidFill>
                            <a:schemeClr val="tx1"/>
                          </a:solidFill>
                          <a:effectLst/>
                          <a:latin typeface="华文宋体" panose="02010600040101010101" pitchFamily="2" charset="-122"/>
                          <a:ea typeface="华文宋体" panose="02010600040101010101" pitchFamily="2" charset="-122"/>
                        </a:rPr>
                        <a:t>ICPC</a:t>
                      </a:r>
                      <a:r>
                        <a:rPr lang="zh-CN" altLang="en-US" sz="1600" b="0" i="0" u="none" strike="noStrike">
                          <a:solidFill>
                            <a:schemeClr val="tx1"/>
                          </a:solidFill>
                          <a:effectLst/>
                          <a:latin typeface="华文宋体" panose="02010600040101010101" pitchFamily="2" charset="-122"/>
                          <a:ea typeface="华文宋体" panose="02010600040101010101" pitchFamily="2" charset="-122"/>
                        </a:rPr>
                        <a:t>铜奖</a:t>
                      </a:r>
                      <a:endParaRPr lang="en-US" altLang="zh-CN" sz="1600" b="0" i="0" u="none" strike="noStrike">
                        <a:solidFill>
                          <a:schemeClr val="tx1"/>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5"/>
                  </a:ext>
                </a:extLst>
              </a:tr>
              <a:tr h="386650">
                <a:tc>
                  <a:txBody>
                    <a:bodyPr/>
                    <a:lstStyle/>
                    <a:p>
                      <a:pPr algn="ctr" fontAlgn="ctr"/>
                      <a:r>
                        <a:rPr lang="zh-CN" altLang="en-US" sz="1600">
                          <a:latin typeface="华文宋体" panose="02010600040101010101" pitchFamily="2" charset="-122"/>
                          <a:ea typeface="华文宋体" panose="02010600040101010101" pitchFamily="2" charset="-122"/>
                        </a:rPr>
                        <a:t>张力文</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US" altLang="zh-CN" sz="1600" u="none" strike="noStrike">
                          <a:effectLst/>
                          <a:latin typeface="华文宋体" panose="02010600040101010101" pitchFamily="2" charset="-122"/>
                          <a:ea typeface="华文宋体" panose="02010600040101010101" pitchFamily="2" charset="-122"/>
                        </a:rPr>
                        <a:t>2024</a:t>
                      </a:r>
                      <a:r>
                        <a:rPr lang="zh-CN" altLang="en-US" sz="1600" u="none" strike="noStrike">
                          <a:effectLst/>
                          <a:latin typeface="华文宋体" panose="02010600040101010101" pitchFamily="2" charset="-122"/>
                          <a:ea typeface="华文宋体" panose="02010600040101010101" pitchFamily="2" charset="-122"/>
                        </a:rPr>
                        <a:t>级</a:t>
                      </a:r>
                      <a:endParaRP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zh-CN" altLang="en-US" sz="1600" u="none" strike="noStrike">
                          <a:effectLst/>
                          <a:latin typeface="华文宋体" panose="02010600040101010101" pitchFamily="2" charset="-122"/>
                          <a:ea typeface="华文宋体" panose="02010600040101010101" pitchFamily="2" charset="-122"/>
                        </a:rPr>
                        <a:t>数据科学学院</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US" altLang="zh-CN" sz="1600" b="0" i="0" u="none" strike="noStrike">
                          <a:solidFill>
                            <a:schemeClr val="tx1"/>
                          </a:solidFill>
                          <a:effectLst/>
                          <a:latin typeface="华文宋体" panose="02010600040101010101" pitchFamily="2" charset="-122"/>
                          <a:ea typeface="华文宋体" panose="02010600040101010101" pitchFamily="2" charset="-122"/>
                        </a:rPr>
                        <a:t>ICPC</a:t>
                      </a:r>
                      <a:r>
                        <a:rPr lang="zh-CN" altLang="en-US" sz="1600" b="0" i="0" u="none" strike="noStrike">
                          <a:solidFill>
                            <a:schemeClr val="tx1"/>
                          </a:solidFill>
                          <a:effectLst/>
                          <a:latin typeface="华文宋体" panose="02010600040101010101" pitchFamily="2" charset="-122"/>
                          <a:ea typeface="华文宋体" panose="02010600040101010101" pitchFamily="2" charset="-122"/>
                        </a:rPr>
                        <a:t>铜奖</a:t>
                      </a:r>
                      <a:endParaRPr lang="en-US" altLang="zh-CN" sz="1600" b="0" i="0" u="none" strike="noStrike">
                        <a:solidFill>
                          <a:schemeClr val="tx1"/>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6"/>
                  </a:ext>
                </a:extLst>
              </a:tr>
              <a:tr h="386650">
                <a:tc>
                  <a:txBody>
                    <a:bodyPr/>
                    <a:lstStyle/>
                    <a:p>
                      <a:pPr algn="ctr" fontAlgn="ctr"/>
                      <a:r>
                        <a:rPr lang="zh-CN" altLang="en-US" sz="1600">
                          <a:latin typeface="华文宋体" panose="02010600040101010101" pitchFamily="2" charset="-122"/>
                          <a:ea typeface="华文宋体" panose="02010600040101010101" pitchFamily="2" charset="-122"/>
                        </a:rPr>
                        <a:t>林宇凡</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US" altLang="zh-CN" sz="1600" u="none" strike="noStrike">
                          <a:effectLst/>
                          <a:latin typeface="华文宋体" panose="02010600040101010101" pitchFamily="2" charset="-122"/>
                          <a:ea typeface="华文宋体" panose="02010600040101010101" pitchFamily="2" charset="-122"/>
                        </a:rPr>
                        <a:t>2024</a:t>
                      </a:r>
                      <a:r>
                        <a:rPr lang="zh-CN" altLang="en-US" sz="1600" u="none" strike="noStrike">
                          <a:effectLst/>
                          <a:latin typeface="华文宋体" panose="02010600040101010101" pitchFamily="2" charset="-122"/>
                          <a:ea typeface="华文宋体" panose="02010600040101010101" pitchFamily="2" charset="-122"/>
                        </a:rPr>
                        <a:t>级</a:t>
                      </a:r>
                      <a:endParaRP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zh-CN" altLang="en-US" sz="1600" u="none" strike="noStrike">
                          <a:effectLst/>
                          <a:latin typeface="华文宋体" panose="02010600040101010101" pitchFamily="2" charset="-122"/>
                          <a:ea typeface="华文宋体" panose="02010600040101010101" pitchFamily="2" charset="-122"/>
                        </a:rPr>
                        <a:t>数据科学学院</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US" altLang="zh-CN" sz="1600" b="0" i="0" u="none" strike="noStrike" dirty="0">
                          <a:solidFill>
                            <a:schemeClr val="tx1"/>
                          </a:solidFill>
                          <a:effectLst/>
                          <a:latin typeface="华文宋体" panose="02010600040101010101" pitchFamily="2" charset="-122"/>
                          <a:ea typeface="华文宋体" panose="02010600040101010101" pitchFamily="2" charset="-122"/>
                        </a:rPr>
                        <a:t>ICPC</a:t>
                      </a:r>
                      <a:r>
                        <a:rPr lang="zh-CN" altLang="en-US" sz="1600" b="0" i="0" u="none" strike="noStrike" dirty="0">
                          <a:solidFill>
                            <a:schemeClr val="tx1"/>
                          </a:solidFill>
                          <a:effectLst/>
                          <a:latin typeface="华文宋体" panose="02010600040101010101" pitchFamily="2" charset="-122"/>
                          <a:ea typeface="华文宋体" panose="02010600040101010101" pitchFamily="2" charset="-122"/>
                        </a:rPr>
                        <a:t>铜奖</a:t>
                      </a:r>
                      <a:endParaRPr lang="en-US" altLang="zh-CN" sz="1600" b="0" i="0" u="none" strike="noStrike" dirty="0">
                        <a:solidFill>
                          <a:schemeClr val="tx1"/>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7"/>
                  </a:ext>
                </a:extLst>
              </a:tr>
              <a:tr h="386650">
                <a:tc>
                  <a:txBody>
                    <a:bodyPr/>
                    <a:lstStyle/>
                    <a:p>
                      <a:pPr algn="ctr" fontAlgn="ctr"/>
                      <a:r>
                        <a:rPr lang="zh-CN" altLang="en-US" sz="1600" b="0" i="0" u="none" strike="noStrike" dirty="0">
                          <a:solidFill>
                            <a:srgbClr val="000000"/>
                          </a:solidFill>
                          <a:effectLst/>
                          <a:latin typeface="华文宋体" panose="02010600040101010101" pitchFamily="2" charset="-122"/>
                          <a:ea typeface="华文宋体" panose="02010600040101010101" pitchFamily="2" charset="-122"/>
                        </a:rPr>
                        <a:t>周天</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US" altLang="zh-CN" sz="1600" u="none" strike="noStrike">
                          <a:effectLst/>
                          <a:latin typeface="华文宋体" panose="02010600040101010101" pitchFamily="2" charset="-122"/>
                          <a:ea typeface="华文宋体" panose="02010600040101010101" pitchFamily="2" charset="-122"/>
                        </a:rPr>
                        <a:t>2024</a:t>
                      </a:r>
                      <a:r>
                        <a:rPr lang="zh-CN" altLang="en-US" sz="1600" u="none" strike="noStrike">
                          <a:effectLst/>
                          <a:latin typeface="华文宋体" panose="02010600040101010101" pitchFamily="2" charset="-122"/>
                          <a:ea typeface="华文宋体" panose="02010600040101010101" pitchFamily="2" charset="-122"/>
                        </a:rPr>
                        <a:t>级</a:t>
                      </a:r>
                      <a:endParaRP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zh-CN" altLang="en-US" sz="1600" u="none" strike="noStrike">
                          <a:effectLst/>
                          <a:latin typeface="华文宋体" panose="02010600040101010101" pitchFamily="2" charset="-122"/>
                          <a:ea typeface="华文宋体" panose="02010600040101010101" pitchFamily="2" charset="-122"/>
                        </a:rPr>
                        <a:t>数据科学学院</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US" altLang="zh-CN" sz="1600" b="0" i="0" u="none" strike="noStrike" dirty="0">
                          <a:solidFill>
                            <a:schemeClr val="tx1"/>
                          </a:solidFill>
                          <a:effectLst/>
                          <a:latin typeface="华文宋体" panose="02010600040101010101" pitchFamily="2" charset="-122"/>
                          <a:ea typeface="华文宋体" panose="02010600040101010101" pitchFamily="2" charset="-122"/>
                        </a:rPr>
                        <a:t>ICPC</a:t>
                      </a:r>
                      <a:r>
                        <a:rPr lang="zh-CN" altLang="en-US" sz="1600" b="0" i="0" u="none" strike="noStrike" dirty="0">
                          <a:solidFill>
                            <a:schemeClr val="tx1"/>
                          </a:solidFill>
                          <a:effectLst/>
                          <a:latin typeface="华文宋体" panose="02010600040101010101" pitchFamily="2" charset="-122"/>
                          <a:ea typeface="华文宋体" panose="02010600040101010101" pitchFamily="2" charset="-122"/>
                        </a:rPr>
                        <a:t>铜奖</a:t>
                      </a:r>
                      <a:endParaRPr lang="en-US" altLang="zh-CN" sz="1600" b="0" i="0" u="none" strike="noStrike" dirty="0">
                        <a:solidFill>
                          <a:schemeClr val="tx1"/>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2262208900"/>
                  </a:ext>
                </a:extLst>
              </a:tr>
              <a:tr h="386650">
                <a:tc>
                  <a:txBody>
                    <a:bodyPr/>
                    <a:lstStyle/>
                    <a:p>
                      <a:pPr algn="ctr" fontAlgn="ctr"/>
                      <a:r>
                        <a:rPr lang="zh-CN" altLang="en-US" sz="1600" b="0" i="0" u="none" strike="noStrike" dirty="0">
                          <a:solidFill>
                            <a:srgbClr val="000000"/>
                          </a:solidFill>
                          <a:effectLst/>
                          <a:latin typeface="华文宋体" panose="02010600040101010101" pitchFamily="2" charset="-122"/>
                          <a:ea typeface="华文宋体" panose="02010600040101010101" pitchFamily="2" charset="-122"/>
                        </a:rPr>
                        <a:t>郭雨昂</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US" altLang="zh-CN" sz="1600" u="none" strike="noStrike">
                          <a:effectLst/>
                          <a:latin typeface="华文宋体" panose="02010600040101010101" pitchFamily="2" charset="-122"/>
                          <a:ea typeface="华文宋体" panose="02010600040101010101" pitchFamily="2" charset="-122"/>
                        </a:rPr>
                        <a:t>2024</a:t>
                      </a:r>
                      <a:r>
                        <a:rPr lang="zh-CN" altLang="en-US" sz="1600" u="none" strike="noStrike">
                          <a:effectLst/>
                          <a:latin typeface="华文宋体" panose="02010600040101010101" pitchFamily="2" charset="-122"/>
                          <a:ea typeface="华文宋体" panose="02010600040101010101" pitchFamily="2" charset="-122"/>
                        </a:rPr>
                        <a:t>级</a:t>
                      </a:r>
                      <a:endParaRP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zh-CN" altLang="en-US" sz="1600" u="none" strike="noStrike">
                          <a:effectLst/>
                          <a:latin typeface="华文宋体" panose="02010600040101010101" pitchFamily="2" charset="-122"/>
                          <a:ea typeface="华文宋体" panose="02010600040101010101" pitchFamily="2" charset="-122"/>
                        </a:rPr>
                        <a:t>数据科学学院</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US" altLang="zh-CN" sz="1600" b="0" i="0" u="none" strike="noStrike" dirty="0">
                          <a:solidFill>
                            <a:schemeClr val="tx1"/>
                          </a:solidFill>
                          <a:effectLst/>
                          <a:latin typeface="华文宋体" panose="02010600040101010101" pitchFamily="2" charset="-122"/>
                          <a:ea typeface="华文宋体" panose="02010600040101010101" pitchFamily="2" charset="-122"/>
                        </a:rPr>
                        <a:t>ICPC</a:t>
                      </a:r>
                      <a:r>
                        <a:rPr lang="zh-CN" altLang="en-US" sz="1600" b="0" i="0" u="none" strike="noStrike" dirty="0">
                          <a:solidFill>
                            <a:schemeClr val="tx1"/>
                          </a:solidFill>
                          <a:effectLst/>
                          <a:latin typeface="华文宋体" panose="02010600040101010101" pitchFamily="2" charset="-122"/>
                          <a:ea typeface="华文宋体" panose="02010600040101010101" pitchFamily="2" charset="-122"/>
                        </a:rPr>
                        <a:t>铜奖</a:t>
                      </a:r>
                      <a:endParaRPr lang="en-US" altLang="zh-CN" sz="1600" b="0" i="0" u="none" strike="noStrike" dirty="0">
                        <a:solidFill>
                          <a:schemeClr val="tx1"/>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678179679"/>
                  </a:ext>
                </a:extLst>
              </a:tr>
              <a:tr h="386650">
                <a:tc>
                  <a:txBody>
                    <a:bodyPr/>
                    <a:lstStyle/>
                    <a:p>
                      <a:pPr algn="ctr" fontAlgn="ctr"/>
                      <a:r>
                        <a:rPr lang="zh-CN" altLang="en-US" sz="1600" b="0" i="0" u="none" strike="noStrike" dirty="0">
                          <a:solidFill>
                            <a:srgbClr val="000000"/>
                          </a:solidFill>
                          <a:effectLst/>
                          <a:latin typeface="华文宋体" panose="02010600040101010101" pitchFamily="2" charset="-122"/>
                          <a:ea typeface="华文宋体" panose="02010600040101010101" pitchFamily="2" charset="-122"/>
                        </a:rPr>
                        <a:t>孙超逸</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US" altLang="zh-CN" sz="1600" u="none" strike="noStrike">
                          <a:effectLst/>
                          <a:latin typeface="华文宋体" panose="02010600040101010101" pitchFamily="2" charset="-122"/>
                          <a:ea typeface="华文宋体" panose="02010600040101010101" pitchFamily="2" charset="-122"/>
                        </a:rPr>
                        <a:t>2024</a:t>
                      </a:r>
                      <a:r>
                        <a:rPr lang="zh-CN" altLang="en-US" sz="1600" u="none" strike="noStrike">
                          <a:effectLst/>
                          <a:latin typeface="华文宋体" panose="02010600040101010101" pitchFamily="2" charset="-122"/>
                          <a:ea typeface="华文宋体" panose="02010600040101010101" pitchFamily="2" charset="-122"/>
                        </a:rPr>
                        <a:t>级</a:t>
                      </a:r>
                      <a:endParaRP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zh-CN" altLang="en-US" sz="1600" u="none" strike="noStrike">
                          <a:effectLst/>
                          <a:latin typeface="华文宋体" panose="02010600040101010101" pitchFamily="2" charset="-122"/>
                          <a:ea typeface="华文宋体" panose="02010600040101010101" pitchFamily="2" charset="-122"/>
                        </a:rPr>
                        <a:t>数据科学学院</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US" altLang="zh-CN" sz="1600" b="0" i="0" u="none" strike="noStrike" dirty="0">
                          <a:solidFill>
                            <a:schemeClr val="tx1"/>
                          </a:solidFill>
                          <a:effectLst/>
                          <a:latin typeface="华文宋体" panose="02010600040101010101" pitchFamily="2" charset="-122"/>
                          <a:ea typeface="华文宋体" panose="02010600040101010101" pitchFamily="2" charset="-122"/>
                        </a:rPr>
                        <a:t>ICPC</a:t>
                      </a:r>
                      <a:r>
                        <a:rPr lang="zh-CN" altLang="en-US" sz="1600" b="0" i="0" u="none" strike="noStrike" dirty="0">
                          <a:solidFill>
                            <a:schemeClr val="tx1"/>
                          </a:solidFill>
                          <a:effectLst/>
                          <a:latin typeface="华文宋体" panose="02010600040101010101" pitchFamily="2" charset="-122"/>
                          <a:ea typeface="华文宋体" panose="02010600040101010101" pitchFamily="2" charset="-122"/>
                        </a:rPr>
                        <a:t>铜奖</a:t>
                      </a:r>
                      <a:endParaRPr lang="en-US" altLang="zh-CN" sz="1600" b="0" i="0" u="none" strike="noStrike" dirty="0">
                        <a:solidFill>
                          <a:schemeClr val="tx1"/>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7137216"/>
                  </a:ext>
                </a:extLst>
              </a:tr>
              <a:tr h="386650">
                <a:tc>
                  <a:txBody>
                    <a:bodyPr/>
                    <a:lstStyle/>
                    <a:p>
                      <a:pPr algn="ctr" fontAlgn="ctr"/>
                      <a:r>
                        <a:rPr lang="zh-CN" altLang="en-US" sz="1600" b="0" i="0" u="none" strike="noStrike" dirty="0">
                          <a:solidFill>
                            <a:srgbClr val="000000"/>
                          </a:solidFill>
                          <a:effectLst/>
                          <a:latin typeface="华文宋体" panose="02010600040101010101" pitchFamily="2" charset="-122"/>
                          <a:ea typeface="华文宋体" panose="02010600040101010101" pitchFamily="2" charset="-122"/>
                        </a:rPr>
                        <a:t>张恒</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US" altLang="zh-CN" sz="1600" u="none" strike="noStrike">
                          <a:effectLst/>
                          <a:latin typeface="华文宋体" panose="02010600040101010101" pitchFamily="2" charset="-122"/>
                          <a:ea typeface="华文宋体" panose="02010600040101010101" pitchFamily="2" charset="-122"/>
                        </a:rPr>
                        <a:t>2024</a:t>
                      </a:r>
                      <a:r>
                        <a:rPr lang="zh-CN" altLang="en-US" sz="1600" u="none" strike="noStrike">
                          <a:effectLst/>
                          <a:latin typeface="华文宋体" panose="02010600040101010101" pitchFamily="2" charset="-122"/>
                          <a:ea typeface="华文宋体" panose="02010600040101010101" pitchFamily="2" charset="-122"/>
                        </a:rPr>
                        <a:t>级</a:t>
                      </a:r>
                      <a:endParaRP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zh-CN" altLang="en-US" sz="1600" u="none" strike="noStrike">
                          <a:effectLst/>
                          <a:latin typeface="华文宋体" panose="02010600040101010101" pitchFamily="2" charset="-122"/>
                          <a:ea typeface="华文宋体" panose="02010600040101010101" pitchFamily="2" charset="-122"/>
                        </a:rPr>
                        <a:t>数据科学学院</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US" altLang="zh-CN" sz="1600" b="0" i="0" u="none" strike="noStrike" dirty="0">
                          <a:solidFill>
                            <a:schemeClr val="tx1"/>
                          </a:solidFill>
                          <a:effectLst/>
                          <a:latin typeface="华文宋体" panose="02010600040101010101" pitchFamily="2" charset="-122"/>
                          <a:ea typeface="华文宋体" panose="02010600040101010101" pitchFamily="2" charset="-122"/>
                        </a:rPr>
                        <a:t>ICPC</a:t>
                      </a:r>
                      <a:r>
                        <a:rPr lang="zh-CN" altLang="en-US" sz="1600" b="0" i="0" u="none" strike="noStrike" dirty="0">
                          <a:solidFill>
                            <a:schemeClr val="tx1"/>
                          </a:solidFill>
                          <a:effectLst/>
                          <a:latin typeface="华文宋体" panose="02010600040101010101" pitchFamily="2" charset="-122"/>
                          <a:ea typeface="华文宋体" panose="02010600040101010101" pitchFamily="2" charset="-122"/>
                        </a:rPr>
                        <a:t>铜奖</a:t>
                      </a:r>
                      <a:endParaRPr lang="en-US" altLang="zh-CN" sz="1600" b="0" i="0" u="none" strike="noStrike" dirty="0">
                        <a:solidFill>
                          <a:schemeClr val="tx1"/>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1586945127"/>
                  </a:ext>
                </a:extLst>
              </a:tr>
              <a:tr h="386650">
                <a:tc>
                  <a:txBody>
                    <a:bodyPr/>
                    <a:lstStyle/>
                    <a:p>
                      <a:pPr algn="ctr" fontAlgn="ctr"/>
                      <a:r>
                        <a:rPr lang="zh-CN" altLang="en-US" sz="1600" b="0" i="0" u="none" strike="noStrike" dirty="0">
                          <a:solidFill>
                            <a:srgbClr val="000000"/>
                          </a:solidFill>
                          <a:effectLst/>
                          <a:latin typeface="华文宋体" panose="02010600040101010101" pitchFamily="2" charset="-122"/>
                          <a:ea typeface="华文宋体" panose="02010600040101010101" pitchFamily="2" charset="-122"/>
                        </a:rPr>
                        <a:t>梁皓</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US" altLang="zh-CN" sz="1600" u="none" strike="noStrike">
                          <a:effectLst/>
                          <a:latin typeface="华文宋体" panose="02010600040101010101" pitchFamily="2" charset="-122"/>
                          <a:ea typeface="华文宋体" panose="02010600040101010101" pitchFamily="2" charset="-122"/>
                        </a:rPr>
                        <a:t>2024</a:t>
                      </a:r>
                      <a:r>
                        <a:rPr lang="zh-CN" altLang="en-US" sz="1600" u="none" strike="noStrike">
                          <a:effectLst/>
                          <a:latin typeface="华文宋体" panose="02010600040101010101" pitchFamily="2" charset="-122"/>
                          <a:ea typeface="华文宋体" panose="02010600040101010101" pitchFamily="2" charset="-122"/>
                        </a:rPr>
                        <a:t>级</a:t>
                      </a:r>
                      <a:endParaRP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zh-CN" altLang="en-US" sz="1600" u="none" strike="noStrike">
                          <a:effectLst/>
                          <a:latin typeface="华文宋体" panose="02010600040101010101" pitchFamily="2" charset="-122"/>
                          <a:ea typeface="华文宋体" panose="02010600040101010101" pitchFamily="2" charset="-122"/>
                        </a:rPr>
                        <a:t>数据科学学院</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US" altLang="zh-CN" sz="1600" b="0" i="0" u="none" strike="noStrike" dirty="0">
                          <a:solidFill>
                            <a:schemeClr val="tx1"/>
                          </a:solidFill>
                          <a:effectLst/>
                          <a:latin typeface="华文宋体" panose="02010600040101010101" pitchFamily="2" charset="-122"/>
                          <a:ea typeface="华文宋体" panose="02010600040101010101" pitchFamily="2" charset="-122"/>
                        </a:rPr>
                        <a:t>ICPC</a:t>
                      </a:r>
                      <a:r>
                        <a:rPr lang="zh-CN" altLang="en-US" sz="1600" b="0" i="0" u="none" strike="noStrike" dirty="0">
                          <a:solidFill>
                            <a:schemeClr val="tx1"/>
                          </a:solidFill>
                          <a:effectLst/>
                          <a:latin typeface="华文宋体" panose="02010600040101010101" pitchFamily="2" charset="-122"/>
                          <a:ea typeface="华文宋体" panose="02010600040101010101" pitchFamily="2" charset="-122"/>
                        </a:rPr>
                        <a:t>铜奖</a:t>
                      </a:r>
                      <a:endParaRPr lang="en-US" altLang="zh-CN" sz="1600" b="0" i="0" u="none" strike="noStrike" dirty="0">
                        <a:solidFill>
                          <a:schemeClr val="tx1"/>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3318627568"/>
                  </a:ext>
                </a:extLst>
              </a:tr>
              <a:tr h="386650">
                <a:tc>
                  <a:txBody>
                    <a:bodyPr/>
                    <a:lstStyle/>
                    <a:p>
                      <a:pPr algn="ctr" fontAlgn="ctr"/>
                      <a:r>
                        <a:rPr lang="zh-CN" altLang="en-US" sz="1600" u="none" strike="noStrike" dirty="0">
                          <a:effectLst/>
                          <a:latin typeface="华文宋体" panose="02010600040101010101" pitchFamily="2" charset="-122"/>
                          <a:ea typeface="华文宋体" panose="02010600040101010101" pitchFamily="2" charset="-122"/>
                        </a:rPr>
                        <a:t>何润元</a:t>
                      </a:r>
                      <a:endParaRPr lang="zh-CN" altLang="en-US" sz="1600" b="0" i="0" u="none" strike="noStrike" dirty="0">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en-US" altLang="zh-CN" sz="1600" u="none" strike="noStrike">
                          <a:effectLst/>
                          <a:latin typeface="华文宋体" panose="02010600040101010101" pitchFamily="2" charset="-122"/>
                          <a:ea typeface="华文宋体" panose="02010600040101010101" pitchFamily="2" charset="-122"/>
                        </a:rPr>
                        <a:t>2023</a:t>
                      </a:r>
                      <a:r>
                        <a:rPr lang="zh-CN" altLang="en-US" sz="1600" u="none" strike="noStrike">
                          <a:effectLst/>
                          <a:latin typeface="华文宋体" panose="02010600040101010101" pitchFamily="2" charset="-122"/>
                          <a:ea typeface="华文宋体" panose="02010600040101010101" pitchFamily="2" charset="-122"/>
                        </a:rPr>
                        <a:t>级</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zh-CN" altLang="en-US" sz="1600" u="none" strike="noStrike">
                          <a:effectLst/>
                          <a:latin typeface="华文宋体" panose="02010600040101010101" pitchFamily="2" charset="-122"/>
                          <a:ea typeface="华文宋体" panose="02010600040101010101" pitchFamily="2" charset="-122"/>
                        </a:rPr>
                        <a:t>数据科学学院</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zh-CN" altLang="zh-CN" sz="1600" u="none" strike="noStrike" dirty="0">
                          <a:solidFill>
                            <a:schemeClr val="tx1"/>
                          </a:solidFill>
                          <a:effectLst/>
                          <a:latin typeface="华文宋体" panose="02010600040101010101" pitchFamily="2" charset="-122"/>
                          <a:ea typeface="华文宋体" panose="02010600040101010101" pitchFamily="2" charset="-122"/>
                        </a:rPr>
                        <a:t>进入ICPC世界总决赛</a:t>
                      </a:r>
                      <a:endParaRPr lang="en-US" altLang="zh-CN" sz="1600" b="0" i="0" u="none" strike="noStrike" dirty="0">
                        <a:solidFill>
                          <a:schemeClr val="tx1"/>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8"/>
                  </a:ext>
                </a:extLst>
              </a:tr>
              <a:tr h="386650">
                <a:tc>
                  <a:txBody>
                    <a:bodyPr/>
                    <a:lstStyle/>
                    <a:p>
                      <a:pPr algn="ctr" fontAlgn="ctr"/>
                      <a:r>
                        <a:rPr lang="zh-CN" altLang="en-US" sz="1600" u="none" strike="noStrike" dirty="0">
                          <a:effectLst/>
                          <a:latin typeface="华文宋体" panose="02010600040101010101" pitchFamily="2" charset="-122"/>
                          <a:ea typeface="华文宋体" panose="02010600040101010101" pitchFamily="2" charset="-122"/>
                        </a:rPr>
                        <a:t>孙悠然</a:t>
                      </a:r>
                      <a:endParaRPr lang="zh-CN" altLang="en-US" sz="1600" b="0" i="0" u="none" strike="noStrike" dirty="0">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en-US" altLang="zh-CN" sz="1600" u="none" strike="noStrike">
                          <a:effectLst/>
                          <a:latin typeface="华文宋体" panose="02010600040101010101" pitchFamily="2" charset="-122"/>
                          <a:ea typeface="华文宋体" panose="02010600040101010101" pitchFamily="2" charset="-122"/>
                        </a:rPr>
                        <a:t>2023</a:t>
                      </a:r>
                      <a:r>
                        <a:rPr lang="zh-CN" altLang="en-US" sz="1600" u="none" strike="noStrike">
                          <a:effectLst/>
                          <a:latin typeface="华文宋体" panose="02010600040101010101" pitchFamily="2" charset="-122"/>
                          <a:ea typeface="华文宋体" panose="02010600040101010101" pitchFamily="2" charset="-122"/>
                        </a:rPr>
                        <a:t>级</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zh-CN" altLang="en-US" sz="1600" u="none" strike="noStrike">
                          <a:effectLst/>
                          <a:latin typeface="华文宋体" panose="02010600040101010101" pitchFamily="2" charset="-122"/>
                          <a:ea typeface="华文宋体" panose="02010600040101010101" pitchFamily="2" charset="-122"/>
                        </a:rPr>
                        <a:t>数据科学学院</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en-US" altLang="zh-CN" sz="1600" u="none" strike="noStrike" dirty="0">
                          <a:solidFill>
                            <a:schemeClr val="tx1"/>
                          </a:solidFill>
                          <a:effectLst/>
                          <a:latin typeface="华文宋体" panose="02010600040101010101" pitchFamily="2" charset="-122"/>
                          <a:ea typeface="华文宋体" panose="02010600040101010101" pitchFamily="2" charset="-122"/>
                        </a:rPr>
                        <a:t>ICPC EC Final</a:t>
                      </a:r>
                      <a:r>
                        <a:rPr lang="zh-CN" altLang="en-US" sz="1600" b="0" i="0" u="none" strike="noStrike" dirty="0">
                          <a:solidFill>
                            <a:schemeClr val="tx1"/>
                          </a:solidFill>
                          <a:effectLst/>
                          <a:latin typeface="华文宋体" panose="02010600040101010101" pitchFamily="2" charset="-122"/>
                          <a:ea typeface="华文宋体" panose="02010600040101010101" pitchFamily="2" charset="-122"/>
                        </a:rPr>
                        <a:t>金奖、</a:t>
                      </a:r>
                      <a:r>
                        <a:rPr lang="en-US" altLang="zh-CN" sz="1600" b="0" i="0" u="none" strike="noStrike" dirty="0">
                          <a:solidFill>
                            <a:schemeClr val="tx1"/>
                          </a:solidFill>
                          <a:effectLst/>
                          <a:latin typeface="华文宋体" panose="02010600040101010101" pitchFamily="2" charset="-122"/>
                          <a:ea typeface="华文宋体" panose="02010600040101010101" pitchFamily="2" charset="-122"/>
                        </a:rPr>
                        <a:t>CCPC</a:t>
                      </a:r>
                      <a:r>
                        <a:rPr lang="zh-CN" altLang="en-US" sz="1600" b="0" i="0" u="none" strike="noStrike" dirty="0">
                          <a:solidFill>
                            <a:schemeClr val="tx1"/>
                          </a:solidFill>
                          <a:effectLst/>
                          <a:latin typeface="华文宋体" panose="02010600040101010101" pitchFamily="2" charset="-122"/>
                          <a:ea typeface="华文宋体" panose="02010600040101010101" pitchFamily="2" charset="-122"/>
                        </a:rPr>
                        <a:t>季军</a:t>
                      </a:r>
                      <a:endParaRPr lang="en-US" altLang="zh-CN" sz="1600" b="0" i="0" u="none" strike="noStrike" dirty="0">
                        <a:solidFill>
                          <a:schemeClr val="tx1"/>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9"/>
                  </a:ext>
                </a:extLst>
              </a:tr>
              <a:tr h="386650">
                <a:tc>
                  <a:txBody>
                    <a:bodyPr/>
                    <a:lstStyle/>
                    <a:p>
                      <a:pPr algn="ctr" fontAlgn="ctr"/>
                      <a:r>
                        <a:rPr lang="zh-CN" altLang="en-US" sz="1600" u="none" strike="noStrike" dirty="0">
                          <a:effectLst/>
                          <a:latin typeface="华文宋体" panose="02010600040101010101" pitchFamily="2" charset="-122"/>
                          <a:ea typeface="华文宋体" panose="02010600040101010101" pitchFamily="2" charset="-122"/>
                        </a:rPr>
                        <a:t>张王美誉</a:t>
                      </a:r>
                      <a:endParaRPr lang="zh-CN" altLang="en-US" sz="1600" b="0" i="0" u="none" strike="noStrike" dirty="0">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en-US" altLang="zh-CN" sz="1600" u="none" strike="noStrike">
                          <a:effectLst/>
                          <a:latin typeface="华文宋体" panose="02010600040101010101" pitchFamily="2" charset="-122"/>
                          <a:ea typeface="华文宋体" panose="02010600040101010101" pitchFamily="2" charset="-122"/>
                        </a:rPr>
                        <a:t>2023</a:t>
                      </a:r>
                      <a:r>
                        <a:rPr lang="zh-CN" altLang="en-US" sz="1600" u="none" strike="noStrike">
                          <a:effectLst/>
                          <a:latin typeface="华文宋体" panose="02010600040101010101" pitchFamily="2" charset="-122"/>
                          <a:ea typeface="华文宋体" panose="02010600040101010101" pitchFamily="2" charset="-122"/>
                        </a:rPr>
                        <a:t>级</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zh-CN" altLang="en-US" sz="1600" u="none" strike="noStrike">
                          <a:effectLst/>
                          <a:latin typeface="华文宋体" panose="02010600040101010101" pitchFamily="2" charset="-122"/>
                          <a:ea typeface="华文宋体" panose="02010600040101010101" pitchFamily="2" charset="-122"/>
                        </a:rPr>
                        <a:t>数据科学学院</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en-US" altLang="zh-CN" sz="1600" u="none" strike="noStrike">
                          <a:solidFill>
                            <a:schemeClr val="tx1"/>
                          </a:solidFill>
                          <a:effectLst/>
                          <a:latin typeface="华文宋体" panose="02010600040101010101" pitchFamily="2" charset="-122"/>
                          <a:ea typeface="华文宋体" panose="02010600040101010101" pitchFamily="2" charset="-122"/>
                        </a:rPr>
                        <a:t>ICPC</a:t>
                      </a:r>
                      <a:r>
                        <a:rPr lang="zh-CN" altLang="en-US" sz="1600" b="0" i="0" u="none" strike="noStrike">
                          <a:solidFill>
                            <a:schemeClr val="tx1"/>
                          </a:solidFill>
                          <a:effectLst/>
                          <a:latin typeface="华文宋体" panose="02010600040101010101" pitchFamily="2" charset="-122"/>
                          <a:ea typeface="华文宋体" panose="02010600040101010101" pitchFamily="2" charset="-122"/>
                        </a:rPr>
                        <a:t>金奖</a:t>
                      </a:r>
                      <a:r>
                        <a:rPr lang="en-US" altLang="zh-CN" sz="1600" u="none" strike="noStrike">
                          <a:solidFill>
                            <a:schemeClr val="tx1"/>
                          </a:solidFill>
                          <a:effectLst/>
                          <a:latin typeface="华文宋体" panose="02010600040101010101" pitchFamily="2" charset="-122"/>
                          <a:ea typeface="华文宋体" panose="02010600040101010101" pitchFamily="2" charset="-122"/>
                        </a:rPr>
                        <a:t>、CCPC</a:t>
                      </a:r>
                      <a:r>
                        <a:rPr lang="zh-CN" altLang="en-US" sz="1600" u="none" strike="noStrike">
                          <a:solidFill>
                            <a:schemeClr val="tx1"/>
                          </a:solidFill>
                          <a:effectLst/>
                          <a:latin typeface="华文宋体" panose="02010600040101010101" pitchFamily="2" charset="-122"/>
                          <a:ea typeface="华文宋体" panose="02010600040101010101" pitchFamily="2" charset="-122"/>
                        </a:rPr>
                        <a:t>银</a:t>
                      </a:r>
                      <a:r>
                        <a:rPr lang="zh-CN" altLang="en-US" sz="1600" b="0" i="0" u="none" strike="noStrike">
                          <a:solidFill>
                            <a:schemeClr val="tx1"/>
                          </a:solidFill>
                          <a:effectLst/>
                          <a:latin typeface="华文宋体" panose="02010600040101010101" pitchFamily="2" charset="-122"/>
                          <a:ea typeface="华文宋体" panose="02010600040101010101" pitchFamily="2" charset="-122"/>
                        </a:rPr>
                        <a:t>奖</a:t>
                      </a:r>
                      <a:endParaRPr lang="en-US" altLang="zh-CN" sz="1600" b="0" i="0" u="none" strike="noStrike">
                        <a:solidFill>
                          <a:schemeClr val="tx1"/>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10"/>
                  </a:ext>
                </a:extLst>
              </a:tr>
              <a:tr h="386650">
                <a:tc>
                  <a:txBody>
                    <a:bodyPr/>
                    <a:lstStyle/>
                    <a:p>
                      <a:pPr algn="ctr" fontAlgn="ctr"/>
                      <a:r>
                        <a:rPr lang="zh-CN" altLang="en-US" sz="1600" b="0" i="0" u="none" strike="noStrike" dirty="0">
                          <a:solidFill>
                            <a:srgbClr val="000000"/>
                          </a:solidFill>
                          <a:effectLst/>
                          <a:latin typeface="华文宋体" panose="02010600040101010101" pitchFamily="2" charset="-122"/>
                          <a:ea typeface="华文宋体" panose="02010600040101010101" pitchFamily="2" charset="-122"/>
                        </a:rPr>
                        <a:t>莫骄阳</a:t>
                      </a:r>
                      <a:endParaRPr dirty="0"/>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US" altLang="zh-CN" sz="1600" u="none" strike="noStrike" dirty="0">
                          <a:effectLst/>
                          <a:latin typeface="华文宋体" panose="02010600040101010101" pitchFamily="2" charset="-122"/>
                          <a:ea typeface="华文宋体" panose="02010600040101010101" pitchFamily="2" charset="-122"/>
                        </a:rPr>
                        <a:t>2023</a:t>
                      </a:r>
                      <a:r>
                        <a:rPr lang="zh-CN" altLang="en-US" sz="1600" u="none" strike="noStrike" dirty="0">
                          <a:effectLst/>
                          <a:latin typeface="华文宋体" panose="02010600040101010101" pitchFamily="2" charset="-122"/>
                          <a:ea typeface="华文宋体" panose="02010600040101010101" pitchFamily="2" charset="-122"/>
                        </a:rPr>
                        <a:t>级</a:t>
                      </a:r>
                      <a:endParaRPr lang="zh-CN" altLang="en-US" sz="1600" b="0" i="0" u="none" strike="noStrike" dirty="0">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zh-CN" altLang="en-US" sz="1600" b="0" i="0" u="none" strike="noStrike">
                          <a:solidFill>
                            <a:srgbClr val="000000"/>
                          </a:solidFill>
                          <a:effectLst/>
                          <a:latin typeface="华文宋体" panose="02010600040101010101" pitchFamily="2" charset="-122"/>
                          <a:ea typeface="华文宋体" panose="02010600040101010101" pitchFamily="2" charset="-122"/>
                        </a:rPr>
                        <a:t>理工学院</a:t>
                      </a:r>
                      <a:endParaRPr/>
                    </a:p>
                  </a:txBody>
                  <a:tcPr marL="7000" marR="7000" marT="7000" marB="0" anchor="ctr"/>
                </a:tc>
                <a:tc>
                  <a:txBody>
                    <a:bodyPr/>
                    <a:lstStyle/>
                    <a:p>
                      <a:pPr marL="0" algn="ctr" defTabSz="685800" rtl="0" eaLnBrk="1" fontAlgn="ctr" latinLnBrk="0" hangingPunct="1"/>
                      <a:r>
                        <a:rPr lang="en-US" altLang="zh-CN" sz="1600" u="none" strike="noStrike">
                          <a:solidFill>
                            <a:schemeClr val="tx1"/>
                          </a:solidFill>
                          <a:effectLst/>
                          <a:latin typeface="华文宋体" panose="02010600040101010101" pitchFamily="2" charset="-122"/>
                          <a:ea typeface="华文宋体" panose="02010600040101010101" pitchFamily="2" charset="-122"/>
                        </a:rPr>
                        <a:t>ICPC</a:t>
                      </a:r>
                      <a:r>
                        <a:rPr lang="zh-CN" altLang="en-US" sz="1600" b="0" i="0" u="none" strike="noStrike">
                          <a:solidFill>
                            <a:schemeClr val="tx1"/>
                          </a:solidFill>
                          <a:effectLst/>
                          <a:latin typeface="华文宋体" panose="02010600040101010101" pitchFamily="2" charset="-122"/>
                          <a:ea typeface="华文宋体" panose="02010600040101010101" pitchFamily="2" charset="-122"/>
                        </a:rPr>
                        <a:t>金奖</a:t>
                      </a:r>
                      <a:r>
                        <a:rPr lang="zh-CN" altLang="en-US" sz="1600" u="none" strike="noStrike">
                          <a:solidFill>
                            <a:schemeClr val="tx1"/>
                          </a:solidFill>
                          <a:effectLst/>
                          <a:latin typeface="华文宋体" panose="02010600040101010101" pitchFamily="2" charset="-122"/>
                          <a:ea typeface="华文宋体" panose="02010600040101010101" pitchFamily="2" charset="-122"/>
                        </a:rPr>
                        <a:t>、</a:t>
                      </a:r>
                      <a:r>
                        <a:rPr lang="en-US" altLang="zh-CN" sz="1600" u="none" strike="noStrike">
                          <a:effectLst/>
                          <a:latin typeface="华文宋体" panose="02010600040101010101" pitchFamily="2" charset="-122"/>
                          <a:ea typeface="华文宋体" panose="02010600040101010101" pitchFamily="2" charset="-122"/>
                        </a:rPr>
                        <a:t>CCPC</a:t>
                      </a:r>
                      <a:r>
                        <a:rPr lang="zh-CN" altLang="en-US" sz="1600" u="none" strike="noStrike">
                          <a:effectLst/>
                          <a:latin typeface="华文宋体" panose="02010600040101010101" pitchFamily="2" charset="-122"/>
                          <a:ea typeface="华文宋体" panose="02010600040101010101" pitchFamily="2" charset="-122"/>
                        </a:rPr>
                        <a:t>银</a:t>
                      </a:r>
                      <a:r>
                        <a:rPr lang="zh-CN" altLang="en-US" sz="1600" b="0" i="0" u="none" strike="noStrike">
                          <a:solidFill>
                            <a:schemeClr val="tx1"/>
                          </a:solidFill>
                          <a:effectLst/>
                          <a:latin typeface="华文宋体" panose="02010600040101010101" pitchFamily="2" charset="-122"/>
                          <a:ea typeface="华文宋体" panose="02010600040101010101" pitchFamily="2" charset="-122"/>
                        </a:rPr>
                        <a:t>奖</a:t>
                      </a:r>
                      <a:endParaRPr lang="en-US" altLang="zh-CN" sz="1600" u="none" strike="noStrike" kern="1200">
                        <a:solidFill>
                          <a:schemeClr val="tx1"/>
                        </a:solidFill>
                        <a:effectLst/>
                        <a:latin typeface="华文宋体" panose="02010600040101010101" pitchFamily="2" charset="-122"/>
                        <a:ea typeface="华文宋体" panose="02010600040101010101" pitchFamily="2" charset="-122"/>
                        <a:cs typeface="+mn-cs"/>
                      </a:endParaRPr>
                    </a:p>
                  </a:txBody>
                  <a:tcPr marL="8865" marR="8865" marT="8865" marB="0" anchor="ctr"/>
                </a:tc>
                <a:extLst>
                  <a:ext uri="{0D108BD9-81ED-4DB2-BD59-A6C34878D82A}">
                    <a16:rowId xmlns:a16="http://schemas.microsoft.com/office/drawing/2014/main" val="11"/>
                  </a:ext>
                </a:extLst>
              </a:tr>
              <a:tr h="386650">
                <a:tc>
                  <a:txBody>
                    <a:bodyPr/>
                    <a:lstStyle/>
                    <a:p>
                      <a:pPr algn="ctr" fontAlgn="ctr"/>
                      <a:r>
                        <a:rPr lang="zh-CN" altLang="en-US" sz="1600" b="0" i="0" u="none" strike="noStrike" dirty="0">
                          <a:solidFill>
                            <a:srgbClr val="000000"/>
                          </a:solidFill>
                          <a:effectLst/>
                          <a:latin typeface="华文宋体" panose="02010600040101010101" pitchFamily="2" charset="-122"/>
                          <a:ea typeface="华文宋体" panose="02010600040101010101" pitchFamily="2" charset="-122"/>
                        </a:rPr>
                        <a:t>周信言</a:t>
                      </a:r>
                      <a:endParaRPr dirty="0"/>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US" altLang="zh-CN" sz="1600" u="none" strike="noStrike" dirty="0">
                          <a:effectLst/>
                          <a:latin typeface="华文宋体" panose="02010600040101010101" pitchFamily="2" charset="-122"/>
                          <a:ea typeface="华文宋体" panose="02010600040101010101" pitchFamily="2" charset="-122"/>
                        </a:rPr>
                        <a:t>2023</a:t>
                      </a:r>
                      <a:r>
                        <a:rPr lang="zh-CN" altLang="en-US" sz="1600" u="none" strike="noStrike" dirty="0">
                          <a:effectLst/>
                          <a:latin typeface="华文宋体" panose="02010600040101010101" pitchFamily="2" charset="-122"/>
                          <a:ea typeface="华文宋体" panose="02010600040101010101" pitchFamily="2" charset="-122"/>
                        </a:rPr>
                        <a:t>级</a:t>
                      </a:r>
                      <a:endParaRPr lang="zh-CN" altLang="en-US" sz="1600" b="0" i="0" u="none" strike="noStrike" dirty="0">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zh-CN" altLang="en-US" sz="1600" u="none" strike="noStrike">
                          <a:effectLst/>
                          <a:latin typeface="华文宋体" panose="02010600040101010101" pitchFamily="2" charset="-122"/>
                          <a:ea typeface="华文宋体" panose="02010600040101010101" pitchFamily="2" charset="-122"/>
                        </a:rPr>
                        <a:t>数据科学学院</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US" altLang="zh-CN" sz="1600" u="none" strike="noStrike">
                          <a:solidFill>
                            <a:schemeClr val="tx1"/>
                          </a:solidFill>
                          <a:effectLst/>
                          <a:latin typeface="华文宋体" panose="02010600040101010101" pitchFamily="2" charset="-122"/>
                          <a:ea typeface="华文宋体" panose="02010600040101010101" pitchFamily="2" charset="-122"/>
                        </a:rPr>
                        <a:t>ICPC</a:t>
                      </a:r>
                      <a:r>
                        <a:rPr lang="zh-CN" altLang="en-US" sz="1600" b="0" i="0" u="none" strike="noStrike">
                          <a:solidFill>
                            <a:schemeClr val="tx1"/>
                          </a:solidFill>
                          <a:effectLst/>
                          <a:latin typeface="华文宋体" panose="02010600040101010101" pitchFamily="2" charset="-122"/>
                          <a:ea typeface="华文宋体" panose="02010600040101010101" pitchFamily="2" charset="-122"/>
                        </a:rPr>
                        <a:t>金奖</a:t>
                      </a:r>
                      <a:r>
                        <a:rPr lang="zh-CN" altLang="en-US" sz="1600" u="none" strike="noStrike">
                          <a:solidFill>
                            <a:schemeClr val="tx1"/>
                          </a:solidFill>
                          <a:effectLst/>
                          <a:latin typeface="华文宋体" panose="02010600040101010101" pitchFamily="2" charset="-122"/>
                          <a:ea typeface="华文宋体" panose="02010600040101010101" pitchFamily="2" charset="-122"/>
                        </a:rPr>
                        <a:t>、</a:t>
                      </a:r>
                      <a:r>
                        <a:rPr lang="en-US" altLang="zh-CN" sz="1600" u="none" strike="noStrike">
                          <a:effectLst/>
                          <a:latin typeface="华文宋体" panose="02010600040101010101" pitchFamily="2" charset="-122"/>
                          <a:ea typeface="华文宋体" panose="02010600040101010101" pitchFamily="2" charset="-122"/>
                        </a:rPr>
                        <a:t>CCPC</a:t>
                      </a:r>
                      <a:r>
                        <a:rPr lang="zh-CN" altLang="en-US" sz="1600" u="none" strike="noStrike">
                          <a:effectLst/>
                          <a:latin typeface="华文宋体" panose="02010600040101010101" pitchFamily="2" charset="-122"/>
                          <a:ea typeface="华文宋体" panose="02010600040101010101" pitchFamily="2" charset="-122"/>
                        </a:rPr>
                        <a:t>银</a:t>
                      </a:r>
                      <a:r>
                        <a:rPr lang="zh-CN" altLang="en-US" sz="1600" b="0" i="0" u="none" strike="noStrike">
                          <a:solidFill>
                            <a:schemeClr val="tx1"/>
                          </a:solidFill>
                          <a:effectLst/>
                          <a:latin typeface="华文宋体" panose="02010600040101010101" pitchFamily="2" charset="-122"/>
                          <a:ea typeface="华文宋体" panose="02010600040101010101" pitchFamily="2" charset="-122"/>
                        </a:rPr>
                        <a:t>奖</a:t>
                      </a:r>
                      <a:endParaRPr lang="en-US" altLang="zh-CN" sz="1600" u="none" strike="noStrike" kern="1200">
                        <a:solidFill>
                          <a:schemeClr val="tx1"/>
                        </a:solidFill>
                        <a:effectLst/>
                        <a:latin typeface="华文宋体" panose="02010600040101010101" pitchFamily="2" charset="-122"/>
                        <a:ea typeface="华文宋体" panose="02010600040101010101" pitchFamily="2" charset="-122"/>
                        <a:cs typeface="+mn-cs"/>
                      </a:endParaRPr>
                    </a:p>
                  </a:txBody>
                  <a:tcPr marL="8865" marR="8865" marT="8865" marB="0" anchor="ctr"/>
                </a:tc>
                <a:extLst>
                  <a:ext uri="{0D108BD9-81ED-4DB2-BD59-A6C34878D82A}">
                    <a16:rowId xmlns:a16="http://schemas.microsoft.com/office/drawing/2014/main" val="12"/>
                  </a:ext>
                </a:extLst>
              </a:tr>
              <a:tr h="386650">
                <a:tc>
                  <a:txBody>
                    <a:bodyPr/>
                    <a:lstStyle/>
                    <a:p>
                      <a:pPr algn="ctr" fontAlgn="ctr"/>
                      <a:r>
                        <a:rPr lang="en-GB" altLang="zh-CN" sz="1600" b="0" i="0" u="none" strike="noStrike" dirty="0">
                          <a:solidFill>
                            <a:srgbClr val="000000"/>
                          </a:solidFill>
                          <a:effectLst/>
                          <a:latin typeface="华文宋体" panose="02010600040101010101" pitchFamily="2" charset="-122"/>
                          <a:ea typeface="华文宋体" panose="02010600040101010101" pitchFamily="2" charset="-122"/>
                        </a:rPr>
                        <a:t>Dang Huu Quyen</a:t>
                      </a:r>
                      <a:endParaRPr lang="zh-CN" altLang="en-US" sz="1600" b="0" i="0" u="none" strike="noStrike" dirty="0">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US" altLang="zh-CN" sz="1600" u="none" strike="noStrike" dirty="0">
                          <a:effectLst/>
                          <a:latin typeface="华文宋体" panose="02010600040101010101" pitchFamily="2" charset="-122"/>
                          <a:ea typeface="华文宋体" panose="02010600040101010101" pitchFamily="2" charset="-122"/>
                        </a:rPr>
                        <a:t>2023</a:t>
                      </a:r>
                      <a:r>
                        <a:rPr lang="zh-CN" altLang="en-US" sz="1600" u="none" strike="noStrike" dirty="0">
                          <a:effectLst/>
                          <a:latin typeface="华文宋体" panose="02010600040101010101" pitchFamily="2" charset="-122"/>
                          <a:ea typeface="华文宋体" panose="02010600040101010101" pitchFamily="2" charset="-122"/>
                        </a:rPr>
                        <a:t>级</a:t>
                      </a:r>
                      <a:endParaRPr lang="zh-CN" altLang="en-US" sz="1600" b="0" i="0" u="none" strike="noStrike" dirty="0">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zh-CN" altLang="en-US" sz="1600" u="none" strike="noStrike" dirty="0">
                          <a:effectLst/>
                          <a:latin typeface="华文宋体" panose="02010600040101010101" pitchFamily="2" charset="-122"/>
                          <a:ea typeface="华文宋体" panose="02010600040101010101" pitchFamily="2" charset="-122"/>
                        </a:rPr>
                        <a:t>数据科学学院</a:t>
                      </a:r>
                      <a:endParaRPr lang="zh-CN" altLang="en-US" sz="1600" b="0" i="0" u="none" strike="noStrike" dirty="0">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US" altLang="zh-CN" sz="1600" u="none" strike="noStrike" dirty="0">
                          <a:solidFill>
                            <a:schemeClr val="tx1"/>
                          </a:solidFill>
                          <a:effectLst/>
                          <a:latin typeface="华文宋体" panose="02010600040101010101" pitchFamily="2" charset="-122"/>
                          <a:ea typeface="华文宋体" panose="02010600040101010101" pitchFamily="2" charset="-122"/>
                        </a:rPr>
                        <a:t>ICPC</a:t>
                      </a:r>
                      <a:r>
                        <a:rPr lang="zh-CN" altLang="en-US" sz="1600" b="0" i="0" u="none" strike="noStrike" dirty="0">
                          <a:solidFill>
                            <a:schemeClr val="tx1"/>
                          </a:solidFill>
                          <a:effectLst/>
                          <a:latin typeface="华文宋体" panose="02010600040101010101" pitchFamily="2" charset="-122"/>
                          <a:ea typeface="华文宋体" panose="02010600040101010101" pitchFamily="2" charset="-122"/>
                        </a:rPr>
                        <a:t>金奖</a:t>
                      </a:r>
                      <a:r>
                        <a:rPr lang="zh-CN" altLang="en-US" sz="1600" u="none" strike="noStrike" dirty="0">
                          <a:solidFill>
                            <a:schemeClr val="tx1"/>
                          </a:solidFill>
                          <a:effectLst/>
                          <a:latin typeface="华文宋体" panose="02010600040101010101" pitchFamily="2" charset="-122"/>
                          <a:ea typeface="华文宋体" panose="02010600040101010101" pitchFamily="2" charset="-122"/>
                        </a:rPr>
                        <a:t>、</a:t>
                      </a:r>
                      <a:r>
                        <a:rPr lang="en-US" altLang="zh-CN" sz="1600" u="none" strike="noStrike" dirty="0">
                          <a:effectLst/>
                          <a:latin typeface="华文宋体" panose="02010600040101010101" pitchFamily="2" charset="-122"/>
                          <a:ea typeface="华文宋体" panose="02010600040101010101" pitchFamily="2" charset="-122"/>
                        </a:rPr>
                        <a:t>CCPC</a:t>
                      </a:r>
                      <a:r>
                        <a:rPr lang="zh-CN" altLang="en-US" sz="1600" u="none" strike="noStrike" dirty="0">
                          <a:effectLst/>
                          <a:latin typeface="华文宋体" panose="02010600040101010101" pitchFamily="2" charset="-122"/>
                          <a:ea typeface="华文宋体" panose="02010600040101010101" pitchFamily="2" charset="-122"/>
                        </a:rPr>
                        <a:t>银</a:t>
                      </a:r>
                      <a:r>
                        <a:rPr lang="zh-CN" altLang="en-US" sz="1600" b="0" i="0" u="none" strike="noStrike" dirty="0">
                          <a:solidFill>
                            <a:schemeClr val="tx1"/>
                          </a:solidFill>
                          <a:effectLst/>
                          <a:latin typeface="华文宋体" panose="02010600040101010101" pitchFamily="2" charset="-122"/>
                          <a:ea typeface="华文宋体" panose="02010600040101010101" pitchFamily="2" charset="-122"/>
                        </a:rPr>
                        <a:t>奖</a:t>
                      </a:r>
                      <a:endParaRPr lang="en-US" altLang="zh-CN" sz="1600" u="none" strike="noStrike" kern="1200" dirty="0">
                        <a:solidFill>
                          <a:schemeClr val="tx1"/>
                        </a:solidFill>
                        <a:effectLst/>
                        <a:latin typeface="华文宋体" panose="02010600040101010101" pitchFamily="2" charset="-122"/>
                        <a:ea typeface="华文宋体" panose="02010600040101010101" pitchFamily="2" charset="-122"/>
                        <a:cs typeface="+mn-cs"/>
                      </a:endParaRPr>
                    </a:p>
                  </a:txBody>
                  <a:tcPr marL="8865" marR="8865" marT="8865" marB="0" anchor="ctr"/>
                </a:tc>
                <a:extLst>
                  <a:ext uri="{0D108BD9-81ED-4DB2-BD59-A6C34878D82A}">
                    <a16:rowId xmlns:a16="http://schemas.microsoft.com/office/drawing/2014/main" val="13"/>
                  </a:ext>
                </a:extLst>
              </a:tr>
              <a:tr h="386650">
                <a:tc>
                  <a:txBody>
                    <a:bodyPr/>
                    <a:lstStyle/>
                    <a:p>
                      <a:pPr algn="ctr" fontAlgn="ctr"/>
                      <a:r>
                        <a:rPr lang="zh-CN" altLang="en-US" sz="1600" b="0" i="0" u="none" strike="noStrike" dirty="0">
                          <a:solidFill>
                            <a:srgbClr val="000000"/>
                          </a:solidFill>
                          <a:effectLst/>
                          <a:latin typeface="华文宋体" panose="02010600040101010101" pitchFamily="2" charset="-122"/>
                          <a:ea typeface="华文宋体" panose="02010600040101010101" pitchFamily="2" charset="-122"/>
                        </a:rPr>
                        <a:t>叶嘉泓</a:t>
                      </a:r>
                    </a:p>
                  </a:txBody>
                  <a:tcPr marL="7000" marR="7000" marT="7000" marB="0" anchor="ctr"/>
                </a:tc>
                <a:tc>
                  <a:txBody>
                    <a:bodyPr/>
                    <a:lstStyle/>
                    <a:p>
                      <a:pPr algn="ctr" fontAlgn="ctr"/>
                      <a:r>
                        <a:rPr lang="en-US" altLang="zh-CN" sz="1600" u="none" strike="noStrike" dirty="0">
                          <a:effectLst/>
                          <a:latin typeface="华文宋体" panose="02010600040101010101" pitchFamily="2" charset="-122"/>
                          <a:ea typeface="华文宋体" panose="02010600040101010101" pitchFamily="2" charset="-122"/>
                        </a:rPr>
                        <a:t>2023</a:t>
                      </a:r>
                      <a:r>
                        <a:rPr lang="zh-CN" altLang="en-US" sz="1600" u="none" strike="noStrike" dirty="0">
                          <a:effectLst/>
                          <a:latin typeface="华文宋体" panose="02010600040101010101" pitchFamily="2" charset="-122"/>
                          <a:ea typeface="华文宋体" panose="02010600040101010101" pitchFamily="2" charset="-122"/>
                        </a:rPr>
                        <a:t>级</a:t>
                      </a:r>
                      <a:endParaRPr lang="zh-CN" altLang="en-US" sz="1600" b="0" i="0" u="none" strike="noStrike" dirty="0">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zh-CN" altLang="en-US" sz="1600" u="none" strike="noStrike" dirty="0">
                          <a:effectLst/>
                          <a:latin typeface="华文宋体" panose="02010600040101010101" pitchFamily="2" charset="-122"/>
                          <a:ea typeface="华文宋体" panose="02010600040101010101" pitchFamily="2" charset="-122"/>
                        </a:rPr>
                        <a:t>数据科学学院</a:t>
                      </a:r>
                      <a:endParaRPr lang="zh-CN" altLang="en-US" sz="1600" b="0" i="0" u="none" strike="noStrike" dirty="0">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US" altLang="zh-CN" sz="1600" b="0" i="0" u="none" strike="noStrike" dirty="0">
                          <a:solidFill>
                            <a:schemeClr val="tx1"/>
                          </a:solidFill>
                          <a:effectLst/>
                          <a:latin typeface="华文宋体" panose="02010600040101010101" pitchFamily="2" charset="-122"/>
                          <a:ea typeface="华文宋体" panose="02010600040101010101" pitchFamily="2" charset="-122"/>
                        </a:rPr>
                        <a:t>ICPC</a:t>
                      </a:r>
                      <a:r>
                        <a:rPr lang="zh-CN" altLang="en-US" sz="1600" b="0" i="0" u="none" strike="noStrike" dirty="0">
                          <a:solidFill>
                            <a:schemeClr val="tx1"/>
                          </a:solidFill>
                          <a:effectLst/>
                          <a:latin typeface="华文宋体" panose="02010600040101010101" pitchFamily="2" charset="-122"/>
                          <a:ea typeface="华文宋体" panose="02010600040101010101" pitchFamily="2" charset="-122"/>
                        </a:rPr>
                        <a:t>铜奖</a:t>
                      </a:r>
                      <a:endParaRPr lang="en-US" altLang="zh-CN" sz="1600" b="0" i="0" u="none" strike="noStrike" dirty="0">
                        <a:solidFill>
                          <a:schemeClr val="tx1"/>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14"/>
                  </a:ext>
                </a:extLst>
              </a:tr>
            </a:tbl>
          </a:graphicData>
        </a:graphic>
      </p:graphicFrame>
      <p:cxnSp>
        <p:nvCxnSpPr>
          <p:cNvPr id="127" name="图形"/>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128" name="文本框 1"/>
          <p:cNvSpPr txBox="1"/>
          <p:nvPr/>
        </p:nvSpPr>
        <p:spPr>
          <a:xfrm>
            <a:off x="4778527" y="9557605"/>
            <a:ext cx="4633521" cy="323165"/>
          </a:xfrm>
          <a:prstGeom prst="rect">
            <a:avLst/>
          </a:prstGeom>
          <a:noFill/>
        </p:spPr>
        <p:txBody>
          <a:bodyPr wrap="square">
            <a:spAutoFit/>
          </a:bodyPr>
          <a:lstStyle/>
          <a:p>
            <a:r>
              <a:rPr lang="en-US" altLang="zh-CN" sz="1500" dirty="0">
                <a:solidFill>
                  <a:schemeClr val="tx1">
                    <a:lumMod val="85000"/>
                    <a:lumOff val="15000"/>
                  </a:schemeClr>
                </a:solidFill>
                <a:latin typeface="华文宋体" panose="02010600040101010101" pitchFamily="2" charset="-122"/>
                <a:ea typeface="华文宋体" panose="02010600040101010101" pitchFamily="2" charset="-122"/>
                <a:cs typeface="+mn-ea"/>
              </a:rPr>
              <a:t>18</a:t>
            </a:r>
            <a:endParaRPr lang="zh-CN" altLang="en-US" sz="1500" dirty="0">
              <a:solidFill>
                <a:schemeClr val="tx1">
                  <a:lumMod val="85000"/>
                  <a:lumOff val="15000"/>
                </a:schemeClr>
              </a:solidFill>
              <a:latin typeface="华文宋体" panose="02010600040101010101" pitchFamily="2" charset="-122"/>
              <a:ea typeface="华文宋体" panose="02010600040101010101" pitchFamily="2" charset="-122"/>
              <a:cs typeface="+mn-ea"/>
            </a:endParaRPr>
          </a:p>
        </p:txBody>
      </p:sp>
      <p:pic>
        <p:nvPicPr>
          <p:cNvPr id="129" name="图片 2"/>
          <p:cNvPicPr>
            <a:picLocks noChangeAspect="1"/>
          </p:cNvPicPr>
          <p:nvPr/>
        </p:nvPicPr>
        <p:blipFill>
          <a:blip r:embed="rId6" cstate="print"/>
          <a:stretch>
            <a:fillRect/>
          </a:stretch>
        </p:blipFill>
        <p:spPr>
          <a:xfrm>
            <a:off x="1336928" y="196268"/>
            <a:ext cx="6637825" cy="92559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1" name="组合 6"/>
          <p:cNvGrpSpPr/>
          <p:nvPr/>
        </p:nvGrpSpPr>
        <p:grpSpPr>
          <a:xfrm>
            <a:off x="9752" y="255633"/>
            <a:ext cx="7549923" cy="9999797"/>
            <a:chOff x="9752" y="255633"/>
            <a:chExt cx="7549923" cy="9999797"/>
          </a:xfrm>
        </p:grpSpPr>
        <p:pic>
          <p:nvPicPr>
            <p:cNvPr id="132" name="图片 7"/>
            <p:cNvPicPr>
              <a:picLocks noChangeAspect="1"/>
            </p:cNvPicPr>
            <p:nvPr/>
          </p:nvPicPr>
          <p:blipFill>
            <a:blip r:embed="rId3"/>
            <a:srcRect r="1505"/>
            <a:stretch/>
          </p:blipFill>
          <p:spPr>
            <a:xfrm>
              <a:off x="9752" y="255633"/>
              <a:ext cx="7549923" cy="9999797"/>
            </a:xfrm>
            <a:prstGeom prst="rect">
              <a:avLst/>
            </a:prstGeom>
          </p:spPr>
        </p:pic>
        <p:pic>
          <p:nvPicPr>
            <p:cNvPr id="133" name="图片 8"/>
            <p:cNvPicPr>
              <a:picLocks noChangeAspect="1"/>
            </p:cNvPicPr>
            <p:nvPr/>
          </p:nvPicPr>
          <p:blipFill>
            <a:blip r:embed="rId4"/>
            <a:stretch>
              <a:fillRect/>
            </a:stretch>
          </p:blipFill>
          <p:spPr>
            <a:xfrm>
              <a:off x="2733503" y="958361"/>
              <a:ext cx="4803852" cy="183897"/>
            </a:xfrm>
            <a:prstGeom prst="rect">
              <a:avLst/>
            </a:prstGeom>
          </p:spPr>
        </p:pic>
        <p:pic>
          <p:nvPicPr>
            <p:cNvPr id="134" name="图片 9"/>
            <p:cNvPicPr>
              <a:picLocks noChangeAspect="1"/>
            </p:cNvPicPr>
            <p:nvPr/>
          </p:nvPicPr>
          <p:blipFill>
            <a:blip r:embed="rId5"/>
            <a:stretch>
              <a:fillRect/>
            </a:stretch>
          </p:blipFill>
          <p:spPr>
            <a:xfrm>
              <a:off x="2955317" y="489607"/>
              <a:ext cx="4480144" cy="476842"/>
            </a:xfrm>
            <a:prstGeom prst="rect">
              <a:avLst/>
            </a:prstGeom>
          </p:spPr>
        </p:pic>
      </p:grpSp>
      <p:sp>
        <p:nvSpPr>
          <p:cNvPr id="136" name="Title Placeholder 1"/>
          <p:cNvSpPr txBox="1"/>
          <p:nvPr/>
        </p:nvSpPr>
        <p:spPr>
          <a:xfrm>
            <a:off x="594000" y="954000"/>
            <a:ext cx="6493737"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曾获</a:t>
            </a:r>
            <a:r>
              <a:rPr lang="en-US" altLang="zh-CN" sz="3200" dirty="0"/>
              <a:t>ICPC/CCPC</a:t>
            </a:r>
            <a:r>
              <a:rPr lang="zh-CN" altLang="en-US" sz="3200" dirty="0"/>
              <a:t>奖项队员</a:t>
            </a:r>
            <a:endParaRPr lang="en-CN" altLang="zh-CN" sz="3200"/>
          </a:p>
        </p:txBody>
      </p:sp>
      <p:cxnSp>
        <p:nvCxnSpPr>
          <p:cNvPr id="137" name="图形"/>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140" name="文本框 5"/>
          <p:cNvSpPr txBox="1"/>
          <p:nvPr/>
        </p:nvSpPr>
        <p:spPr>
          <a:xfrm>
            <a:off x="-1817145" y="9557605"/>
            <a:ext cx="4633521" cy="323165"/>
          </a:xfrm>
          <a:prstGeom prst="rect">
            <a:avLst/>
          </a:prstGeom>
          <a:noFill/>
        </p:spPr>
        <p:txBody>
          <a:bodyPr wrap="square">
            <a:spAutoFit/>
          </a:bodyPr>
          <a:lstStyle/>
          <a:p>
            <a:r>
              <a:rPr lang="en-US" altLang="zh-CN" sz="1500" dirty="0">
                <a:solidFill>
                  <a:schemeClr val="tx1">
                    <a:lumMod val="85000"/>
                    <a:lumOff val="15000"/>
                  </a:schemeClr>
                </a:solidFill>
                <a:latin typeface="华文宋体" panose="02010600040101010101" pitchFamily="2" charset="-122"/>
                <a:ea typeface="华文宋体" panose="02010600040101010101" pitchFamily="2" charset="-122"/>
                <a:cs typeface="+mn-ea"/>
              </a:rPr>
              <a:t>19</a:t>
            </a:r>
            <a:endParaRPr lang="zh-CN" altLang="en-US" sz="1500" dirty="0">
              <a:solidFill>
                <a:schemeClr val="tx1">
                  <a:lumMod val="85000"/>
                  <a:lumOff val="15000"/>
                </a:schemeClr>
              </a:solidFill>
              <a:latin typeface="华文宋体" panose="02010600040101010101" pitchFamily="2" charset="-122"/>
              <a:ea typeface="华文宋体" panose="02010600040101010101" pitchFamily="2" charset="-122"/>
              <a:cs typeface="+mn-ea"/>
            </a:endParaRPr>
          </a:p>
        </p:txBody>
      </p:sp>
      <p:pic>
        <p:nvPicPr>
          <p:cNvPr id="141" name="图片 10"/>
          <p:cNvPicPr>
            <a:picLocks noChangeAspect="1"/>
          </p:cNvPicPr>
          <p:nvPr/>
        </p:nvPicPr>
        <p:blipFill>
          <a:blip r:embed="rId6" cstate="print"/>
          <a:stretch>
            <a:fillRect/>
          </a:stretch>
        </p:blipFill>
        <p:spPr>
          <a:xfrm>
            <a:off x="-401919" y="196268"/>
            <a:ext cx="6637825" cy="925594"/>
          </a:xfrm>
          <a:prstGeom prst="rect">
            <a:avLst/>
          </a:prstGeom>
        </p:spPr>
      </p:pic>
      <p:sp>
        <p:nvSpPr>
          <p:cNvPr id="2" name="矩形 48">
            <a:extLst>
              <a:ext uri="{FF2B5EF4-FFF2-40B4-BE49-F238E27FC236}">
                <a16:creationId xmlns:a16="http://schemas.microsoft.com/office/drawing/2014/main" id="{5816A315-1BC1-A4CC-D093-66FF6E9D60BD}"/>
              </a:ext>
            </a:extLst>
          </p:cNvPr>
          <p:cNvSpPr/>
          <p:nvPr/>
        </p:nvSpPr>
        <p:spPr>
          <a:xfrm rot="5400000" flipH="1">
            <a:off x="2252301" y="75600"/>
            <a:ext cx="3486789" cy="7127958"/>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graphicFrame>
        <p:nvGraphicFramePr>
          <p:cNvPr id="3" name="表格 2">
            <a:extLst>
              <a:ext uri="{FF2B5EF4-FFF2-40B4-BE49-F238E27FC236}">
                <a16:creationId xmlns:a16="http://schemas.microsoft.com/office/drawing/2014/main" id="{E4B43F28-5168-C6C9-3762-6E06F0A961B5}"/>
              </a:ext>
            </a:extLst>
          </p:cNvPr>
          <p:cNvGraphicFramePr/>
          <p:nvPr>
            <p:extLst>
              <p:ext uri="{D42A27DB-BD31-4B8C-83A1-F6EECF244321}">
                <p14:modId xmlns:p14="http://schemas.microsoft.com/office/powerpoint/2010/main" val="132637928"/>
              </p:ext>
            </p:extLst>
          </p:nvPr>
        </p:nvGraphicFramePr>
        <p:xfrm>
          <a:off x="824489" y="2062800"/>
          <a:ext cx="6342412" cy="6635046"/>
        </p:xfrm>
        <a:graphic>
          <a:graphicData uri="http://schemas.openxmlformats.org/drawingml/2006/table">
            <a:tbl>
              <a:tblPr>
                <a:tableStyleId>{5940675A-B579-460E-94D1-54222C63F5DA}</a:tableStyleId>
              </a:tblPr>
              <a:tblGrid>
                <a:gridCol w="1466999">
                  <a:extLst>
                    <a:ext uri="{9D8B030D-6E8A-4147-A177-3AD203B41FA5}">
                      <a16:colId xmlns:a16="http://schemas.microsoft.com/office/drawing/2014/main" val="1"/>
                    </a:ext>
                  </a:extLst>
                </a:gridCol>
                <a:gridCol w="715795">
                  <a:extLst>
                    <a:ext uri="{9D8B030D-6E8A-4147-A177-3AD203B41FA5}">
                      <a16:colId xmlns:a16="http://schemas.microsoft.com/office/drawing/2014/main" val="2"/>
                    </a:ext>
                  </a:extLst>
                </a:gridCol>
                <a:gridCol w="1387767">
                  <a:extLst>
                    <a:ext uri="{9D8B030D-6E8A-4147-A177-3AD203B41FA5}">
                      <a16:colId xmlns:a16="http://schemas.microsoft.com/office/drawing/2014/main" val="3"/>
                    </a:ext>
                  </a:extLst>
                </a:gridCol>
                <a:gridCol w="2771851">
                  <a:extLst>
                    <a:ext uri="{9D8B030D-6E8A-4147-A177-3AD203B41FA5}">
                      <a16:colId xmlns:a16="http://schemas.microsoft.com/office/drawing/2014/main" val="4"/>
                    </a:ext>
                  </a:extLst>
                </a:gridCol>
              </a:tblGrid>
              <a:tr h="269967">
                <a:tc>
                  <a:txBody>
                    <a:bodyPr/>
                    <a:lstStyle/>
                    <a:p>
                      <a:pPr algn="ctr" fontAlgn="ctr"/>
                      <a:r>
                        <a:rPr lang="zh-CN" sz="1600" b="1" u="none" strike="noStrike" dirty="0">
                          <a:effectLst/>
                          <a:latin typeface="华文宋体" panose="02010600040101010101" pitchFamily="2" charset="-122"/>
                          <a:ea typeface="华文宋体" panose="02010600040101010101" pitchFamily="2" charset="-122"/>
                        </a:rPr>
                        <a:t>姓名</a:t>
                      </a:r>
                      <a:endParaRPr lang="en-US" sz="1600" b="1" i="0" u="none" strike="noStrike" dirty="0">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zh-CN" sz="1600" b="1" u="none" strike="noStrike">
                          <a:effectLst/>
                          <a:latin typeface="华文宋体" panose="02010600040101010101" pitchFamily="2" charset="-122"/>
                          <a:ea typeface="华文宋体" panose="02010600040101010101" pitchFamily="2" charset="-122"/>
                        </a:rPr>
                        <a:t>年级</a:t>
                      </a:r>
                      <a:endParaRPr lang="en-US" sz="1600" b="1"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zh-CN" sz="1600" b="1" u="none" strike="noStrike">
                          <a:effectLst/>
                          <a:latin typeface="华文宋体" panose="02010600040101010101" pitchFamily="2" charset="-122"/>
                          <a:ea typeface="华文宋体" panose="02010600040101010101" pitchFamily="2" charset="-122"/>
                        </a:rPr>
                        <a:t>学院</a:t>
                      </a:r>
                      <a:endParaRPr lang="en-US" sz="1600" b="1"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zh-CN" sz="1600" b="1" u="none" strike="noStrike">
                          <a:effectLst/>
                          <a:latin typeface="华文宋体" panose="02010600040101010101" pitchFamily="2" charset="-122"/>
                          <a:ea typeface="华文宋体" panose="02010600040101010101" pitchFamily="2" charset="-122"/>
                        </a:rPr>
                        <a:t>代表性成绩</a:t>
                      </a:r>
                      <a:endParaRPr lang="en-US" sz="1600" b="1"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1"/>
                  </a:ext>
                </a:extLst>
              </a:tr>
              <a:tr h="375781">
                <a:tc>
                  <a:txBody>
                    <a:bodyPr/>
                    <a:lstStyle/>
                    <a:p>
                      <a:pPr algn="ctr" fontAlgn="ctr"/>
                      <a:r>
                        <a:rPr lang="zh-CN" altLang="en-US" sz="1600" u="none" strike="noStrike" dirty="0">
                          <a:effectLst/>
                          <a:latin typeface="华文宋体" panose="02010600040101010101" pitchFamily="2" charset="-122"/>
                          <a:ea typeface="华文宋体" panose="02010600040101010101" pitchFamily="2" charset="-122"/>
                        </a:rPr>
                        <a:t>曾子荣</a:t>
                      </a:r>
                      <a:endParaRPr lang="zh-CN" altLang="en-US" sz="1600" b="0" i="0" u="none" strike="noStrike" dirty="0">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en-US" altLang="zh-CN" sz="1600" u="none" strike="noStrike" dirty="0">
                          <a:effectLst/>
                          <a:latin typeface="华文宋体" panose="02010600040101010101" pitchFamily="2" charset="-122"/>
                          <a:ea typeface="华文宋体" panose="02010600040101010101" pitchFamily="2" charset="-122"/>
                        </a:rPr>
                        <a:t>2022</a:t>
                      </a:r>
                      <a:r>
                        <a:rPr lang="zh-CN" altLang="en-US" sz="1600" u="none" strike="noStrike" dirty="0">
                          <a:effectLst/>
                          <a:latin typeface="华文宋体" panose="02010600040101010101" pitchFamily="2" charset="-122"/>
                          <a:ea typeface="华文宋体" panose="02010600040101010101" pitchFamily="2" charset="-122"/>
                        </a:rPr>
                        <a:t>级</a:t>
                      </a:r>
                      <a:endParaRPr lang="zh-CN" altLang="en-US" sz="1600" b="0" i="0" u="none" strike="noStrike" dirty="0">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zh-CN" altLang="en-US" sz="1600" u="none" strike="noStrike" dirty="0">
                          <a:effectLst/>
                          <a:latin typeface="华文宋体" panose="02010600040101010101" pitchFamily="2" charset="-122"/>
                          <a:ea typeface="华文宋体" panose="02010600040101010101" pitchFamily="2" charset="-122"/>
                        </a:rPr>
                        <a:t>数据科学学院</a:t>
                      </a:r>
                      <a:endParaRPr lang="zh-CN" altLang="en-US" sz="1600" b="0" i="0" u="none" strike="noStrike" dirty="0">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zh-CN" sz="1600" u="none" strike="noStrike" dirty="0">
                          <a:solidFill>
                            <a:schemeClr val="tx1"/>
                          </a:solidFill>
                          <a:effectLst/>
                          <a:latin typeface="华文宋体" panose="02010600040101010101" pitchFamily="2" charset="-122"/>
                          <a:ea typeface="华文宋体" panose="02010600040101010101" pitchFamily="2" charset="-122"/>
                        </a:rPr>
                        <a:t>进入ICPC世界总决赛</a:t>
                      </a:r>
                      <a:endParaRPr lang="en-US" sz="1600" b="0" i="0" u="none" strike="noStrike" dirty="0">
                        <a:solidFill>
                          <a:schemeClr val="tx1"/>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3619106978"/>
                  </a:ext>
                </a:extLst>
              </a:tr>
              <a:tr h="375781">
                <a:tc>
                  <a:txBody>
                    <a:bodyPr/>
                    <a:lstStyle/>
                    <a:p>
                      <a:pPr algn="ctr" fontAlgn="ctr"/>
                      <a:r>
                        <a:rPr lang="zh-CN" altLang="en-US" sz="1600" u="none" strike="noStrike">
                          <a:effectLst/>
                          <a:latin typeface="华文宋体" panose="02010600040101010101" pitchFamily="2" charset="-122"/>
                          <a:ea typeface="华文宋体" panose="02010600040101010101" pitchFamily="2" charset="-122"/>
                        </a:rPr>
                        <a:t>陈翰飞</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en-US" altLang="zh-CN" sz="1600" u="none" strike="noStrike">
                          <a:effectLst/>
                          <a:latin typeface="华文宋体" panose="02010600040101010101" pitchFamily="2" charset="-122"/>
                          <a:ea typeface="华文宋体" panose="02010600040101010101" pitchFamily="2" charset="-122"/>
                        </a:rPr>
                        <a:t>2022</a:t>
                      </a:r>
                      <a:r>
                        <a:rPr lang="zh-CN" altLang="en-US" sz="1600" u="none" strike="noStrike">
                          <a:effectLst/>
                          <a:latin typeface="华文宋体" panose="02010600040101010101" pitchFamily="2" charset="-122"/>
                          <a:ea typeface="华文宋体" panose="02010600040101010101" pitchFamily="2" charset="-122"/>
                        </a:rPr>
                        <a:t>级</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zh-CN" altLang="en-US" sz="1600" u="none" strike="noStrike" dirty="0">
                          <a:effectLst/>
                          <a:latin typeface="华文宋体" panose="02010600040101010101" pitchFamily="2" charset="-122"/>
                          <a:ea typeface="华文宋体" panose="02010600040101010101" pitchFamily="2" charset="-122"/>
                        </a:rPr>
                        <a:t>数据科学学院</a:t>
                      </a:r>
                      <a:endParaRPr lang="zh-CN" altLang="en-US" sz="1600" b="0" i="0" u="none" strike="noStrike" dirty="0">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zh-CN" altLang="zh-CN" sz="1600" u="none" strike="noStrike" dirty="0">
                          <a:solidFill>
                            <a:schemeClr val="tx1"/>
                          </a:solidFill>
                          <a:effectLst/>
                          <a:latin typeface="华文宋体" panose="02010600040101010101" pitchFamily="2" charset="-122"/>
                          <a:ea typeface="华文宋体" panose="02010600040101010101" pitchFamily="2" charset="-122"/>
                        </a:rPr>
                        <a:t>进入ICPC世界总决赛</a:t>
                      </a:r>
                      <a:endParaRPr lang="en-US" altLang="zh-CN" sz="1600" b="0" i="0" u="none" strike="noStrike" dirty="0">
                        <a:solidFill>
                          <a:schemeClr val="tx1"/>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1197275590"/>
                  </a:ext>
                </a:extLst>
              </a:tr>
              <a:tr h="375781">
                <a:tc>
                  <a:txBody>
                    <a:bodyPr/>
                    <a:lstStyle/>
                    <a:p>
                      <a:pPr algn="ctr" fontAlgn="ctr"/>
                      <a:r>
                        <a:rPr lang="zh-CN" altLang="en-US" sz="1600" u="none" strike="noStrike">
                          <a:effectLst/>
                          <a:latin typeface="华文宋体" panose="02010600040101010101" pitchFamily="2" charset="-122"/>
                          <a:ea typeface="华文宋体" panose="02010600040101010101" pitchFamily="2" charset="-122"/>
                        </a:rPr>
                        <a:t>周宸宇</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en-US" altLang="zh-CN" sz="1600" u="none" strike="noStrike" dirty="0">
                          <a:effectLst/>
                          <a:latin typeface="华文宋体" panose="02010600040101010101" pitchFamily="2" charset="-122"/>
                          <a:ea typeface="华文宋体" panose="02010600040101010101" pitchFamily="2" charset="-122"/>
                        </a:rPr>
                        <a:t>2022</a:t>
                      </a:r>
                      <a:r>
                        <a:rPr lang="zh-CN" altLang="en-US" sz="1600" u="none" strike="noStrike" dirty="0">
                          <a:effectLst/>
                          <a:latin typeface="华文宋体" panose="02010600040101010101" pitchFamily="2" charset="-122"/>
                          <a:ea typeface="华文宋体" panose="02010600040101010101" pitchFamily="2" charset="-122"/>
                        </a:rPr>
                        <a:t>级</a:t>
                      </a:r>
                      <a:endParaRPr lang="zh-CN" altLang="en-US" sz="1600" b="0" i="0" u="none" strike="noStrike" dirty="0">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zh-CN" altLang="en-US" sz="1600" u="none" strike="noStrike">
                          <a:effectLst/>
                          <a:latin typeface="华文宋体" panose="02010600040101010101" pitchFamily="2" charset="-122"/>
                          <a:ea typeface="华文宋体" panose="02010600040101010101" pitchFamily="2" charset="-122"/>
                        </a:rPr>
                        <a:t>数据科学学院</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en-US" sz="1600" u="none" strike="noStrike" dirty="0">
                          <a:effectLst/>
                          <a:latin typeface="华文宋体" panose="02010600040101010101" pitchFamily="2" charset="-122"/>
                          <a:ea typeface="华文宋体" panose="02010600040101010101" pitchFamily="2" charset="-122"/>
                        </a:rPr>
                        <a:t>ICPC</a:t>
                      </a:r>
                      <a:r>
                        <a:rPr lang="zh-CN" altLang="en-US" sz="1600" b="0" i="0" u="none" strike="noStrike" dirty="0">
                          <a:solidFill>
                            <a:schemeClr val="tx1"/>
                          </a:solidFill>
                          <a:effectLst/>
                          <a:latin typeface="华文宋体" panose="02010600040101010101" pitchFamily="2" charset="-122"/>
                          <a:ea typeface="华文宋体" panose="02010600040101010101" pitchFamily="2" charset="-122"/>
                        </a:rPr>
                        <a:t>金奖</a:t>
                      </a:r>
                      <a:endParaRPr lang="en-US" sz="1600" b="0" i="0" u="none" strike="noStrike" dirty="0">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2139484557"/>
                  </a:ext>
                </a:extLst>
              </a:tr>
              <a:tr h="375781">
                <a:tc>
                  <a:txBody>
                    <a:bodyPr/>
                    <a:lstStyle/>
                    <a:p>
                      <a:pPr algn="ctr" fontAlgn="ctr"/>
                      <a:r>
                        <a:rPr lang="zh-CN" altLang="en-US" sz="1600" u="none" strike="noStrike">
                          <a:effectLst/>
                          <a:latin typeface="华文宋体" panose="02010600040101010101" pitchFamily="2" charset="-122"/>
                          <a:ea typeface="华文宋体" panose="02010600040101010101" pitchFamily="2" charset="-122"/>
                        </a:rPr>
                        <a:t>刘戴乐</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en-US" altLang="zh-CN" sz="1600" u="none" strike="noStrike">
                          <a:effectLst/>
                          <a:latin typeface="华文宋体" panose="02010600040101010101" pitchFamily="2" charset="-122"/>
                          <a:ea typeface="华文宋体" panose="02010600040101010101" pitchFamily="2" charset="-122"/>
                        </a:rPr>
                        <a:t>2022</a:t>
                      </a:r>
                      <a:r>
                        <a:rPr lang="zh-CN" altLang="en-US" sz="1600" u="none" strike="noStrike">
                          <a:effectLst/>
                          <a:latin typeface="华文宋体" panose="02010600040101010101" pitchFamily="2" charset="-122"/>
                          <a:ea typeface="华文宋体" panose="02010600040101010101" pitchFamily="2" charset="-122"/>
                        </a:rPr>
                        <a:t>级</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zh-CN" altLang="en-US" sz="1600" u="none" strike="noStrike">
                          <a:effectLst/>
                          <a:latin typeface="华文宋体" panose="02010600040101010101" pitchFamily="2" charset="-122"/>
                          <a:ea typeface="华文宋体" panose="02010600040101010101" pitchFamily="2" charset="-122"/>
                        </a:rPr>
                        <a:t>数据科学学院</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en-US" altLang="zh-CN" sz="1600" u="none" strike="noStrike" dirty="0">
                          <a:effectLst/>
                          <a:latin typeface="华文宋体" panose="02010600040101010101" pitchFamily="2" charset="-122"/>
                          <a:ea typeface="华文宋体" panose="02010600040101010101" pitchFamily="2" charset="-122"/>
                        </a:rPr>
                        <a:t>ICPC</a:t>
                      </a:r>
                      <a:r>
                        <a:rPr lang="zh-CN" altLang="en-US" sz="1600" u="none" strike="noStrike" dirty="0">
                          <a:effectLst/>
                          <a:latin typeface="华文宋体" panose="02010600040101010101" pitchFamily="2" charset="-122"/>
                          <a:ea typeface="华文宋体" panose="02010600040101010101" pitchFamily="2" charset="-122"/>
                        </a:rPr>
                        <a:t>铜</a:t>
                      </a:r>
                      <a:r>
                        <a:rPr lang="zh-CN" altLang="en-US" sz="1600" b="0" i="0" u="none" strike="noStrike" dirty="0">
                          <a:solidFill>
                            <a:schemeClr val="tx1"/>
                          </a:solidFill>
                          <a:effectLst/>
                          <a:latin typeface="华文宋体" panose="02010600040101010101" pitchFamily="2" charset="-122"/>
                          <a:ea typeface="华文宋体" panose="02010600040101010101" pitchFamily="2" charset="-122"/>
                        </a:rPr>
                        <a:t>奖</a:t>
                      </a:r>
                      <a:r>
                        <a:rPr lang="zh-CN" altLang="en-US" sz="1600" u="none" strike="noStrike" dirty="0">
                          <a:effectLst/>
                          <a:latin typeface="华文宋体" panose="02010600040101010101" pitchFamily="2" charset="-122"/>
                          <a:ea typeface="华文宋体" panose="02010600040101010101" pitchFamily="2" charset="-122"/>
                        </a:rPr>
                        <a:t>、</a:t>
                      </a:r>
                      <a:r>
                        <a:rPr lang="en-US" altLang="zh-CN" sz="1600" u="none" strike="noStrike" dirty="0">
                          <a:effectLst/>
                          <a:latin typeface="华文宋体" panose="02010600040101010101" pitchFamily="2" charset="-122"/>
                          <a:ea typeface="华文宋体" panose="02010600040101010101" pitchFamily="2" charset="-122"/>
                        </a:rPr>
                        <a:t>C</a:t>
                      </a:r>
                      <a:r>
                        <a:rPr lang="en-US" sz="1600" u="none" strike="noStrike" dirty="0">
                          <a:effectLst/>
                          <a:latin typeface="华文宋体" panose="02010600040101010101" pitchFamily="2" charset="-122"/>
                          <a:ea typeface="华文宋体" panose="02010600040101010101" pitchFamily="2" charset="-122"/>
                        </a:rPr>
                        <a:t>CPC</a:t>
                      </a:r>
                      <a:r>
                        <a:rPr lang="zh-CN" altLang="en-US" sz="1600" u="none" strike="noStrike" dirty="0">
                          <a:effectLst/>
                          <a:latin typeface="华文宋体" panose="02010600040101010101" pitchFamily="2" charset="-122"/>
                          <a:ea typeface="华文宋体" panose="02010600040101010101" pitchFamily="2" charset="-122"/>
                        </a:rPr>
                        <a:t>铜</a:t>
                      </a:r>
                      <a:r>
                        <a:rPr lang="zh-CN" altLang="en-US" sz="1600" b="0" i="0" u="none" strike="noStrike" dirty="0">
                          <a:solidFill>
                            <a:schemeClr val="tx1"/>
                          </a:solidFill>
                          <a:effectLst/>
                          <a:latin typeface="华文宋体" panose="02010600040101010101" pitchFamily="2" charset="-122"/>
                          <a:ea typeface="华文宋体" panose="02010600040101010101" pitchFamily="2" charset="-122"/>
                        </a:rPr>
                        <a:t>奖</a:t>
                      </a:r>
                      <a:endParaRPr lang="en-US" sz="1600" b="0" i="0" u="none" strike="noStrike" dirty="0">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2"/>
                  </a:ext>
                </a:extLst>
              </a:tr>
              <a:tr h="420069">
                <a:tc>
                  <a:txBody>
                    <a:bodyPr/>
                    <a:lstStyle/>
                    <a:p>
                      <a:pPr algn="ctr" fontAlgn="ctr"/>
                      <a:r>
                        <a:rPr lang="zh-CN" altLang="en-US" sz="1600" u="none" strike="noStrike">
                          <a:effectLst/>
                          <a:latin typeface="华文宋体" panose="02010600040101010101" pitchFamily="2" charset="-122"/>
                          <a:ea typeface="华文宋体" panose="02010600040101010101" pitchFamily="2" charset="-122"/>
                        </a:rPr>
                        <a:t>梁骆城</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en-US" altLang="zh-CN" sz="1600" u="none" strike="noStrike">
                          <a:effectLst/>
                          <a:latin typeface="华文宋体" panose="02010600040101010101" pitchFamily="2" charset="-122"/>
                          <a:ea typeface="华文宋体" panose="02010600040101010101" pitchFamily="2" charset="-122"/>
                        </a:rPr>
                        <a:t>2022</a:t>
                      </a:r>
                      <a:r>
                        <a:rPr lang="zh-CN" altLang="en-US" sz="1600" u="none" strike="noStrike">
                          <a:effectLst/>
                          <a:latin typeface="华文宋体" panose="02010600040101010101" pitchFamily="2" charset="-122"/>
                          <a:ea typeface="华文宋体" panose="02010600040101010101" pitchFamily="2" charset="-122"/>
                        </a:rPr>
                        <a:t>级</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zh-CN" altLang="en-US" sz="1600" u="none" strike="noStrike">
                          <a:effectLst/>
                          <a:latin typeface="华文宋体" panose="02010600040101010101" pitchFamily="2" charset="-122"/>
                          <a:ea typeface="华文宋体" panose="02010600040101010101" pitchFamily="2" charset="-122"/>
                        </a:rPr>
                        <a:t>数据科学学院</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en-US" altLang="zh-CN" sz="1600" u="none" strike="noStrike">
                          <a:effectLst/>
                          <a:latin typeface="华文宋体" panose="02010600040101010101" pitchFamily="2" charset="-122"/>
                          <a:ea typeface="华文宋体" panose="02010600040101010101" pitchFamily="2" charset="-122"/>
                        </a:rPr>
                        <a:t>ICPC</a:t>
                      </a:r>
                      <a:r>
                        <a:rPr lang="zh-CN" altLang="en-US" sz="1600" u="none" strike="noStrike">
                          <a:effectLst/>
                          <a:latin typeface="华文宋体" panose="02010600040101010101" pitchFamily="2" charset="-122"/>
                          <a:ea typeface="华文宋体" panose="02010600040101010101" pitchFamily="2" charset="-122"/>
                        </a:rPr>
                        <a:t>铜</a:t>
                      </a:r>
                      <a:r>
                        <a:rPr lang="zh-CN" altLang="en-US" sz="1600" b="0" i="0" u="none" strike="noStrike">
                          <a:solidFill>
                            <a:schemeClr val="tx1"/>
                          </a:solidFill>
                          <a:effectLst/>
                          <a:latin typeface="华文宋体" panose="02010600040101010101" pitchFamily="2" charset="-122"/>
                          <a:ea typeface="华文宋体" panose="02010600040101010101" pitchFamily="2" charset="-122"/>
                        </a:rPr>
                        <a:t>奖</a:t>
                      </a:r>
                      <a:r>
                        <a:rPr lang="zh-CN" altLang="en-US" sz="1600" u="none" strike="noStrike">
                          <a:effectLst/>
                          <a:latin typeface="华文宋体" panose="02010600040101010101" pitchFamily="2" charset="-122"/>
                          <a:ea typeface="华文宋体" panose="02010600040101010101" pitchFamily="2" charset="-122"/>
                        </a:rPr>
                        <a:t>、</a:t>
                      </a:r>
                      <a:r>
                        <a:rPr lang="en-US" altLang="zh-CN" sz="1600" u="none" strike="noStrike">
                          <a:effectLst/>
                          <a:latin typeface="华文宋体" panose="02010600040101010101" pitchFamily="2" charset="-122"/>
                          <a:ea typeface="华文宋体" panose="02010600040101010101" pitchFamily="2" charset="-122"/>
                        </a:rPr>
                        <a:t>CCPC</a:t>
                      </a:r>
                      <a:r>
                        <a:rPr lang="zh-CN" altLang="en-US" sz="1600" u="none" strike="noStrike">
                          <a:effectLst/>
                          <a:latin typeface="华文宋体" panose="02010600040101010101" pitchFamily="2" charset="-122"/>
                          <a:ea typeface="华文宋体" panose="02010600040101010101" pitchFamily="2" charset="-122"/>
                        </a:rPr>
                        <a:t>铜</a:t>
                      </a:r>
                      <a:r>
                        <a:rPr lang="zh-CN" altLang="en-US" sz="1600" b="0" i="0" u="none" strike="noStrike">
                          <a:solidFill>
                            <a:schemeClr val="tx1"/>
                          </a:solidFill>
                          <a:effectLst/>
                          <a:latin typeface="华文宋体" panose="02010600040101010101" pitchFamily="2" charset="-122"/>
                          <a:ea typeface="华文宋体" panose="02010600040101010101" pitchFamily="2" charset="-122"/>
                        </a:rPr>
                        <a:t>奖</a:t>
                      </a:r>
                      <a:endParaRPr lang="en-US" altLang="zh-CN"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3"/>
                  </a:ext>
                </a:extLst>
              </a:tr>
              <a:tr h="380769">
                <a:tc>
                  <a:txBody>
                    <a:bodyPr/>
                    <a:lstStyle/>
                    <a:p>
                      <a:pPr algn="ctr" fontAlgn="ctr"/>
                      <a:r>
                        <a:rPr lang="zh-CN" altLang="en-US" sz="1600" u="none" strike="noStrike">
                          <a:effectLst/>
                          <a:latin typeface="华文宋体" panose="02010600040101010101" pitchFamily="2" charset="-122"/>
                          <a:ea typeface="华文宋体" panose="02010600040101010101" pitchFamily="2" charset="-122"/>
                        </a:rPr>
                        <a:t>邵辰航</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en-US" altLang="zh-CN" sz="1600" u="none" strike="noStrike">
                          <a:effectLst/>
                          <a:latin typeface="华文宋体" panose="02010600040101010101" pitchFamily="2" charset="-122"/>
                          <a:ea typeface="华文宋体" panose="02010600040101010101" pitchFamily="2" charset="-122"/>
                        </a:rPr>
                        <a:t>2022</a:t>
                      </a:r>
                      <a:r>
                        <a:rPr lang="zh-CN" altLang="en-US" sz="1600" u="none" strike="noStrike">
                          <a:effectLst/>
                          <a:latin typeface="华文宋体" panose="02010600040101010101" pitchFamily="2" charset="-122"/>
                          <a:ea typeface="华文宋体" panose="02010600040101010101" pitchFamily="2" charset="-122"/>
                        </a:rPr>
                        <a:t>级</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zh-CN" altLang="en-US" sz="1600" u="none" strike="noStrike">
                          <a:effectLst/>
                          <a:latin typeface="华文宋体" panose="02010600040101010101" pitchFamily="2" charset="-122"/>
                          <a:ea typeface="华文宋体" panose="02010600040101010101" pitchFamily="2" charset="-122"/>
                        </a:rPr>
                        <a:t>数据科学学院</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en-US" altLang="zh-CN" sz="1600" u="none" strike="noStrike">
                          <a:effectLst/>
                          <a:latin typeface="华文宋体" panose="02010600040101010101" pitchFamily="2" charset="-122"/>
                          <a:ea typeface="华文宋体" panose="02010600040101010101" pitchFamily="2" charset="-122"/>
                        </a:rPr>
                        <a:t>ICPC</a:t>
                      </a:r>
                      <a:r>
                        <a:rPr lang="zh-CN" altLang="en-US" sz="1600" u="none" strike="noStrike">
                          <a:effectLst/>
                          <a:latin typeface="华文宋体" panose="02010600040101010101" pitchFamily="2" charset="-122"/>
                          <a:ea typeface="华文宋体" panose="02010600040101010101" pitchFamily="2" charset="-122"/>
                        </a:rPr>
                        <a:t>铜</a:t>
                      </a:r>
                      <a:r>
                        <a:rPr lang="zh-CN" altLang="en-US" sz="1600" b="0" i="0" u="none" strike="noStrike">
                          <a:solidFill>
                            <a:schemeClr val="tx1"/>
                          </a:solidFill>
                          <a:effectLst/>
                          <a:latin typeface="华文宋体" panose="02010600040101010101" pitchFamily="2" charset="-122"/>
                          <a:ea typeface="华文宋体" panose="02010600040101010101" pitchFamily="2" charset="-122"/>
                        </a:rPr>
                        <a:t>奖</a:t>
                      </a:r>
                      <a:r>
                        <a:rPr lang="zh-CN" altLang="en-US" sz="1600" u="none" strike="noStrike">
                          <a:effectLst/>
                          <a:latin typeface="华文宋体" panose="02010600040101010101" pitchFamily="2" charset="-122"/>
                          <a:ea typeface="华文宋体" panose="02010600040101010101" pitchFamily="2" charset="-122"/>
                        </a:rPr>
                        <a:t>、</a:t>
                      </a:r>
                      <a:r>
                        <a:rPr lang="en-US" altLang="zh-CN" sz="1600" u="none" strike="noStrike">
                          <a:effectLst/>
                          <a:latin typeface="华文宋体" panose="02010600040101010101" pitchFamily="2" charset="-122"/>
                          <a:ea typeface="华文宋体" panose="02010600040101010101" pitchFamily="2" charset="-122"/>
                        </a:rPr>
                        <a:t>CCPC</a:t>
                      </a:r>
                      <a:r>
                        <a:rPr lang="zh-CN" altLang="en-US" sz="1600" u="none" strike="noStrike">
                          <a:effectLst/>
                          <a:latin typeface="华文宋体" panose="02010600040101010101" pitchFamily="2" charset="-122"/>
                          <a:ea typeface="华文宋体" panose="02010600040101010101" pitchFamily="2" charset="-122"/>
                        </a:rPr>
                        <a:t>铜</a:t>
                      </a:r>
                      <a:r>
                        <a:rPr lang="zh-CN" altLang="en-US" sz="1600" b="0" i="0" u="none" strike="noStrike">
                          <a:solidFill>
                            <a:schemeClr val="tx1"/>
                          </a:solidFill>
                          <a:effectLst/>
                          <a:latin typeface="华文宋体" panose="02010600040101010101" pitchFamily="2" charset="-122"/>
                          <a:ea typeface="华文宋体" panose="02010600040101010101" pitchFamily="2" charset="-122"/>
                        </a:rPr>
                        <a:t>奖</a:t>
                      </a:r>
                      <a:endParaRPr lang="en-US" altLang="zh-CN"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4"/>
                  </a:ext>
                </a:extLst>
              </a:tr>
              <a:tr h="380769">
                <a:tc>
                  <a:txBody>
                    <a:bodyPr/>
                    <a:lstStyle/>
                    <a:p>
                      <a:pPr algn="ctr" fontAlgn="ctr"/>
                      <a:r>
                        <a:rPr lang="zh-CN" altLang="en-US" sz="1600" u="none" strike="noStrike">
                          <a:effectLst/>
                          <a:latin typeface="华文宋体" panose="02010600040101010101" pitchFamily="2" charset="-122"/>
                          <a:ea typeface="华文宋体" panose="02010600040101010101" pitchFamily="2" charset="-122"/>
                        </a:rPr>
                        <a:t>胡瑞李蓁</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en-US" altLang="zh-CN" sz="1600" u="none" strike="noStrike">
                          <a:effectLst/>
                          <a:latin typeface="华文宋体" panose="02010600040101010101" pitchFamily="2" charset="-122"/>
                          <a:ea typeface="华文宋体" panose="02010600040101010101" pitchFamily="2" charset="-122"/>
                        </a:rPr>
                        <a:t>2022</a:t>
                      </a:r>
                      <a:r>
                        <a:rPr lang="zh-CN" altLang="en-US" sz="1600" u="none" strike="noStrike">
                          <a:effectLst/>
                          <a:latin typeface="华文宋体" panose="02010600040101010101" pitchFamily="2" charset="-122"/>
                          <a:ea typeface="华文宋体" panose="02010600040101010101" pitchFamily="2" charset="-122"/>
                        </a:rPr>
                        <a:t>级</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zh-CN" altLang="en-US" sz="1600" u="none" strike="noStrike">
                          <a:effectLst/>
                          <a:latin typeface="华文宋体" panose="02010600040101010101" pitchFamily="2" charset="-122"/>
                          <a:ea typeface="华文宋体" panose="02010600040101010101" pitchFamily="2" charset="-122"/>
                        </a:rPr>
                        <a:t>数据科学学院</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en-US" sz="1600" u="none" strike="noStrike" err="1">
                          <a:solidFill>
                            <a:schemeClr val="tx1"/>
                          </a:solidFill>
                          <a:effectLst/>
                          <a:latin typeface="华文宋体" panose="02010600040101010101" pitchFamily="2" charset="-122"/>
                          <a:ea typeface="华文宋体" panose="02010600040101010101" pitchFamily="2" charset="-122"/>
                        </a:rPr>
                        <a:t>CCPC银</a:t>
                      </a:r>
                      <a:r>
                        <a:rPr lang="zh-CN" altLang="en-US" sz="1600" b="0" i="0" u="none" strike="noStrike">
                          <a:solidFill>
                            <a:schemeClr val="tx1"/>
                          </a:solidFill>
                          <a:effectLst/>
                          <a:latin typeface="华文宋体" panose="02010600040101010101" pitchFamily="2" charset="-122"/>
                          <a:ea typeface="华文宋体" panose="02010600040101010101" pitchFamily="2" charset="-122"/>
                        </a:rPr>
                        <a:t>奖</a:t>
                      </a:r>
                      <a:endParaRPr lang="en-US" sz="1600" b="0" i="0" u="none" strike="noStrike">
                        <a:solidFill>
                          <a:schemeClr val="tx1"/>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5"/>
                  </a:ext>
                </a:extLst>
              </a:tr>
              <a:tr h="380769">
                <a:tc>
                  <a:txBody>
                    <a:bodyPr/>
                    <a:lstStyle/>
                    <a:p>
                      <a:pPr algn="ctr" fontAlgn="ctr"/>
                      <a:r>
                        <a:rPr lang="zh-CN" sz="1600" u="none" strike="noStrike">
                          <a:solidFill>
                            <a:schemeClr val="tx1"/>
                          </a:solidFill>
                          <a:effectLst/>
                          <a:latin typeface="华文宋体" panose="02010600040101010101" pitchFamily="2" charset="-122"/>
                          <a:ea typeface="华文宋体" panose="02010600040101010101" pitchFamily="2" charset="-122"/>
                        </a:rPr>
                        <a:t>忙秋阳</a:t>
                      </a:r>
                      <a:endParaRPr lang="en-US" sz="1600" b="0" i="0" u="none" strike="noStrike">
                        <a:solidFill>
                          <a:schemeClr val="tx1"/>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en-US" sz="1600" u="none" strike="noStrike">
                          <a:solidFill>
                            <a:schemeClr val="tx1"/>
                          </a:solidFill>
                          <a:effectLst/>
                          <a:latin typeface="华文宋体" panose="02010600040101010101" pitchFamily="2" charset="-122"/>
                          <a:ea typeface="华文宋体" panose="02010600040101010101" pitchFamily="2" charset="-122"/>
                        </a:rPr>
                        <a:t>2021级</a:t>
                      </a:r>
                      <a:endParaRPr lang="en-US" sz="1600" b="0" i="0" u="none" strike="noStrike">
                        <a:solidFill>
                          <a:schemeClr val="tx1"/>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zh-CN" altLang="en-US" sz="1600" u="none" strike="noStrike">
                          <a:solidFill>
                            <a:schemeClr val="tx1"/>
                          </a:solidFill>
                          <a:effectLst/>
                          <a:latin typeface="华文宋体" panose="02010600040101010101" pitchFamily="2" charset="-122"/>
                          <a:ea typeface="华文宋体" panose="02010600040101010101" pitchFamily="2" charset="-122"/>
                        </a:rPr>
                        <a:t>数据科学</a:t>
                      </a:r>
                      <a:r>
                        <a:rPr lang="zh-CN" sz="1600" u="none" strike="noStrike">
                          <a:solidFill>
                            <a:schemeClr val="tx1"/>
                          </a:solidFill>
                          <a:effectLst/>
                          <a:latin typeface="华文宋体" panose="02010600040101010101" pitchFamily="2" charset="-122"/>
                          <a:ea typeface="华文宋体" panose="02010600040101010101" pitchFamily="2" charset="-122"/>
                        </a:rPr>
                        <a:t>学院</a:t>
                      </a:r>
                      <a:endParaRPr lang="en-US" sz="1600" b="0" i="0" u="none" strike="noStrike">
                        <a:solidFill>
                          <a:schemeClr val="tx1"/>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zh-CN" sz="1600" u="none" strike="noStrike">
                          <a:solidFill>
                            <a:schemeClr val="tx1"/>
                          </a:solidFill>
                          <a:effectLst/>
                          <a:latin typeface="华文宋体" panose="02010600040101010101" pitchFamily="2" charset="-122"/>
                          <a:ea typeface="华文宋体" panose="02010600040101010101" pitchFamily="2" charset="-122"/>
                        </a:rPr>
                        <a:t>进入ICPC世界总决赛</a:t>
                      </a:r>
                      <a:endParaRPr lang="en-US" sz="1600" b="0" i="0" u="none" strike="noStrike">
                        <a:solidFill>
                          <a:schemeClr val="tx1"/>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6"/>
                  </a:ext>
                </a:extLst>
              </a:tr>
              <a:tr h="380769">
                <a:tc>
                  <a:txBody>
                    <a:bodyPr/>
                    <a:lstStyle/>
                    <a:p>
                      <a:pPr algn="ctr" fontAlgn="ctr"/>
                      <a:r>
                        <a:rPr lang="zh-CN" sz="1600" u="none" strike="noStrike">
                          <a:solidFill>
                            <a:schemeClr val="tx1"/>
                          </a:solidFill>
                          <a:effectLst/>
                          <a:latin typeface="华文宋体" panose="02010600040101010101" pitchFamily="2" charset="-122"/>
                          <a:ea typeface="华文宋体" panose="02010600040101010101" pitchFamily="2" charset="-122"/>
                        </a:rPr>
                        <a:t>李冬旭</a:t>
                      </a:r>
                      <a:endParaRPr lang="en-US" sz="1600" b="0" i="0" u="none" strike="noStrike">
                        <a:solidFill>
                          <a:schemeClr val="tx1"/>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en-US" sz="1600" u="none" strike="noStrike">
                          <a:solidFill>
                            <a:schemeClr val="tx1"/>
                          </a:solidFill>
                          <a:effectLst/>
                          <a:latin typeface="华文宋体" panose="02010600040101010101" pitchFamily="2" charset="-122"/>
                          <a:ea typeface="华文宋体" panose="02010600040101010101" pitchFamily="2" charset="-122"/>
                        </a:rPr>
                        <a:t>2021级</a:t>
                      </a:r>
                      <a:endParaRPr lang="en-US" sz="1600" b="0" i="0" u="none" strike="noStrike">
                        <a:solidFill>
                          <a:schemeClr val="tx1"/>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zh-CN" sz="1600" u="none" strike="noStrike">
                          <a:solidFill>
                            <a:schemeClr val="tx1"/>
                          </a:solidFill>
                          <a:effectLst/>
                          <a:latin typeface="华文宋体" panose="02010600040101010101" pitchFamily="2" charset="-122"/>
                          <a:ea typeface="华文宋体" panose="02010600040101010101" pitchFamily="2" charset="-122"/>
                        </a:rPr>
                        <a:t>数据科学学院</a:t>
                      </a:r>
                      <a:endParaRPr lang="en-US" sz="1600" b="0" i="0" u="none" strike="noStrike">
                        <a:solidFill>
                          <a:schemeClr val="tx1"/>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zh-CN" sz="1600" u="none" strike="noStrike">
                          <a:solidFill>
                            <a:schemeClr val="tx1"/>
                          </a:solidFill>
                          <a:effectLst/>
                          <a:latin typeface="华文宋体" panose="02010600040101010101" pitchFamily="2" charset="-122"/>
                          <a:ea typeface="华文宋体" panose="02010600040101010101" pitchFamily="2" charset="-122"/>
                        </a:rPr>
                        <a:t>进入ICPC世界总决赛</a:t>
                      </a:r>
                      <a:endParaRPr lang="en-US" sz="1600" b="0" i="0" u="none" strike="noStrike">
                        <a:solidFill>
                          <a:schemeClr val="tx1"/>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7"/>
                  </a:ext>
                </a:extLst>
              </a:tr>
              <a:tr h="380769">
                <a:tc>
                  <a:txBody>
                    <a:bodyPr/>
                    <a:lstStyle/>
                    <a:p>
                      <a:pPr algn="ctr" fontAlgn="ctr"/>
                      <a:r>
                        <a:rPr lang="zh-CN" sz="1600" u="none" strike="noStrike">
                          <a:solidFill>
                            <a:schemeClr val="tx1"/>
                          </a:solidFill>
                          <a:effectLst/>
                          <a:latin typeface="华文宋体" panose="02010600040101010101" pitchFamily="2" charset="-122"/>
                          <a:ea typeface="华文宋体" panose="02010600040101010101" pitchFamily="2" charset="-122"/>
                        </a:rPr>
                        <a:t>徐源</a:t>
                      </a:r>
                      <a:endParaRPr lang="en-US" sz="1600" b="0" i="0" u="none" strike="noStrike">
                        <a:solidFill>
                          <a:schemeClr val="tx1"/>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en-US" sz="1600" u="none" strike="noStrike">
                          <a:solidFill>
                            <a:schemeClr val="tx1"/>
                          </a:solidFill>
                          <a:effectLst/>
                          <a:latin typeface="华文宋体" panose="02010600040101010101" pitchFamily="2" charset="-122"/>
                          <a:ea typeface="华文宋体" panose="02010600040101010101" pitchFamily="2" charset="-122"/>
                        </a:rPr>
                        <a:t>2021级</a:t>
                      </a:r>
                      <a:endParaRPr lang="en-US" sz="1600" b="0" i="0" u="none" strike="noStrike">
                        <a:solidFill>
                          <a:schemeClr val="tx1"/>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zh-CN" sz="1600" u="none" strike="noStrike" dirty="0">
                          <a:solidFill>
                            <a:schemeClr val="tx1"/>
                          </a:solidFill>
                          <a:effectLst/>
                          <a:latin typeface="华文宋体" panose="02010600040101010101" pitchFamily="2" charset="-122"/>
                          <a:ea typeface="华文宋体" panose="02010600040101010101" pitchFamily="2" charset="-122"/>
                        </a:rPr>
                        <a:t>数据科学学院</a:t>
                      </a:r>
                      <a:endParaRPr lang="en-US" sz="1600" b="0" i="0" u="none" strike="noStrike" dirty="0">
                        <a:solidFill>
                          <a:schemeClr val="tx1"/>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zh-CN" sz="1600" u="none" strike="noStrike">
                          <a:solidFill>
                            <a:schemeClr val="tx1"/>
                          </a:solidFill>
                          <a:effectLst/>
                          <a:latin typeface="华文宋体" panose="02010600040101010101" pitchFamily="2" charset="-122"/>
                          <a:ea typeface="华文宋体" panose="02010600040101010101" pitchFamily="2" charset="-122"/>
                        </a:rPr>
                        <a:t>进入ICPC世界总决赛</a:t>
                      </a:r>
                      <a:endParaRPr lang="en-US" sz="1600" b="0" i="0" u="none" strike="noStrike">
                        <a:solidFill>
                          <a:schemeClr val="tx1"/>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8"/>
                  </a:ext>
                </a:extLst>
              </a:tr>
              <a:tr h="380769">
                <a:tc>
                  <a:txBody>
                    <a:bodyPr/>
                    <a:lstStyle/>
                    <a:p>
                      <a:pPr algn="ctr" fontAlgn="ctr"/>
                      <a:r>
                        <a:rPr lang="zh-CN" sz="1600" u="none" strike="noStrike">
                          <a:effectLst/>
                          <a:latin typeface="华文宋体" panose="02010600040101010101" pitchFamily="2" charset="-122"/>
                          <a:ea typeface="华文宋体" panose="02010600040101010101" pitchFamily="2" charset="-122"/>
                        </a:rPr>
                        <a:t>蒋一歌</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en-US" sz="1600" u="none" strike="noStrike">
                          <a:effectLst/>
                          <a:latin typeface="华文宋体" panose="02010600040101010101" pitchFamily="2" charset="-122"/>
                          <a:ea typeface="华文宋体" panose="02010600040101010101" pitchFamily="2" charset="-122"/>
                        </a:rPr>
                        <a:t>2021级</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zh-CN" sz="1600" u="none" strike="noStrike">
                          <a:effectLst/>
                          <a:latin typeface="华文宋体" panose="02010600040101010101" pitchFamily="2" charset="-122"/>
                          <a:ea typeface="华文宋体" panose="02010600040101010101" pitchFamily="2" charset="-122"/>
                        </a:rPr>
                        <a:t>数据科学学院</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en-US" altLang="zh-CN" sz="1600" u="none" strike="noStrike" dirty="0" err="1">
                          <a:solidFill>
                            <a:schemeClr val="tx1"/>
                          </a:solidFill>
                          <a:effectLst/>
                          <a:latin typeface="华文宋体" panose="02010600040101010101" pitchFamily="2" charset="-122"/>
                          <a:ea typeface="华文宋体" panose="02010600040101010101" pitchFamily="2" charset="-122"/>
                        </a:rPr>
                        <a:t>ICPC金</a:t>
                      </a:r>
                      <a:r>
                        <a:rPr lang="zh-CN" altLang="en-US" sz="1600" b="0" i="0" u="none" strike="noStrike" dirty="0">
                          <a:solidFill>
                            <a:schemeClr val="tx1"/>
                          </a:solidFill>
                          <a:effectLst/>
                          <a:latin typeface="华文宋体" panose="02010600040101010101" pitchFamily="2" charset="-122"/>
                          <a:ea typeface="华文宋体" panose="02010600040101010101" pitchFamily="2" charset="-122"/>
                        </a:rPr>
                        <a:t>奖</a:t>
                      </a:r>
                      <a:r>
                        <a:rPr lang="en-US" altLang="zh-CN" sz="1600" u="none" strike="noStrike" dirty="0">
                          <a:solidFill>
                            <a:schemeClr val="tx1"/>
                          </a:solidFill>
                          <a:effectLst/>
                          <a:latin typeface="华文宋体" panose="02010600040101010101" pitchFamily="2" charset="-122"/>
                          <a:ea typeface="华文宋体" panose="02010600040101010101" pitchFamily="2" charset="-122"/>
                        </a:rPr>
                        <a:t>、ICPC EC Final </a:t>
                      </a:r>
                      <a:r>
                        <a:rPr lang="zh-CN" altLang="en-US" sz="1600" u="none" strike="noStrike" dirty="0">
                          <a:solidFill>
                            <a:schemeClr val="tx1"/>
                          </a:solidFill>
                          <a:effectLst/>
                          <a:latin typeface="华文宋体" panose="02010600040101010101" pitchFamily="2" charset="-122"/>
                          <a:ea typeface="华文宋体" panose="02010600040101010101" pitchFamily="2" charset="-122"/>
                        </a:rPr>
                        <a:t>银</a:t>
                      </a:r>
                      <a:r>
                        <a:rPr lang="zh-CN" altLang="en-US" sz="1600" b="0" i="0" u="none" strike="noStrike" dirty="0">
                          <a:solidFill>
                            <a:schemeClr val="tx1"/>
                          </a:solidFill>
                          <a:effectLst/>
                          <a:latin typeface="华文宋体" panose="02010600040101010101" pitchFamily="2" charset="-122"/>
                          <a:ea typeface="华文宋体" panose="02010600040101010101" pitchFamily="2" charset="-122"/>
                        </a:rPr>
                        <a:t>奖</a:t>
                      </a:r>
                      <a:endParaRPr lang="en-US" altLang="zh-CN" sz="1600" b="0" i="0" u="none" strike="noStrike" dirty="0">
                        <a:solidFill>
                          <a:schemeClr val="tx1"/>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9"/>
                  </a:ext>
                </a:extLst>
              </a:tr>
              <a:tr h="380769">
                <a:tc>
                  <a:txBody>
                    <a:bodyPr/>
                    <a:lstStyle/>
                    <a:p>
                      <a:pPr algn="ctr" fontAlgn="ctr"/>
                      <a:r>
                        <a:rPr lang="zh-CN" sz="1600" u="none" strike="noStrike">
                          <a:effectLst/>
                          <a:latin typeface="华文宋体" panose="02010600040101010101" pitchFamily="2" charset="-122"/>
                          <a:ea typeface="华文宋体" panose="02010600040101010101" pitchFamily="2" charset="-122"/>
                        </a:rPr>
                        <a:t>郭青硕</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en-US" sz="1600" u="none" strike="noStrike">
                          <a:effectLst/>
                          <a:latin typeface="华文宋体" panose="02010600040101010101" pitchFamily="2" charset="-122"/>
                          <a:ea typeface="华文宋体" panose="02010600040101010101" pitchFamily="2" charset="-122"/>
                        </a:rPr>
                        <a:t>2021级</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zh-CN" sz="1600" u="none" strike="noStrike">
                          <a:effectLst/>
                          <a:latin typeface="华文宋体" panose="02010600040101010101" pitchFamily="2" charset="-122"/>
                          <a:ea typeface="华文宋体" panose="02010600040101010101" pitchFamily="2" charset="-122"/>
                        </a:rPr>
                        <a:t>数据科学学院</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en-US" altLang="zh-CN" sz="1600" u="none" strike="noStrike" dirty="0">
                          <a:solidFill>
                            <a:schemeClr val="tx1"/>
                          </a:solidFill>
                          <a:effectLst/>
                          <a:latin typeface="华文宋体" panose="02010600040101010101" pitchFamily="2" charset="-122"/>
                          <a:ea typeface="华文宋体" panose="02010600040101010101" pitchFamily="2" charset="-122"/>
                        </a:rPr>
                        <a:t>ICPC EC Final</a:t>
                      </a:r>
                      <a:r>
                        <a:rPr lang="zh-CN" altLang="en-US" sz="1600" b="0" i="0" u="none" strike="noStrike" dirty="0">
                          <a:solidFill>
                            <a:schemeClr val="tx1"/>
                          </a:solidFill>
                          <a:effectLst/>
                          <a:latin typeface="华文宋体" panose="02010600040101010101" pitchFamily="2" charset="-122"/>
                          <a:ea typeface="华文宋体" panose="02010600040101010101" pitchFamily="2" charset="-122"/>
                        </a:rPr>
                        <a:t>金奖、</a:t>
                      </a:r>
                      <a:r>
                        <a:rPr lang="en-US" altLang="zh-CN" sz="1600" u="none" strike="noStrike" dirty="0">
                          <a:effectLst/>
                          <a:latin typeface="华文宋体" panose="02010600040101010101" pitchFamily="2" charset="-122"/>
                          <a:ea typeface="华文宋体" panose="02010600040101010101" pitchFamily="2" charset="-122"/>
                        </a:rPr>
                        <a:t>CCPC</a:t>
                      </a:r>
                      <a:r>
                        <a:rPr lang="zh-CN" altLang="en-US" sz="1600" u="none" strike="noStrike" dirty="0">
                          <a:effectLst/>
                          <a:latin typeface="华文宋体" panose="02010600040101010101" pitchFamily="2" charset="-122"/>
                          <a:ea typeface="华文宋体" panose="02010600040101010101" pitchFamily="2" charset="-122"/>
                        </a:rPr>
                        <a:t>季军</a:t>
                      </a:r>
                      <a:endParaRPr lang="en-US" sz="1600" b="0" i="0" u="none" strike="noStrike" dirty="0">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10"/>
                  </a:ext>
                </a:extLst>
              </a:tr>
              <a:tr h="380769">
                <a:tc>
                  <a:txBody>
                    <a:bodyPr/>
                    <a:lstStyle/>
                    <a:p>
                      <a:pPr algn="ctr" fontAlgn="ctr"/>
                      <a:r>
                        <a:rPr lang="zh-CN" sz="1600" u="none" strike="noStrike">
                          <a:effectLst/>
                          <a:latin typeface="华文宋体" panose="02010600040101010101" pitchFamily="2" charset="-122"/>
                          <a:ea typeface="华文宋体" panose="02010600040101010101" pitchFamily="2" charset="-122"/>
                        </a:rPr>
                        <a:t>侯天赐</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en-US" sz="1600" u="none" strike="noStrike">
                          <a:effectLst/>
                          <a:latin typeface="华文宋体" panose="02010600040101010101" pitchFamily="2" charset="-122"/>
                          <a:ea typeface="华文宋体" panose="02010600040101010101" pitchFamily="2" charset="-122"/>
                        </a:rPr>
                        <a:t>2021级</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zh-CN" sz="1600" u="none" strike="noStrike" dirty="0">
                          <a:effectLst/>
                          <a:latin typeface="华文宋体" panose="02010600040101010101" pitchFamily="2" charset="-122"/>
                          <a:ea typeface="华文宋体" panose="02010600040101010101" pitchFamily="2" charset="-122"/>
                        </a:rPr>
                        <a:t>数据科学学院</a:t>
                      </a:r>
                      <a:endParaRPr lang="en-US" sz="1600" b="0" i="0" u="none" strike="noStrike" dirty="0">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en-US" sz="1600" u="none" strike="noStrike">
                          <a:effectLst/>
                          <a:latin typeface="华文宋体" panose="02010600040101010101" pitchFamily="2" charset="-122"/>
                          <a:ea typeface="华文宋体" panose="02010600040101010101" pitchFamily="2" charset="-122"/>
                        </a:rPr>
                        <a:t>CCPC</a:t>
                      </a:r>
                      <a:r>
                        <a:rPr lang="zh-CN" altLang="en-US" sz="1600" b="0" i="0" u="none" strike="noStrike">
                          <a:solidFill>
                            <a:schemeClr val="tx1"/>
                          </a:solidFill>
                          <a:effectLst/>
                          <a:latin typeface="华文宋体" panose="02010600040101010101" pitchFamily="2" charset="-122"/>
                          <a:ea typeface="华文宋体" panose="02010600040101010101" pitchFamily="2" charset="-122"/>
                        </a:rPr>
                        <a:t>金奖</a:t>
                      </a:r>
                      <a:r>
                        <a:rPr lang="en-US" sz="1600" u="none" strike="noStrike">
                          <a:effectLst/>
                          <a:latin typeface="华文宋体" panose="02010600040101010101" pitchFamily="2" charset="-122"/>
                          <a:ea typeface="华文宋体" panose="02010600040101010101" pitchFamily="2" charset="-122"/>
                        </a:rPr>
                        <a:t>、</a:t>
                      </a:r>
                      <a:r>
                        <a:rPr lang="en-US" sz="1600" u="none" strike="noStrike" err="1">
                          <a:effectLst/>
                          <a:latin typeface="华文宋体" panose="02010600040101010101" pitchFamily="2" charset="-122"/>
                          <a:ea typeface="华文宋体" panose="02010600040101010101" pitchFamily="2" charset="-122"/>
                        </a:rPr>
                        <a:t>ICPC银</a:t>
                      </a:r>
                      <a:r>
                        <a:rPr lang="zh-CN" altLang="en-US" sz="1600" b="0" i="0" u="none" strike="noStrike">
                          <a:solidFill>
                            <a:schemeClr val="tx1"/>
                          </a:solidFill>
                          <a:effectLst/>
                          <a:latin typeface="华文宋体" panose="02010600040101010101" pitchFamily="2" charset="-122"/>
                          <a:ea typeface="华文宋体" panose="02010600040101010101" pitchFamily="2" charset="-122"/>
                        </a:rPr>
                        <a:t>奖</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11"/>
                  </a:ext>
                </a:extLst>
              </a:tr>
              <a:tr h="380769">
                <a:tc>
                  <a:txBody>
                    <a:bodyPr/>
                    <a:lstStyle/>
                    <a:p>
                      <a:pPr algn="ctr" fontAlgn="ctr"/>
                      <a:r>
                        <a:rPr lang="zh-CN" sz="1600" u="none" strike="noStrike">
                          <a:effectLst/>
                          <a:latin typeface="华文宋体" panose="02010600040101010101" pitchFamily="2" charset="-122"/>
                          <a:ea typeface="华文宋体" panose="02010600040101010101" pitchFamily="2" charset="-122"/>
                        </a:rPr>
                        <a:t>夏禹扬</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en-US" sz="1600" u="none" strike="noStrike">
                          <a:effectLst/>
                          <a:latin typeface="华文宋体" panose="02010600040101010101" pitchFamily="2" charset="-122"/>
                          <a:ea typeface="华文宋体" panose="02010600040101010101" pitchFamily="2" charset="-122"/>
                        </a:rPr>
                        <a:t>2021级</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zh-CN" sz="1600" u="none" strike="noStrike">
                          <a:effectLst/>
                          <a:latin typeface="华文宋体" panose="02010600040101010101" pitchFamily="2" charset="-122"/>
                          <a:ea typeface="华文宋体" panose="02010600040101010101" pitchFamily="2" charset="-122"/>
                        </a:rPr>
                        <a:t>数据科学学院</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en-US" sz="1600" u="none" strike="noStrike">
                          <a:effectLst/>
                          <a:latin typeface="华文宋体" panose="02010600040101010101" pitchFamily="2" charset="-122"/>
                          <a:ea typeface="华文宋体" panose="02010600040101010101" pitchFamily="2" charset="-122"/>
                        </a:rPr>
                        <a:t>CCPC</a:t>
                      </a:r>
                      <a:r>
                        <a:rPr lang="zh-CN" altLang="en-US" sz="1600" b="0" i="0" u="none" strike="noStrike">
                          <a:solidFill>
                            <a:schemeClr val="tx1"/>
                          </a:solidFill>
                          <a:effectLst/>
                          <a:latin typeface="华文宋体" panose="02010600040101010101" pitchFamily="2" charset="-122"/>
                          <a:ea typeface="华文宋体" panose="02010600040101010101" pitchFamily="2" charset="-122"/>
                        </a:rPr>
                        <a:t>金奖</a:t>
                      </a:r>
                      <a:r>
                        <a:rPr lang="en-US" sz="1600" u="none" strike="noStrike">
                          <a:effectLst/>
                          <a:latin typeface="华文宋体" panose="02010600040101010101" pitchFamily="2" charset="-122"/>
                          <a:ea typeface="华文宋体" panose="02010600040101010101" pitchFamily="2" charset="-122"/>
                        </a:rPr>
                        <a:t>、</a:t>
                      </a:r>
                      <a:r>
                        <a:rPr lang="en-US" sz="1600" u="none" strike="noStrike" err="1">
                          <a:effectLst/>
                          <a:latin typeface="华文宋体" panose="02010600040101010101" pitchFamily="2" charset="-122"/>
                          <a:ea typeface="华文宋体" panose="02010600040101010101" pitchFamily="2" charset="-122"/>
                        </a:rPr>
                        <a:t>ICPC银</a:t>
                      </a:r>
                      <a:r>
                        <a:rPr lang="zh-CN" altLang="en-US" sz="1600" b="0" i="0" u="none" strike="noStrike">
                          <a:solidFill>
                            <a:schemeClr val="tx1"/>
                          </a:solidFill>
                          <a:effectLst/>
                          <a:latin typeface="华文宋体" panose="02010600040101010101" pitchFamily="2" charset="-122"/>
                          <a:ea typeface="华文宋体" panose="02010600040101010101" pitchFamily="2" charset="-122"/>
                        </a:rPr>
                        <a:t>奖</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12"/>
                  </a:ext>
                </a:extLst>
              </a:tr>
              <a:tr h="380769">
                <a:tc>
                  <a:txBody>
                    <a:bodyPr/>
                    <a:lstStyle/>
                    <a:p>
                      <a:pPr algn="ctr" fontAlgn="ctr"/>
                      <a:r>
                        <a:rPr lang="zh-CN" sz="1600" u="none" strike="noStrike">
                          <a:effectLst/>
                          <a:latin typeface="华文宋体" panose="02010600040101010101" pitchFamily="2" charset="-122"/>
                          <a:ea typeface="华文宋体" panose="02010600040101010101" pitchFamily="2" charset="-122"/>
                        </a:rPr>
                        <a:t>赵子逸</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en-US" sz="1600" u="none" strike="noStrike">
                          <a:effectLst/>
                          <a:latin typeface="华文宋体" panose="02010600040101010101" pitchFamily="2" charset="-122"/>
                          <a:ea typeface="华文宋体" panose="02010600040101010101" pitchFamily="2" charset="-122"/>
                        </a:rPr>
                        <a:t>2021级</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zh-CN" sz="1600" u="none" strike="noStrike">
                          <a:effectLst/>
                          <a:latin typeface="华文宋体" panose="02010600040101010101" pitchFamily="2" charset="-122"/>
                          <a:ea typeface="华文宋体" panose="02010600040101010101" pitchFamily="2" charset="-122"/>
                        </a:rPr>
                        <a:t>数据科学学院</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en-US" sz="1600" u="none" strike="noStrike">
                          <a:effectLst/>
                          <a:latin typeface="华文宋体" panose="02010600040101010101" pitchFamily="2" charset="-122"/>
                          <a:ea typeface="华文宋体" panose="02010600040101010101" pitchFamily="2" charset="-122"/>
                        </a:rPr>
                        <a:t>CCPC</a:t>
                      </a:r>
                      <a:r>
                        <a:rPr lang="zh-CN" altLang="en-US" sz="1600" b="0" i="0" u="none" strike="noStrike">
                          <a:solidFill>
                            <a:schemeClr val="tx1"/>
                          </a:solidFill>
                          <a:effectLst/>
                          <a:latin typeface="华文宋体" panose="02010600040101010101" pitchFamily="2" charset="-122"/>
                          <a:ea typeface="华文宋体" panose="02010600040101010101" pitchFamily="2" charset="-122"/>
                        </a:rPr>
                        <a:t>金奖</a:t>
                      </a:r>
                      <a:r>
                        <a:rPr lang="en-US" sz="1600" u="none" strike="noStrike">
                          <a:effectLst/>
                          <a:latin typeface="华文宋体" panose="02010600040101010101" pitchFamily="2" charset="-122"/>
                          <a:ea typeface="华文宋体" panose="02010600040101010101" pitchFamily="2" charset="-122"/>
                        </a:rPr>
                        <a:t>、</a:t>
                      </a:r>
                      <a:r>
                        <a:rPr lang="en-US" sz="1600" u="none" strike="noStrike" err="1">
                          <a:effectLst/>
                          <a:latin typeface="华文宋体" panose="02010600040101010101" pitchFamily="2" charset="-122"/>
                          <a:ea typeface="华文宋体" panose="02010600040101010101" pitchFamily="2" charset="-122"/>
                        </a:rPr>
                        <a:t>ICPC银</a:t>
                      </a:r>
                      <a:r>
                        <a:rPr lang="zh-CN" altLang="en-US" sz="1600" b="0" i="0" u="none" strike="noStrike">
                          <a:solidFill>
                            <a:schemeClr val="tx1"/>
                          </a:solidFill>
                          <a:effectLst/>
                          <a:latin typeface="华文宋体" panose="02010600040101010101" pitchFamily="2" charset="-122"/>
                          <a:ea typeface="华文宋体" panose="02010600040101010101" pitchFamily="2" charset="-122"/>
                        </a:rPr>
                        <a:t>奖</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13"/>
                  </a:ext>
                </a:extLst>
              </a:tr>
              <a:tr h="402644">
                <a:tc>
                  <a:txBody>
                    <a:bodyPr/>
                    <a:lstStyle/>
                    <a:p>
                      <a:pPr algn="ctr" fontAlgn="ctr"/>
                      <a:r>
                        <a:rPr lang="zh-CN" sz="1600" u="none" strike="noStrike">
                          <a:effectLst/>
                          <a:latin typeface="华文宋体" panose="02010600040101010101" pitchFamily="2" charset="-122"/>
                          <a:ea typeface="华文宋体" panose="02010600040101010101" pitchFamily="2" charset="-122"/>
                        </a:rPr>
                        <a:t>潘婕</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en-US" sz="1600" u="none" strike="noStrike">
                          <a:effectLst/>
                          <a:latin typeface="华文宋体" panose="02010600040101010101" pitchFamily="2" charset="-122"/>
                          <a:ea typeface="华文宋体" panose="02010600040101010101" pitchFamily="2" charset="-122"/>
                        </a:rPr>
                        <a:t>2021级</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zh-CN" sz="1600" u="none" strike="noStrike" dirty="0">
                          <a:effectLst/>
                          <a:latin typeface="华文宋体" panose="02010600040101010101" pitchFamily="2" charset="-122"/>
                          <a:ea typeface="华文宋体" panose="02010600040101010101" pitchFamily="2" charset="-122"/>
                        </a:rPr>
                        <a:t>数据科学学院</a:t>
                      </a:r>
                      <a:endParaRPr lang="en-US" sz="1600" b="0" i="0" u="none" strike="noStrike" dirty="0">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en-US" sz="1600" u="none" strike="noStrike" dirty="0" err="1">
                          <a:effectLst/>
                          <a:latin typeface="华文宋体" panose="02010600040101010101" pitchFamily="2" charset="-122"/>
                          <a:ea typeface="华文宋体" panose="02010600040101010101" pitchFamily="2" charset="-122"/>
                        </a:rPr>
                        <a:t>ICPC铜</a:t>
                      </a:r>
                      <a:r>
                        <a:rPr lang="zh-CN" altLang="en-US" sz="1600" b="0" i="0" u="none" strike="noStrike" dirty="0">
                          <a:solidFill>
                            <a:schemeClr val="tx1"/>
                          </a:solidFill>
                          <a:effectLst/>
                          <a:latin typeface="华文宋体" panose="02010600040101010101" pitchFamily="2" charset="-122"/>
                          <a:ea typeface="华文宋体" panose="02010600040101010101" pitchFamily="2" charset="-122"/>
                        </a:rPr>
                        <a:t>奖</a:t>
                      </a:r>
                      <a:endParaRPr lang="en-US" sz="1600" b="0" i="0" u="none" strike="noStrike" dirty="0">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14"/>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 name="组合 6"/>
          <p:cNvGrpSpPr/>
          <p:nvPr/>
        </p:nvGrpSpPr>
        <p:grpSpPr>
          <a:xfrm>
            <a:off x="9752" y="270751"/>
            <a:ext cx="7549923" cy="9999797"/>
            <a:chOff x="9752" y="255633"/>
            <a:chExt cx="7549923" cy="9999797"/>
          </a:xfrm>
        </p:grpSpPr>
        <p:pic>
          <p:nvPicPr>
            <p:cNvPr id="144" name="图片 7"/>
            <p:cNvPicPr>
              <a:picLocks noChangeAspect="1"/>
            </p:cNvPicPr>
            <p:nvPr/>
          </p:nvPicPr>
          <p:blipFill>
            <a:blip r:embed="rId3"/>
            <a:srcRect r="1505"/>
            <a:stretch/>
          </p:blipFill>
          <p:spPr>
            <a:xfrm>
              <a:off x="9752" y="255633"/>
              <a:ext cx="7549923" cy="9999797"/>
            </a:xfrm>
            <a:prstGeom prst="rect">
              <a:avLst/>
            </a:prstGeom>
          </p:spPr>
        </p:pic>
        <p:pic>
          <p:nvPicPr>
            <p:cNvPr id="145" name="图片 8"/>
            <p:cNvPicPr>
              <a:picLocks noChangeAspect="1"/>
            </p:cNvPicPr>
            <p:nvPr/>
          </p:nvPicPr>
          <p:blipFill>
            <a:blip r:embed="rId4"/>
            <a:stretch>
              <a:fillRect/>
            </a:stretch>
          </p:blipFill>
          <p:spPr>
            <a:xfrm>
              <a:off x="2733503" y="958361"/>
              <a:ext cx="4803852" cy="183897"/>
            </a:xfrm>
            <a:prstGeom prst="rect">
              <a:avLst/>
            </a:prstGeom>
          </p:spPr>
        </p:pic>
        <p:pic>
          <p:nvPicPr>
            <p:cNvPr id="146" name="图片 9"/>
            <p:cNvPicPr>
              <a:picLocks noChangeAspect="1"/>
            </p:cNvPicPr>
            <p:nvPr/>
          </p:nvPicPr>
          <p:blipFill>
            <a:blip r:embed="rId5"/>
            <a:stretch>
              <a:fillRect/>
            </a:stretch>
          </p:blipFill>
          <p:spPr>
            <a:xfrm>
              <a:off x="2955317" y="489607"/>
              <a:ext cx="4480144" cy="476842"/>
            </a:xfrm>
            <a:prstGeom prst="rect">
              <a:avLst/>
            </a:prstGeom>
          </p:spPr>
        </p:pic>
      </p:grpSp>
      <p:sp>
        <p:nvSpPr>
          <p:cNvPr id="148" name="Title Placeholder 1"/>
          <p:cNvSpPr txBox="1"/>
          <p:nvPr/>
        </p:nvSpPr>
        <p:spPr>
          <a:xfrm>
            <a:off x="593999" y="954000"/>
            <a:ext cx="6054449"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曾获</a:t>
            </a:r>
            <a:r>
              <a:rPr lang="en-US" altLang="zh-CN" sz="3200" dirty="0"/>
              <a:t>ICPC/CCPC</a:t>
            </a:r>
            <a:r>
              <a:rPr lang="zh-CN" altLang="en-US" sz="3200" dirty="0"/>
              <a:t>奖项队员</a:t>
            </a:r>
            <a:endParaRPr lang="en-CN" altLang="zh-CN" sz="3200"/>
          </a:p>
        </p:txBody>
      </p:sp>
      <p:cxnSp>
        <p:nvCxnSpPr>
          <p:cNvPr id="149" name="图形"/>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152" name="文本框 4"/>
          <p:cNvSpPr txBox="1"/>
          <p:nvPr/>
        </p:nvSpPr>
        <p:spPr>
          <a:xfrm>
            <a:off x="4778527" y="9557605"/>
            <a:ext cx="4633521" cy="323165"/>
          </a:xfrm>
          <a:prstGeom prst="rect">
            <a:avLst/>
          </a:prstGeom>
          <a:noFill/>
        </p:spPr>
        <p:txBody>
          <a:bodyPr wrap="square">
            <a:spAutoFit/>
          </a:bodyPr>
          <a:lstStyle/>
          <a:p>
            <a:r>
              <a:rPr lang="en-US" altLang="zh-CN" sz="1500" dirty="0">
                <a:solidFill>
                  <a:schemeClr val="tx1">
                    <a:lumMod val="85000"/>
                    <a:lumOff val="15000"/>
                  </a:schemeClr>
                </a:solidFill>
                <a:latin typeface="华文宋体" panose="02010600040101010101" pitchFamily="2" charset="-122"/>
                <a:ea typeface="华文宋体" panose="02010600040101010101" pitchFamily="2" charset="-122"/>
                <a:cs typeface="+mn-ea"/>
              </a:rPr>
              <a:t>20</a:t>
            </a:r>
            <a:endParaRPr lang="zh-CN" altLang="en-US" sz="1500" dirty="0">
              <a:solidFill>
                <a:schemeClr val="tx1">
                  <a:lumMod val="85000"/>
                  <a:lumOff val="15000"/>
                </a:schemeClr>
              </a:solidFill>
              <a:latin typeface="华文宋体" panose="02010600040101010101" pitchFamily="2" charset="-122"/>
              <a:ea typeface="华文宋体" panose="02010600040101010101" pitchFamily="2" charset="-122"/>
              <a:cs typeface="+mn-ea"/>
            </a:endParaRPr>
          </a:p>
        </p:txBody>
      </p:sp>
      <p:pic>
        <p:nvPicPr>
          <p:cNvPr id="153" name="图片 5"/>
          <p:cNvPicPr>
            <a:picLocks noChangeAspect="1"/>
          </p:cNvPicPr>
          <p:nvPr/>
        </p:nvPicPr>
        <p:blipFill>
          <a:blip r:embed="rId6" cstate="print"/>
          <a:stretch>
            <a:fillRect/>
          </a:stretch>
        </p:blipFill>
        <p:spPr>
          <a:xfrm>
            <a:off x="1336928" y="196268"/>
            <a:ext cx="6637825" cy="925594"/>
          </a:xfrm>
          <a:prstGeom prst="rect">
            <a:avLst/>
          </a:prstGeom>
        </p:spPr>
      </p:pic>
      <p:sp>
        <p:nvSpPr>
          <p:cNvPr id="2" name="矩形 48">
            <a:extLst>
              <a:ext uri="{FF2B5EF4-FFF2-40B4-BE49-F238E27FC236}">
                <a16:creationId xmlns:a16="http://schemas.microsoft.com/office/drawing/2014/main" id="{B26ADA8B-450D-1711-16CB-755BED38D702}"/>
              </a:ext>
            </a:extLst>
          </p:cNvPr>
          <p:cNvSpPr/>
          <p:nvPr/>
        </p:nvSpPr>
        <p:spPr>
          <a:xfrm rot="5400000" flipH="1">
            <a:off x="2252301" y="75600"/>
            <a:ext cx="3486789" cy="7127958"/>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graphicFrame>
        <p:nvGraphicFramePr>
          <p:cNvPr id="3" name="表格 2">
            <a:extLst>
              <a:ext uri="{FF2B5EF4-FFF2-40B4-BE49-F238E27FC236}">
                <a16:creationId xmlns:a16="http://schemas.microsoft.com/office/drawing/2014/main" id="{4CD9E9B9-F751-B58A-797C-4A0635911E9B}"/>
              </a:ext>
            </a:extLst>
          </p:cNvPr>
          <p:cNvGraphicFramePr/>
          <p:nvPr>
            <p:extLst>
              <p:ext uri="{D42A27DB-BD31-4B8C-83A1-F6EECF244321}">
                <p14:modId xmlns:p14="http://schemas.microsoft.com/office/powerpoint/2010/main" val="1409071139"/>
              </p:ext>
            </p:extLst>
          </p:nvPr>
        </p:nvGraphicFramePr>
        <p:xfrm>
          <a:off x="824489" y="2062800"/>
          <a:ext cx="6342412" cy="4116840"/>
        </p:xfrm>
        <a:graphic>
          <a:graphicData uri="http://schemas.openxmlformats.org/drawingml/2006/table">
            <a:tbl>
              <a:tblPr>
                <a:tableStyleId>{5940675A-B579-460E-94D1-54222C63F5DA}</a:tableStyleId>
              </a:tblPr>
              <a:tblGrid>
                <a:gridCol w="1466999">
                  <a:extLst>
                    <a:ext uri="{9D8B030D-6E8A-4147-A177-3AD203B41FA5}">
                      <a16:colId xmlns:a16="http://schemas.microsoft.com/office/drawing/2014/main" val="1"/>
                    </a:ext>
                  </a:extLst>
                </a:gridCol>
                <a:gridCol w="715795">
                  <a:extLst>
                    <a:ext uri="{9D8B030D-6E8A-4147-A177-3AD203B41FA5}">
                      <a16:colId xmlns:a16="http://schemas.microsoft.com/office/drawing/2014/main" val="2"/>
                    </a:ext>
                  </a:extLst>
                </a:gridCol>
                <a:gridCol w="1387767">
                  <a:extLst>
                    <a:ext uri="{9D8B030D-6E8A-4147-A177-3AD203B41FA5}">
                      <a16:colId xmlns:a16="http://schemas.microsoft.com/office/drawing/2014/main" val="3"/>
                    </a:ext>
                  </a:extLst>
                </a:gridCol>
                <a:gridCol w="2771851">
                  <a:extLst>
                    <a:ext uri="{9D8B030D-6E8A-4147-A177-3AD203B41FA5}">
                      <a16:colId xmlns:a16="http://schemas.microsoft.com/office/drawing/2014/main" val="4"/>
                    </a:ext>
                  </a:extLst>
                </a:gridCol>
              </a:tblGrid>
              <a:tr h="273974">
                <a:tc>
                  <a:txBody>
                    <a:bodyPr/>
                    <a:lstStyle/>
                    <a:p>
                      <a:pPr algn="ctr" fontAlgn="ctr"/>
                      <a:r>
                        <a:rPr lang="zh-CN" sz="1600" b="1" u="none" strike="noStrike">
                          <a:effectLst/>
                          <a:latin typeface="华文宋体" panose="02010600040101010101" pitchFamily="2" charset="-122"/>
                          <a:ea typeface="华文宋体" panose="02010600040101010101" pitchFamily="2" charset="-122"/>
                        </a:rPr>
                        <a:t>姓名</a:t>
                      </a:r>
                      <a:endParaRPr lang="en-US" sz="1600" b="1"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zh-CN" sz="1600" b="1" u="none" strike="noStrike">
                          <a:effectLst/>
                          <a:latin typeface="华文宋体" panose="02010600040101010101" pitchFamily="2" charset="-122"/>
                          <a:ea typeface="华文宋体" panose="02010600040101010101" pitchFamily="2" charset="-122"/>
                        </a:rPr>
                        <a:t>年级</a:t>
                      </a:r>
                      <a:endParaRPr lang="en-US" sz="1600" b="1"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zh-CN" sz="1600" b="1" u="none" strike="noStrike">
                          <a:effectLst/>
                          <a:latin typeface="华文宋体" panose="02010600040101010101" pitchFamily="2" charset="-122"/>
                          <a:ea typeface="华文宋体" panose="02010600040101010101" pitchFamily="2" charset="-122"/>
                        </a:rPr>
                        <a:t>学院</a:t>
                      </a:r>
                      <a:endParaRPr lang="en-US" sz="1600" b="1"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zh-CN" sz="1600" b="1" u="none" strike="noStrike">
                          <a:effectLst/>
                          <a:latin typeface="华文宋体" panose="02010600040101010101" pitchFamily="2" charset="-122"/>
                          <a:ea typeface="华文宋体" panose="02010600040101010101" pitchFamily="2" charset="-122"/>
                        </a:rPr>
                        <a:t>代表性成绩</a:t>
                      </a:r>
                      <a:endParaRPr lang="en-US" sz="1600" b="1"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1"/>
                  </a:ext>
                </a:extLst>
              </a:tr>
              <a:tr h="380769">
                <a:tc>
                  <a:txBody>
                    <a:bodyPr/>
                    <a:lstStyle/>
                    <a:p>
                      <a:pPr algn="ctr" fontAlgn="ctr"/>
                      <a:r>
                        <a:rPr lang="zh-CN" sz="1600" u="none" strike="noStrike" dirty="0">
                          <a:solidFill>
                            <a:schemeClr val="tx1"/>
                          </a:solidFill>
                          <a:effectLst/>
                          <a:latin typeface="华文宋体" panose="02010600040101010101" pitchFamily="2" charset="-122"/>
                          <a:ea typeface="华文宋体" panose="02010600040101010101" pitchFamily="2" charset="-122"/>
                        </a:rPr>
                        <a:t>曲恒毅</a:t>
                      </a:r>
                      <a:endParaRPr lang="en-US" sz="1600" b="0" i="0" u="none" strike="noStrike" dirty="0">
                        <a:solidFill>
                          <a:schemeClr val="tx1"/>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en-US" sz="1600" u="none" strike="noStrike" dirty="0">
                          <a:solidFill>
                            <a:schemeClr val="tx1"/>
                          </a:solidFill>
                          <a:effectLst/>
                          <a:latin typeface="华文宋体" panose="02010600040101010101" pitchFamily="2" charset="-122"/>
                          <a:ea typeface="华文宋体" panose="02010600040101010101" pitchFamily="2" charset="-122"/>
                        </a:rPr>
                        <a:t>2020级</a:t>
                      </a:r>
                      <a:endParaRPr lang="en-US" sz="1600" b="0" i="0" u="none" strike="noStrike" dirty="0">
                        <a:solidFill>
                          <a:schemeClr val="tx1"/>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zh-CN" sz="1600" u="none" strike="noStrike">
                          <a:solidFill>
                            <a:schemeClr val="tx1"/>
                          </a:solidFill>
                          <a:effectLst/>
                          <a:latin typeface="华文宋体" panose="02010600040101010101" pitchFamily="2" charset="-122"/>
                          <a:ea typeface="华文宋体" panose="02010600040101010101" pitchFamily="2" charset="-122"/>
                        </a:rPr>
                        <a:t>数据科学学院</a:t>
                      </a:r>
                      <a:endParaRPr lang="en-US" sz="1600" b="0" i="0" u="none" strike="noStrike">
                        <a:solidFill>
                          <a:schemeClr val="tx1"/>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en-US" sz="1600" u="none" strike="noStrike">
                          <a:solidFill>
                            <a:schemeClr val="tx1"/>
                          </a:solidFill>
                          <a:effectLst/>
                          <a:latin typeface="华文宋体" panose="02010600040101010101" pitchFamily="2" charset="-122"/>
                          <a:ea typeface="华文宋体" panose="02010600040101010101" pitchFamily="2" charset="-122"/>
                        </a:rPr>
                        <a:t>CCPC</a:t>
                      </a:r>
                      <a:r>
                        <a:rPr lang="zh-CN" altLang="en-US" sz="1600" b="0" i="0" u="none" strike="noStrike">
                          <a:solidFill>
                            <a:schemeClr val="tx1"/>
                          </a:solidFill>
                          <a:effectLst/>
                          <a:latin typeface="华文宋体" panose="02010600040101010101" pitchFamily="2" charset="-122"/>
                          <a:ea typeface="华文宋体" panose="02010600040101010101" pitchFamily="2" charset="-122"/>
                        </a:rPr>
                        <a:t>金奖</a:t>
                      </a:r>
                      <a:r>
                        <a:rPr lang="en-US" sz="1600" u="none" strike="noStrike">
                          <a:solidFill>
                            <a:schemeClr val="tx1"/>
                          </a:solidFill>
                          <a:effectLst/>
                          <a:latin typeface="华文宋体" panose="02010600040101010101" pitchFamily="2" charset="-122"/>
                          <a:ea typeface="华文宋体" panose="02010600040101010101" pitchFamily="2" charset="-122"/>
                        </a:rPr>
                        <a:t>、</a:t>
                      </a:r>
                      <a:r>
                        <a:rPr lang="en-US" sz="1600" u="none" strike="noStrike" err="1">
                          <a:solidFill>
                            <a:schemeClr val="tx1"/>
                          </a:solidFill>
                          <a:effectLst/>
                          <a:latin typeface="华文宋体" panose="02010600040101010101" pitchFamily="2" charset="-122"/>
                          <a:ea typeface="华文宋体" panose="02010600040101010101" pitchFamily="2" charset="-122"/>
                        </a:rPr>
                        <a:t>ICPC银</a:t>
                      </a:r>
                      <a:r>
                        <a:rPr lang="zh-CN" altLang="en-US" sz="1600" b="0" i="0" u="none" strike="noStrike">
                          <a:solidFill>
                            <a:schemeClr val="tx1"/>
                          </a:solidFill>
                          <a:effectLst/>
                          <a:latin typeface="华文宋体" panose="02010600040101010101" pitchFamily="2" charset="-122"/>
                          <a:ea typeface="华文宋体" panose="02010600040101010101" pitchFamily="2" charset="-122"/>
                        </a:rPr>
                        <a:t>奖</a:t>
                      </a:r>
                      <a:endParaRPr lang="en-US" sz="1600" b="0" i="0" u="none" strike="noStrike">
                        <a:solidFill>
                          <a:schemeClr val="tx1"/>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4116750286"/>
                  </a:ext>
                </a:extLst>
              </a:tr>
              <a:tr h="380769">
                <a:tc>
                  <a:txBody>
                    <a:bodyPr/>
                    <a:lstStyle/>
                    <a:p>
                      <a:pPr algn="ctr" fontAlgn="ctr"/>
                      <a:r>
                        <a:rPr lang="zh-CN" sz="1600" u="none" strike="noStrike">
                          <a:effectLst/>
                          <a:latin typeface="华文宋体" panose="02010600040101010101" pitchFamily="2" charset="-122"/>
                          <a:ea typeface="华文宋体" panose="02010600040101010101" pitchFamily="2" charset="-122"/>
                        </a:rPr>
                        <a:t>程思浩</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en-US" sz="1600" u="none" strike="noStrike">
                          <a:effectLst/>
                          <a:latin typeface="华文宋体" panose="02010600040101010101" pitchFamily="2" charset="-122"/>
                          <a:ea typeface="华文宋体" panose="02010600040101010101" pitchFamily="2" charset="-122"/>
                        </a:rPr>
                        <a:t>2020级</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zh-CN" sz="1600" u="none" strike="noStrike" dirty="0">
                          <a:effectLst/>
                          <a:latin typeface="华文宋体" panose="02010600040101010101" pitchFamily="2" charset="-122"/>
                          <a:ea typeface="华文宋体" panose="02010600040101010101" pitchFamily="2" charset="-122"/>
                        </a:rPr>
                        <a:t>数据科学学院</a:t>
                      </a:r>
                      <a:endParaRPr lang="en-US" sz="1600" b="0" i="0" u="none" strike="noStrike" dirty="0">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en-US" sz="1600" u="none" strike="noStrike" dirty="0" err="1">
                          <a:effectLst/>
                          <a:latin typeface="华文宋体" panose="02010600040101010101" pitchFamily="2" charset="-122"/>
                          <a:ea typeface="华文宋体" panose="02010600040101010101" pitchFamily="2" charset="-122"/>
                        </a:rPr>
                        <a:t>ICPC银</a:t>
                      </a:r>
                      <a:r>
                        <a:rPr lang="zh-CN" altLang="en-US" sz="1600" b="0" i="0" u="none" strike="noStrike" dirty="0">
                          <a:solidFill>
                            <a:schemeClr val="tx1"/>
                          </a:solidFill>
                          <a:effectLst/>
                          <a:latin typeface="华文宋体" panose="02010600040101010101" pitchFamily="2" charset="-122"/>
                          <a:ea typeface="华文宋体" panose="02010600040101010101" pitchFamily="2" charset="-122"/>
                        </a:rPr>
                        <a:t>奖</a:t>
                      </a:r>
                      <a:endParaRPr lang="en-US" sz="1600" b="0" i="0" u="none" strike="noStrike" dirty="0">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3865312075"/>
                  </a:ext>
                </a:extLst>
              </a:tr>
              <a:tr h="380769">
                <a:tc>
                  <a:txBody>
                    <a:bodyPr/>
                    <a:lstStyle/>
                    <a:p>
                      <a:pPr algn="ctr" fontAlgn="ctr"/>
                      <a:r>
                        <a:rPr lang="zh-CN" sz="1600" u="none" strike="noStrike" dirty="0">
                          <a:effectLst/>
                          <a:latin typeface="华文宋体" panose="02010600040101010101" pitchFamily="2" charset="-122"/>
                          <a:ea typeface="华文宋体" panose="02010600040101010101" pitchFamily="2" charset="-122"/>
                        </a:rPr>
                        <a:t>陈建文</a:t>
                      </a:r>
                      <a:endParaRPr lang="en-US" sz="1600" b="0" i="0" u="none" strike="noStrike" dirty="0">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en-US" sz="1600" u="none" strike="noStrike" dirty="0">
                          <a:effectLst/>
                          <a:latin typeface="华文宋体" panose="02010600040101010101" pitchFamily="2" charset="-122"/>
                          <a:ea typeface="华文宋体" panose="02010600040101010101" pitchFamily="2" charset="-122"/>
                        </a:rPr>
                        <a:t>2020级</a:t>
                      </a:r>
                      <a:endParaRPr lang="en-US" sz="1600" b="0" i="0" u="none" strike="noStrike" dirty="0">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zh-CN" sz="1600" u="none" strike="noStrike">
                          <a:effectLst/>
                          <a:latin typeface="华文宋体" panose="02010600040101010101" pitchFamily="2" charset="-122"/>
                          <a:ea typeface="华文宋体" panose="02010600040101010101" pitchFamily="2" charset="-122"/>
                        </a:rPr>
                        <a:t>数据科学学院</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en-US" sz="1600" u="none" strike="noStrike" dirty="0" err="1">
                          <a:effectLst/>
                          <a:latin typeface="华文宋体" panose="02010600040101010101" pitchFamily="2" charset="-122"/>
                          <a:ea typeface="华文宋体" panose="02010600040101010101" pitchFamily="2" charset="-122"/>
                        </a:rPr>
                        <a:t>ICPC银</a:t>
                      </a:r>
                      <a:r>
                        <a:rPr lang="zh-CN" altLang="en-US" sz="1600" b="0" i="0" u="none" strike="noStrike" dirty="0">
                          <a:solidFill>
                            <a:schemeClr val="tx1"/>
                          </a:solidFill>
                          <a:effectLst/>
                          <a:latin typeface="华文宋体" panose="02010600040101010101" pitchFamily="2" charset="-122"/>
                          <a:ea typeface="华文宋体" panose="02010600040101010101" pitchFamily="2" charset="-122"/>
                        </a:rPr>
                        <a:t>奖</a:t>
                      </a:r>
                      <a:endParaRPr lang="en-US" sz="1600" b="0" i="0" u="none" strike="noStrike" dirty="0">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2"/>
                  </a:ext>
                </a:extLst>
              </a:tr>
              <a:tr h="380769">
                <a:tc>
                  <a:txBody>
                    <a:bodyPr/>
                    <a:lstStyle/>
                    <a:p>
                      <a:pPr algn="ctr" fontAlgn="ctr"/>
                      <a:r>
                        <a:rPr lang="zh-CN" sz="1600" u="none" strike="noStrike">
                          <a:effectLst/>
                          <a:latin typeface="华文宋体" panose="02010600040101010101" pitchFamily="2" charset="-122"/>
                          <a:ea typeface="华文宋体" panose="02010600040101010101" pitchFamily="2" charset="-122"/>
                        </a:rPr>
                        <a:t>金德容</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en-US" sz="1600" u="none" strike="noStrike">
                          <a:effectLst/>
                          <a:latin typeface="华文宋体" panose="02010600040101010101" pitchFamily="2" charset="-122"/>
                          <a:ea typeface="华文宋体" panose="02010600040101010101" pitchFamily="2" charset="-122"/>
                        </a:rPr>
                        <a:t>2020级</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zh-CN" sz="1600" u="none" strike="noStrike">
                          <a:effectLst/>
                          <a:latin typeface="华文宋体" panose="02010600040101010101" pitchFamily="2" charset="-122"/>
                          <a:ea typeface="华文宋体" panose="02010600040101010101" pitchFamily="2" charset="-122"/>
                        </a:rPr>
                        <a:t>数据科学学院</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en-US" sz="1600" u="none" strike="noStrike" err="1">
                          <a:effectLst/>
                          <a:latin typeface="华文宋体" panose="02010600040101010101" pitchFamily="2" charset="-122"/>
                          <a:ea typeface="华文宋体" panose="02010600040101010101" pitchFamily="2" charset="-122"/>
                        </a:rPr>
                        <a:t>ICPC银</a:t>
                      </a:r>
                      <a:r>
                        <a:rPr lang="zh-CN" altLang="en-US" sz="1600" b="0" i="0" u="none" strike="noStrike">
                          <a:solidFill>
                            <a:schemeClr val="tx1"/>
                          </a:solidFill>
                          <a:effectLst/>
                          <a:latin typeface="华文宋体" panose="02010600040101010101" pitchFamily="2" charset="-122"/>
                          <a:ea typeface="华文宋体" panose="02010600040101010101" pitchFamily="2" charset="-122"/>
                        </a:rPr>
                        <a:t>奖</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3"/>
                  </a:ext>
                </a:extLst>
              </a:tr>
              <a:tr h="394070">
                <a:tc>
                  <a:txBody>
                    <a:bodyPr/>
                    <a:lstStyle/>
                    <a:p>
                      <a:pPr algn="ctr" fontAlgn="ctr"/>
                      <a:r>
                        <a:rPr lang="zh-CN" sz="1600" u="none" strike="noStrike">
                          <a:effectLst/>
                          <a:latin typeface="华文宋体" panose="02010600040101010101" pitchFamily="2" charset="-122"/>
                          <a:ea typeface="华文宋体" panose="02010600040101010101" pitchFamily="2" charset="-122"/>
                        </a:rPr>
                        <a:t>俞晨阳</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en-US" sz="1600" u="none" strike="noStrike">
                          <a:effectLst/>
                          <a:latin typeface="华文宋体" panose="02010600040101010101" pitchFamily="2" charset="-122"/>
                          <a:ea typeface="华文宋体" panose="02010600040101010101" pitchFamily="2" charset="-122"/>
                        </a:rPr>
                        <a:t>2020级</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zh-CN" sz="1600" u="none" strike="noStrike">
                          <a:effectLst/>
                          <a:latin typeface="华文宋体" panose="02010600040101010101" pitchFamily="2" charset="-122"/>
                          <a:ea typeface="华文宋体" panose="02010600040101010101" pitchFamily="2" charset="-122"/>
                        </a:rPr>
                        <a:t>数据科学学院</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en-US" sz="1600" u="none" strike="noStrike" err="1">
                          <a:effectLst/>
                          <a:latin typeface="华文宋体" panose="02010600040101010101" pitchFamily="2" charset="-122"/>
                          <a:ea typeface="华文宋体" panose="02010600040101010101" pitchFamily="2" charset="-122"/>
                        </a:rPr>
                        <a:t>ICPC铜</a:t>
                      </a:r>
                      <a:r>
                        <a:rPr lang="zh-CN" altLang="en-US" sz="1600" b="0" i="0" u="none" strike="noStrike">
                          <a:solidFill>
                            <a:schemeClr val="tx1"/>
                          </a:solidFill>
                          <a:effectLst/>
                          <a:latin typeface="华文宋体" panose="02010600040101010101" pitchFamily="2" charset="-122"/>
                          <a:ea typeface="华文宋体" panose="02010600040101010101" pitchFamily="2" charset="-122"/>
                        </a:rPr>
                        <a:t>奖</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4"/>
                  </a:ext>
                </a:extLst>
              </a:tr>
              <a:tr h="402644">
                <a:tc>
                  <a:txBody>
                    <a:bodyPr/>
                    <a:lstStyle/>
                    <a:p>
                      <a:pPr algn="ctr" fontAlgn="ctr"/>
                      <a:r>
                        <a:rPr lang="zh-CN" sz="1600" u="none" strike="noStrike">
                          <a:effectLst/>
                          <a:latin typeface="华文宋体" panose="02010600040101010101" pitchFamily="2" charset="-122"/>
                          <a:ea typeface="华文宋体" panose="02010600040101010101" pitchFamily="2" charset="-122"/>
                        </a:rPr>
                        <a:t>吴东昊</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en-US" sz="1600" u="none" strike="noStrike">
                          <a:effectLst/>
                          <a:latin typeface="华文宋体" panose="02010600040101010101" pitchFamily="2" charset="-122"/>
                          <a:ea typeface="华文宋体" panose="02010600040101010101" pitchFamily="2" charset="-122"/>
                        </a:rPr>
                        <a:t>2020级</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zh-CN" sz="1600" u="none" strike="noStrike">
                          <a:effectLst/>
                          <a:latin typeface="华文宋体" panose="02010600040101010101" pitchFamily="2" charset="-122"/>
                          <a:ea typeface="华文宋体" panose="02010600040101010101" pitchFamily="2" charset="-122"/>
                        </a:rPr>
                        <a:t>数据科学学院</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en-US" sz="1600" u="none" strike="noStrike" err="1">
                          <a:effectLst/>
                          <a:latin typeface="华文宋体" panose="02010600040101010101" pitchFamily="2" charset="-122"/>
                          <a:ea typeface="华文宋体" panose="02010600040101010101" pitchFamily="2" charset="-122"/>
                        </a:rPr>
                        <a:t>ICPC铜</a:t>
                      </a:r>
                      <a:r>
                        <a:rPr lang="zh-CN" altLang="en-US" sz="1600" b="0" i="0" u="none" strike="noStrike">
                          <a:solidFill>
                            <a:schemeClr val="tx1"/>
                          </a:solidFill>
                          <a:effectLst/>
                          <a:latin typeface="华文宋体" panose="02010600040101010101" pitchFamily="2" charset="-122"/>
                          <a:ea typeface="华文宋体" panose="02010600040101010101" pitchFamily="2" charset="-122"/>
                        </a:rPr>
                        <a:t>奖</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5"/>
                  </a:ext>
                </a:extLst>
              </a:tr>
              <a:tr h="380769">
                <a:tc>
                  <a:txBody>
                    <a:bodyPr/>
                    <a:lstStyle/>
                    <a:p>
                      <a:pPr algn="ctr" fontAlgn="ctr"/>
                      <a:r>
                        <a:rPr lang="zh-CN" sz="1600" u="none" strike="noStrike">
                          <a:effectLst/>
                          <a:latin typeface="华文宋体" panose="02010600040101010101" pitchFamily="2" charset="-122"/>
                          <a:ea typeface="华文宋体" panose="02010600040101010101" pitchFamily="2" charset="-122"/>
                        </a:rPr>
                        <a:t>邓毅轩</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en-US" sz="1600" u="none" strike="noStrike">
                          <a:effectLst/>
                          <a:latin typeface="华文宋体" panose="02010600040101010101" pitchFamily="2" charset="-122"/>
                          <a:ea typeface="华文宋体" panose="02010600040101010101" pitchFamily="2" charset="-122"/>
                        </a:rPr>
                        <a:t>2020级</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zh-CN" sz="1600" u="none" strike="noStrike">
                          <a:effectLst/>
                          <a:latin typeface="华文宋体" panose="02010600040101010101" pitchFamily="2" charset="-122"/>
                          <a:ea typeface="华文宋体" panose="02010600040101010101" pitchFamily="2" charset="-122"/>
                        </a:rPr>
                        <a:t>数据科学学院</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en-US" sz="1600" u="none" strike="noStrike" dirty="0" err="1">
                          <a:effectLst/>
                          <a:latin typeface="华文宋体" panose="02010600040101010101" pitchFamily="2" charset="-122"/>
                          <a:ea typeface="华文宋体" panose="02010600040101010101" pitchFamily="2" charset="-122"/>
                        </a:rPr>
                        <a:t>ICPC铜</a:t>
                      </a:r>
                      <a:r>
                        <a:rPr lang="zh-CN" altLang="en-US" sz="1600" b="0" i="0" u="none" strike="noStrike" dirty="0">
                          <a:solidFill>
                            <a:schemeClr val="tx1"/>
                          </a:solidFill>
                          <a:effectLst/>
                          <a:latin typeface="华文宋体" panose="02010600040101010101" pitchFamily="2" charset="-122"/>
                          <a:ea typeface="华文宋体" panose="02010600040101010101" pitchFamily="2" charset="-122"/>
                        </a:rPr>
                        <a:t>奖</a:t>
                      </a:r>
                      <a:endParaRPr lang="en-US" sz="1600" b="0" i="0" u="none" strike="noStrike" dirty="0">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6"/>
                  </a:ext>
                </a:extLst>
              </a:tr>
              <a:tr h="380769">
                <a:tc>
                  <a:txBody>
                    <a:bodyPr/>
                    <a:lstStyle/>
                    <a:p>
                      <a:pPr algn="ctr" fontAlgn="ctr"/>
                      <a:r>
                        <a:rPr lang="zh-CN" sz="1600" u="none" strike="noStrike">
                          <a:effectLst/>
                          <a:latin typeface="华文宋体" panose="02010600040101010101" pitchFamily="2" charset="-122"/>
                          <a:ea typeface="华文宋体" panose="02010600040101010101" pitchFamily="2" charset="-122"/>
                        </a:rPr>
                        <a:t>胡海川</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en-US" sz="1600" u="none" strike="noStrike">
                          <a:effectLst/>
                          <a:latin typeface="华文宋体" panose="02010600040101010101" pitchFamily="2" charset="-122"/>
                          <a:ea typeface="华文宋体" panose="02010600040101010101" pitchFamily="2" charset="-122"/>
                        </a:rPr>
                        <a:t>2019级</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zh-CN" sz="1600" u="none" strike="noStrike">
                          <a:effectLst/>
                          <a:latin typeface="华文宋体" panose="02010600040101010101" pitchFamily="2" charset="-122"/>
                          <a:ea typeface="华文宋体" panose="02010600040101010101" pitchFamily="2" charset="-122"/>
                        </a:rPr>
                        <a:t>数据科学学院</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en-US" sz="1600" u="none" strike="noStrike" err="1">
                          <a:effectLst/>
                          <a:latin typeface="华文宋体" panose="02010600040101010101" pitchFamily="2" charset="-122"/>
                          <a:ea typeface="华文宋体" panose="02010600040101010101" pitchFamily="2" charset="-122"/>
                        </a:rPr>
                        <a:t>CCPC铜</a:t>
                      </a:r>
                      <a:r>
                        <a:rPr lang="zh-CN" altLang="en-US" sz="1600" b="0" i="0" u="none" strike="noStrike">
                          <a:solidFill>
                            <a:schemeClr val="tx1"/>
                          </a:solidFill>
                          <a:effectLst/>
                          <a:latin typeface="华文宋体" panose="02010600040101010101" pitchFamily="2" charset="-122"/>
                          <a:ea typeface="华文宋体" panose="02010600040101010101" pitchFamily="2" charset="-122"/>
                        </a:rPr>
                        <a:t>奖</a:t>
                      </a:r>
                      <a:r>
                        <a:rPr lang="en-US" sz="1600" u="none" strike="noStrike">
                          <a:effectLst/>
                          <a:latin typeface="华文宋体" panose="02010600040101010101" pitchFamily="2" charset="-122"/>
                          <a:ea typeface="华文宋体" panose="02010600040101010101" pitchFamily="2" charset="-122"/>
                        </a:rPr>
                        <a:t>、</a:t>
                      </a:r>
                      <a:r>
                        <a:rPr lang="en-US" sz="1600" u="none" strike="noStrike" err="1">
                          <a:effectLst/>
                          <a:latin typeface="华文宋体" panose="02010600040101010101" pitchFamily="2" charset="-122"/>
                          <a:ea typeface="华文宋体" panose="02010600040101010101" pitchFamily="2" charset="-122"/>
                        </a:rPr>
                        <a:t>ICPC银</a:t>
                      </a:r>
                      <a:r>
                        <a:rPr lang="zh-CN" altLang="en-US" sz="1600" b="0" i="0" u="none" strike="noStrike">
                          <a:solidFill>
                            <a:schemeClr val="tx1"/>
                          </a:solidFill>
                          <a:effectLst/>
                          <a:latin typeface="华文宋体" panose="02010600040101010101" pitchFamily="2" charset="-122"/>
                          <a:ea typeface="华文宋体" panose="02010600040101010101" pitchFamily="2" charset="-122"/>
                        </a:rPr>
                        <a:t>奖</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7"/>
                  </a:ext>
                </a:extLst>
              </a:tr>
              <a:tr h="380769">
                <a:tc>
                  <a:txBody>
                    <a:bodyPr/>
                    <a:lstStyle/>
                    <a:p>
                      <a:pPr algn="ctr" fontAlgn="ctr"/>
                      <a:r>
                        <a:rPr lang="zh-CN" sz="1600" u="none" strike="noStrike">
                          <a:effectLst/>
                          <a:latin typeface="华文宋体" panose="02010600040101010101" pitchFamily="2" charset="-122"/>
                          <a:ea typeface="华文宋体" panose="02010600040101010101" pitchFamily="2" charset="-122"/>
                        </a:rPr>
                        <a:t>成就</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en-US" sz="1600" u="none" strike="noStrike">
                          <a:effectLst/>
                          <a:latin typeface="华文宋体" panose="02010600040101010101" pitchFamily="2" charset="-122"/>
                          <a:ea typeface="华文宋体" panose="02010600040101010101" pitchFamily="2" charset="-122"/>
                        </a:rPr>
                        <a:t>2019级</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zh-CN" sz="1600" u="none" strike="noStrike">
                          <a:effectLst/>
                          <a:latin typeface="华文宋体" panose="02010600040101010101" pitchFamily="2" charset="-122"/>
                          <a:ea typeface="华文宋体" panose="02010600040101010101" pitchFamily="2" charset="-122"/>
                        </a:rPr>
                        <a:t>数据科学学院</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tc>
                  <a:txBody>
                    <a:bodyPr/>
                    <a:lstStyle/>
                    <a:p>
                      <a:pPr algn="ctr" fontAlgn="ctr"/>
                      <a:r>
                        <a:rPr lang="en-US" sz="1600" u="none" strike="noStrike" err="1">
                          <a:effectLst/>
                          <a:latin typeface="华文宋体" panose="02010600040101010101" pitchFamily="2" charset="-122"/>
                          <a:ea typeface="华文宋体" panose="02010600040101010101" pitchFamily="2" charset="-122"/>
                        </a:rPr>
                        <a:t>ICPC铜</a:t>
                      </a:r>
                      <a:r>
                        <a:rPr lang="zh-CN" altLang="en-US" sz="1600" b="0" i="0" u="none" strike="noStrike">
                          <a:solidFill>
                            <a:schemeClr val="tx1"/>
                          </a:solidFill>
                          <a:effectLst/>
                          <a:latin typeface="华文宋体" panose="02010600040101010101" pitchFamily="2" charset="-122"/>
                          <a:ea typeface="华文宋体" panose="02010600040101010101" pitchFamily="2" charset="-122"/>
                        </a:rPr>
                        <a:t>奖</a:t>
                      </a:r>
                      <a:endParaRPr 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8"/>
                  </a:ext>
                </a:extLst>
              </a:tr>
              <a:tr h="380769">
                <a:tc>
                  <a:txBody>
                    <a:bodyPr/>
                    <a:lstStyle/>
                    <a:p>
                      <a:pPr algn="ctr" fontAlgn="ctr"/>
                      <a:r>
                        <a:rPr lang="zh-CN" altLang="en-US" sz="1600" u="none" strike="noStrike">
                          <a:effectLst/>
                          <a:latin typeface="华文宋体" panose="02010600040101010101" pitchFamily="2" charset="-122"/>
                          <a:ea typeface="华文宋体" panose="02010600040101010101" pitchFamily="2" charset="-122"/>
                        </a:rPr>
                        <a:t>谢昊轩</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en-US" altLang="zh-CN" sz="1600" u="none" strike="noStrike">
                          <a:effectLst/>
                          <a:latin typeface="华文宋体" panose="02010600040101010101" pitchFamily="2" charset="-122"/>
                          <a:ea typeface="华文宋体" panose="02010600040101010101" pitchFamily="2" charset="-122"/>
                        </a:rPr>
                        <a:t>2019</a:t>
                      </a:r>
                      <a:r>
                        <a:rPr lang="zh-CN" altLang="en-US" sz="1600" u="none" strike="noStrike">
                          <a:effectLst/>
                          <a:latin typeface="华文宋体" panose="02010600040101010101" pitchFamily="2" charset="-122"/>
                          <a:ea typeface="华文宋体" panose="02010600040101010101" pitchFamily="2" charset="-122"/>
                        </a:rPr>
                        <a:t>级</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zh-CN" altLang="en-US" sz="1600" u="none" strike="noStrike">
                          <a:effectLst/>
                          <a:latin typeface="华文宋体" panose="02010600040101010101" pitchFamily="2" charset="-122"/>
                          <a:ea typeface="华文宋体" panose="02010600040101010101" pitchFamily="2" charset="-122"/>
                        </a:rPr>
                        <a:t>数据科学学院</a:t>
                      </a:r>
                      <a:endParaRPr lang="zh-CN" altLang="en-US" sz="1600" b="0" i="0" u="none" strike="noStrike">
                        <a:solidFill>
                          <a:srgbClr val="000000"/>
                        </a:solidFill>
                        <a:effectLst/>
                        <a:latin typeface="华文宋体" panose="02010600040101010101" pitchFamily="2" charset="-122"/>
                        <a:ea typeface="华文宋体" panose="02010600040101010101" pitchFamily="2" charset="-122"/>
                      </a:endParaRPr>
                    </a:p>
                  </a:txBody>
                  <a:tcPr marL="7000" marR="7000" marT="7000" marB="0" anchor="ctr"/>
                </a:tc>
                <a:tc>
                  <a:txBody>
                    <a:bodyPr/>
                    <a:lstStyle/>
                    <a:p>
                      <a:pPr algn="ctr" fontAlgn="ctr"/>
                      <a:r>
                        <a:rPr lang="en-US" altLang="zh-CN" sz="1600" u="none" strike="noStrike" dirty="0" err="1">
                          <a:effectLst/>
                          <a:latin typeface="华文宋体" panose="02010600040101010101" pitchFamily="2" charset="-122"/>
                          <a:ea typeface="华文宋体" panose="02010600040101010101" pitchFamily="2" charset="-122"/>
                        </a:rPr>
                        <a:t>ICPC银</a:t>
                      </a:r>
                      <a:r>
                        <a:rPr lang="zh-CN" altLang="en-US" sz="1600" b="0" i="0" u="none" strike="noStrike" dirty="0">
                          <a:solidFill>
                            <a:schemeClr val="tx1"/>
                          </a:solidFill>
                          <a:effectLst/>
                          <a:latin typeface="华文宋体" panose="02010600040101010101" pitchFamily="2" charset="-122"/>
                          <a:ea typeface="华文宋体" panose="02010600040101010101" pitchFamily="2" charset="-122"/>
                        </a:rPr>
                        <a:t>奖</a:t>
                      </a:r>
                      <a:endParaRPr lang="en-US" sz="1600" b="0" i="0" u="none" strike="noStrike" dirty="0">
                        <a:solidFill>
                          <a:schemeClr val="tx1"/>
                        </a:solidFill>
                        <a:effectLst/>
                        <a:latin typeface="华文宋体" panose="02010600040101010101" pitchFamily="2" charset="-122"/>
                        <a:ea typeface="华文宋体" panose="02010600040101010101" pitchFamily="2" charset="-122"/>
                      </a:endParaRPr>
                    </a:p>
                  </a:txBody>
                  <a:tcPr marL="8865" marR="8865" marT="8865" marB="0" anchor="ctr"/>
                </a:tc>
                <a:extLst>
                  <a:ext uri="{0D108BD9-81ED-4DB2-BD59-A6C34878D82A}">
                    <a16:rowId xmlns:a16="http://schemas.microsoft.com/office/drawing/2014/main" val="9"/>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7F8BB-1ED1-44B5-D614-46E5F1A4CE3C}"/>
            </a:ext>
          </a:extLst>
        </p:cNvPr>
        <p:cNvGrpSpPr/>
        <p:nvPr/>
      </p:nvGrpSpPr>
      <p:grpSpPr>
        <a:xfrm>
          <a:off x="0" y="0"/>
          <a:ext cx="0" cy="0"/>
          <a:chOff x="0" y="0"/>
          <a:chExt cx="0" cy="0"/>
        </a:xfrm>
      </p:grpSpPr>
      <p:grpSp>
        <p:nvGrpSpPr>
          <p:cNvPr id="131" name="组合 6">
            <a:extLst>
              <a:ext uri="{FF2B5EF4-FFF2-40B4-BE49-F238E27FC236}">
                <a16:creationId xmlns:a16="http://schemas.microsoft.com/office/drawing/2014/main" id="{B634B5E5-02A8-6719-78C1-751C01A9879A}"/>
              </a:ext>
            </a:extLst>
          </p:cNvPr>
          <p:cNvGrpSpPr/>
          <p:nvPr/>
        </p:nvGrpSpPr>
        <p:grpSpPr>
          <a:xfrm>
            <a:off x="9752" y="255633"/>
            <a:ext cx="7549923" cy="9999797"/>
            <a:chOff x="9752" y="255633"/>
            <a:chExt cx="7549923" cy="9999797"/>
          </a:xfrm>
        </p:grpSpPr>
        <p:pic>
          <p:nvPicPr>
            <p:cNvPr id="132" name="图片 7">
              <a:extLst>
                <a:ext uri="{FF2B5EF4-FFF2-40B4-BE49-F238E27FC236}">
                  <a16:creationId xmlns:a16="http://schemas.microsoft.com/office/drawing/2014/main" id="{B50FA105-4FBD-A645-0C83-D02BBBE47170}"/>
                </a:ext>
              </a:extLst>
            </p:cNvPr>
            <p:cNvPicPr>
              <a:picLocks noChangeAspect="1"/>
            </p:cNvPicPr>
            <p:nvPr/>
          </p:nvPicPr>
          <p:blipFill>
            <a:blip r:embed="rId3"/>
            <a:srcRect r="1505"/>
            <a:stretch/>
          </p:blipFill>
          <p:spPr>
            <a:xfrm>
              <a:off x="9752" y="255633"/>
              <a:ext cx="7549923" cy="9999797"/>
            </a:xfrm>
            <a:prstGeom prst="rect">
              <a:avLst/>
            </a:prstGeom>
          </p:spPr>
        </p:pic>
        <p:pic>
          <p:nvPicPr>
            <p:cNvPr id="133" name="图片 8">
              <a:extLst>
                <a:ext uri="{FF2B5EF4-FFF2-40B4-BE49-F238E27FC236}">
                  <a16:creationId xmlns:a16="http://schemas.microsoft.com/office/drawing/2014/main" id="{74C9DFA9-5B85-E624-0DC9-9718BC68D1F9}"/>
                </a:ext>
              </a:extLst>
            </p:cNvPr>
            <p:cNvPicPr>
              <a:picLocks noChangeAspect="1"/>
            </p:cNvPicPr>
            <p:nvPr/>
          </p:nvPicPr>
          <p:blipFill>
            <a:blip r:embed="rId4"/>
            <a:stretch>
              <a:fillRect/>
            </a:stretch>
          </p:blipFill>
          <p:spPr>
            <a:xfrm>
              <a:off x="2733503" y="958361"/>
              <a:ext cx="4803852" cy="183897"/>
            </a:xfrm>
            <a:prstGeom prst="rect">
              <a:avLst/>
            </a:prstGeom>
          </p:spPr>
        </p:pic>
        <p:pic>
          <p:nvPicPr>
            <p:cNvPr id="134" name="图片 9">
              <a:extLst>
                <a:ext uri="{FF2B5EF4-FFF2-40B4-BE49-F238E27FC236}">
                  <a16:creationId xmlns:a16="http://schemas.microsoft.com/office/drawing/2014/main" id="{2846B730-18D0-E85F-5542-7F2A1784E87D}"/>
                </a:ext>
              </a:extLst>
            </p:cNvPr>
            <p:cNvPicPr>
              <a:picLocks noChangeAspect="1"/>
            </p:cNvPicPr>
            <p:nvPr/>
          </p:nvPicPr>
          <p:blipFill>
            <a:blip r:embed="rId5"/>
            <a:stretch>
              <a:fillRect/>
            </a:stretch>
          </p:blipFill>
          <p:spPr>
            <a:xfrm>
              <a:off x="2955317" y="489607"/>
              <a:ext cx="4480144" cy="476842"/>
            </a:xfrm>
            <a:prstGeom prst="rect">
              <a:avLst/>
            </a:prstGeom>
          </p:spPr>
        </p:pic>
      </p:grpSp>
      <p:pic>
        <p:nvPicPr>
          <p:cNvPr id="141" name="图片 10">
            <a:extLst>
              <a:ext uri="{FF2B5EF4-FFF2-40B4-BE49-F238E27FC236}">
                <a16:creationId xmlns:a16="http://schemas.microsoft.com/office/drawing/2014/main" id="{CC990D9E-8C9A-7641-25AD-8F9D917198F0}"/>
              </a:ext>
            </a:extLst>
          </p:cNvPr>
          <p:cNvPicPr>
            <a:picLocks noChangeAspect="1"/>
          </p:cNvPicPr>
          <p:nvPr/>
        </p:nvPicPr>
        <p:blipFill>
          <a:blip r:embed="rId6" cstate="print"/>
          <a:stretch>
            <a:fillRect/>
          </a:stretch>
        </p:blipFill>
        <p:spPr>
          <a:xfrm>
            <a:off x="-401919" y="196268"/>
            <a:ext cx="6637825" cy="925594"/>
          </a:xfrm>
          <a:prstGeom prst="rect">
            <a:avLst/>
          </a:prstGeom>
        </p:spPr>
      </p:pic>
      <p:sp>
        <p:nvSpPr>
          <p:cNvPr id="4" name="Title Placeholder 1">
            <a:extLst>
              <a:ext uri="{FF2B5EF4-FFF2-40B4-BE49-F238E27FC236}">
                <a16:creationId xmlns:a16="http://schemas.microsoft.com/office/drawing/2014/main" id="{C071AC7C-3325-1042-79E5-2A43BFE3E3CD}"/>
              </a:ext>
            </a:extLst>
          </p:cNvPr>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优秀队员去向</a:t>
            </a:r>
            <a:endParaRPr lang="en-CN" sz="3200" dirty="0"/>
          </a:p>
        </p:txBody>
      </p:sp>
      <p:cxnSp>
        <p:nvCxnSpPr>
          <p:cNvPr id="5" name="图形">
            <a:extLst>
              <a:ext uri="{FF2B5EF4-FFF2-40B4-BE49-F238E27FC236}">
                <a16:creationId xmlns:a16="http://schemas.microsoft.com/office/drawing/2014/main" id="{BE43552B-E10E-6BD3-5ABC-DCD0BBAEB588}"/>
              </a:ext>
            </a:extLst>
          </p:cNvPr>
          <p:cNvCxnSpPr>
            <a:cxnSpLocks/>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nvGrpSpPr>
          <p:cNvPr id="22" name="组合 21">
            <a:extLst>
              <a:ext uri="{FF2B5EF4-FFF2-40B4-BE49-F238E27FC236}">
                <a16:creationId xmlns:a16="http://schemas.microsoft.com/office/drawing/2014/main" id="{04A190EC-B27F-829D-E6CD-A4903531BD38}"/>
              </a:ext>
            </a:extLst>
          </p:cNvPr>
          <p:cNvGrpSpPr/>
          <p:nvPr/>
        </p:nvGrpSpPr>
        <p:grpSpPr>
          <a:xfrm>
            <a:off x="465951" y="2148743"/>
            <a:ext cx="6877679" cy="1407981"/>
            <a:chOff x="465951" y="2148743"/>
            <a:chExt cx="6877679" cy="1407981"/>
          </a:xfrm>
        </p:grpSpPr>
        <p:sp>
          <p:nvSpPr>
            <p:cNvPr id="6" name="矩形 5">
              <a:extLst>
                <a:ext uri="{FF2B5EF4-FFF2-40B4-BE49-F238E27FC236}">
                  <a16:creationId xmlns:a16="http://schemas.microsoft.com/office/drawing/2014/main" id="{65360F18-A37C-F71A-4763-B8BCC0394360}"/>
                </a:ext>
              </a:extLst>
            </p:cNvPr>
            <p:cNvSpPr/>
            <p:nvPr/>
          </p:nvSpPr>
          <p:spPr>
            <a:xfrm rot="5400000" flipH="1">
              <a:off x="3205273" y="-581634"/>
              <a:ext cx="1399036" cy="6877679"/>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8"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a:extLst>
                <a:ext uri="{FF2B5EF4-FFF2-40B4-BE49-F238E27FC236}">
                  <a16:creationId xmlns:a16="http://schemas.microsoft.com/office/drawing/2014/main" id="{4A545630-D80E-87FA-FEAE-6E049FB4BCFC}"/>
                </a:ext>
              </a:extLst>
            </p:cNvPr>
            <p:cNvSpPr txBox="1"/>
            <p:nvPr/>
          </p:nvSpPr>
          <p:spPr>
            <a:xfrm>
              <a:off x="480979" y="2148743"/>
              <a:ext cx="6838408" cy="1399037"/>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l">
                <a:lnSpc>
                  <a:spcPct val="125000"/>
                </a:lnSpc>
              </a:pPr>
              <a:r>
                <a:rPr lang="zh-CN" altLang="en-US" sz="1500" b="1" dirty="0">
                  <a:solidFill>
                    <a:schemeClr val="tx1"/>
                  </a:solidFill>
                  <a:latin typeface="微软雅黑" panose="020B0503020204020204" pitchFamily="34" charset="-122"/>
                  <a:ea typeface="微软雅黑" panose="020B0503020204020204" pitchFamily="34" charset="-122"/>
                </a:rPr>
                <a:t>谢昊轩</a:t>
              </a:r>
              <a:endParaRPr lang="en-US" altLang="zh-CN" sz="1500" b="1" dirty="0">
                <a:solidFill>
                  <a:schemeClr val="tx1"/>
                </a:solidFill>
                <a:latin typeface="微软雅黑" panose="020B0503020204020204" pitchFamily="34" charset="-122"/>
                <a:ea typeface="微软雅黑" panose="020B0503020204020204" pitchFamily="34"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数据科学学院 </a:t>
              </a:r>
              <a:r>
                <a:rPr lang="en-US" altLang="zh-CN" sz="1500" dirty="0">
                  <a:solidFill>
                    <a:schemeClr val="tx1"/>
                  </a:solidFill>
                  <a:latin typeface="华文宋体" panose="02010600040101010101" pitchFamily="2" charset="-122"/>
                  <a:ea typeface="华文宋体" panose="02010600040101010101" pitchFamily="2" charset="-122"/>
                </a:rPr>
                <a:t>| 2019</a:t>
              </a:r>
              <a:r>
                <a:rPr lang="zh-CN" altLang="en-US" sz="1500" dirty="0">
                  <a:solidFill>
                    <a:schemeClr val="tx1"/>
                  </a:solidFill>
                  <a:latin typeface="华文宋体" panose="02010600040101010101" pitchFamily="2" charset="-122"/>
                  <a:ea typeface="华文宋体" panose="02010600040101010101" pitchFamily="2" charset="-122"/>
                </a:rPr>
                <a:t>级 </a:t>
              </a:r>
              <a:r>
                <a:rPr lang="en-US" altLang="zh-CN" sz="1500" dirty="0">
                  <a:solidFill>
                    <a:schemeClr val="tx1"/>
                  </a:solidFill>
                  <a:latin typeface="华文宋体" panose="02010600040101010101" pitchFamily="2" charset="-122"/>
                  <a:ea typeface="华文宋体" panose="02010600040101010101" pitchFamily="2" charset="-122"/>
                </a:rPr>
                <a:t>| </a:t>
              </a:r>
              <a:r>
                <a:rPr lang="zh-CN" altLang="zh-CN" sz="1500" u="none" strike="noStrike" dirty="0">
                  <a:solidFill>
                    <a:schemeClr val="tx1"/>
                  </a:solidFill>
                  <a:effectLst/>
                  <a:latin typeface="华文宋体" panose="02010600040101010101" pitchFamily="2" charset="-122"/>
                  <a:ea typeface="华文宋体" panose="02010600040101010101" pitchFamily="2" charset="-122"/>
                </a:rPr>
                <a:t>ICPC</a:t>
              </a:r>
              <a:r>
                <a:rPr lang="zh-CN" altLang="en-US" sz="1500" u="none" strike="noStrike" dirty="0">
                  <a:solidFill>
                    <a:schemeClr val="tx1"/>
                  </a:solidFill>
                  <a:effectLst/>
                  <a:latin typeface="华文宋体" panose="02010600040101010101" pitchFamily="2" charset="-122"/>
                  <a:ea typeface="华文宋体" panose="02010600040101010101" pitchFamily="2" charset="-122"/>
                </a:rPr>
                <a:t>银牌</a:t>
              </a:r>
              <a:endParaRPr lang="en-US" altLang="zh-CN" sz="1500" b="0" i="0" u="none" strike="noStrike" dirty="0">
                <a:solidFill>
                  <a:schemeClr val="tx1"/>
                </a:solidFill>
                <a:effectLst/>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本科期间以第一作者身份在 </a:t>
              </a:r>
              <a:r>
                <a:rPr lang="en-US" altLang="zh-CN" sz="1500" dirty="0">
                  <a:solidFill>
                    <a:schemeClr val="tx1"/>
                  </a:solidFill>
                  <a:latin typeface="华文宋体" panose="02010600040101010101" pitchFamily="2" charset="-122"/>
                  <a:ea typeface="华文宋体" panose="02010600040101010101" pitchFamily="2" charset="-122"/>
                </a:rPr>
                <a:t>SIGMOD 2023 </a:t>
              </a:r>
              <a:r>
                <a:rPr lang="zh-CN" altLang="en-US" sz="1500" dirty="0">
                  <a:solidFill>
                    <a:schemeClr val="tx1"/>
                  </a:solidFill>
                  <a:latin typeface="华文宋体" panose="02010600040101010101" pitchFamily="2" charset="-122"/>
                  <a:ea typeface="华文宋体" panose="02010600040101010101" pitchFamily="2" charset="-122"/>
                </a:rPr>
                <a:t>发表一篇论文</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毕业去向：南洋理工大学计算机科学直博</a:t>
              </a:r>
              <a:endParaRPr sz="1500" dirty="0">
                <a:solidFill>
                  <a:schemeClr val="tx1"/>
                </a:solidFill>
                <a:latin typeface="华文宋体" panose="02010600040101010101" pitchFamily="2" charset="-122"/>
                <a:ea typeface="华文宋体" panose="02010600040101010101" pitchFamily="2" charset="-122"/>
              </a:endParaRPr>
            </a:p>
          </p:txBody>
        </p:sp>
        <p:cxnSp>
          <p:nvCxnSpPr>
            <p:cNvPr id="16" name="图形">
              <a:extLst>
                <a:ext uri="{FF2B5EF4-FFF2-40B4-BE49-F238E27FC236}">
                  <a16:creationId xmlns:a16="http://schemas.microsoft.com/office/drawing/2014/main" id="{9255D909-7CA0-BCD4-B261-E7509E31CC27}"/>
                </a:ext>
              </a:extLst>
            </p:cNvPr>
            <p:cNvCxnSpPr>
              <a:cxnSpLocks/>
            </p:cNvCxnSpPr>
            <p:nvPr/>
          </p:nvCxnSpPr>
          <p:spPr>
            <a:xfrm>
              <a:off x="505125" y="2511852"/>
              <a:ext cx="612000"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23" name="组合 22">
            <a:extLst>
              <a:ext uri="{FF2B5EF4-FFF2-40B4-BE49-F238E27FC236}">
                <a16:creationId xmlns:a16="http://schemas.microsoft.com/office/drawing/2014/main" id="{88010D96-7EAA-A8C7-F29D-7AB793336DE4}"/>
              </a:ext>
            </a:extLst>
          </p:cNvPr>
          <p:cNvGrpSpPr/>
          <p:nvPr/>
        </p:nvGrpSpPr>
        <p:grpSpPr>
          <a:xfrm>
            <a:off x="465951" y="3742707"/>
            <a:ext cx="6877679" cy="1687578"/>
            <a:chOff x="465954" y="3742707"/>
            <a:chExt cx="6877679" cy="1687578"/>
          </a:xfrm>
        </p:grpSpPr>
        <p:sp>
          <p:nvSpPr>
            <p:cNvPr id="7" name="矩形 10">
              <a:extLst>
                <a:ext uri="{FF2B5EF4-FFF2-40B4-BE49-F238E27FC236}">
                  <a16:creationId xmlns:a16="http://schemas.microsoft.com/office/drawing/2014/main" id="{DB0F37DA-7486-BAEB-209A-C6EB90BD3230}"/>
                </a:ext>
              </a:extLst>
            </p:cNvPr>
            <p:cNvSpPr/>
            <p:nvPr/>
          </p:nvSpPr>
          <p:spPr>
            <a:xfrm rot="5400000" flipH="1">
              <a:off x="3070861" y="1157512"/>
              <a:ext cx="1667865" cy="6877679"/>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9"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a:extLst>
                <a:ext uri="{FF2B5EF4-FFF2-40B4-BE49-F238E27FC236}">
                  <a16:creationId xmlns:a16="http://schemas.microsoft.com/office/drawing/2014/main" id="{4FC7BAFF-2E55-641D-E25F-9F9E4BC2ACA4}"/>
                </a:ext>
              </a:extLst>
            </p:cNvPr>
            <p:cNvSpPr txBox="1"/>
            <p:nvPr/>
          </p:nvSpPr>
          <p:spPr>
            <a:xfrm>
              <a:off x="468492" y="3742707"/>
              <a:ext cx="6582548" cy="1687578"/>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l">
                <a:lnSpc>
                  <a:spcPct val="125000"/>
                </a:lnSpc>
              </a:pPr>
              <a:r>
                <a:rPr lang="zh-CN" altLang="en-US" sz="1500" b="1" dirty="0">
                  <a:solidFill>
                    <a:schemeClr val="tx1"/>
                  </a:solidFill>
                  <a:latin typeface="微软雅黑" panose="020B0503020204020204" pitchFamily="34" charset="-122"/>
                  <a:ea typeface="微软雅黑" panose="020B0503020204020204" pitchFamily="34" charset="-122"/>
                </a:rPr>
                <a:t>忙秋阳</a:t>
              </a:r>
              <a:endParaRPr lang="en-US" altLang="zh-CN" sz="1500" b="1" dirty="0">
                <a:solidFill>
                  <a:schemeClr val="tx1"/>
                </a:solidFill>
                <a:latin typeface="微软雅黑" panose="020B0503020204020204" pitchFamily="34" charset="-122"/>
                <a:ea typeface="微软雅黑" panose="020B0503020204020204" pitchFamily="34"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数据科学学院 </a:t>
              </a:r>
              <a:r>
                <a:rPr lang="en-US" altLang="zh-CN" sz="1500" dirty="0">
                  <a:solidFill>
                    <a:schemeClr val="tx1"/>
                  </a:solidFill>
                  <a:latin typeface="华文宋体" panose="02010600040101010101" pitchFamily="2" charset="-122"/>
                  <a:ea typeface="华文宋体" panose="02010600040101010101" pitchFamily="2" charset="-122"/>
                </a:rPr>
                <a:t>| 2021</a:t>
              </a:r>
              <a:r>
                <a:rPr lang="zh-CN" altLang="en-US" sz="1500" dirty="0">
                  <a:solidFill>
                    <a:schemeClr val="tx1"/>
                  </a:solidFill>
                  <a:latin typeface="华文宋体" panose="02010600040101010101" pitchFamily="2" charset="-122"/>
                  <a:ea typeface="华文宋体" panose="02010600040101010101" pitchFamily="2" charset="-122"/>
                </a:rPr>
                <a:t>级 </a:t>
              </a:r>
              <a:r>
                <a:rPr lang="en-US" altLang="zh-CN" sz="1500" dirty="0">
                  <a:solidFill>
                    <a:schemeClr val="tx1"/>
                  </a:solidFill>
                  <a:latin typeface="华文宋体" panose="02010600040101010101" pitchFamily="2" charset="-122"/>
                  <a:ea typeface="华文宋体" panose="02010600040101010101" pitchFamily="2" charset="-122"/>
                </a:rPr>
                <a:t>| </a:t>
              </a:r>
              <a:r>
                <a:rPr lang="zh-CN" altLang="zh-CN" sz="1500" u="none" strike="noStrike" dirty="0">
                  <a:solidFill>
                    <a:schemeClr val="tx1"/>
                  </a:solidFill>
                  <a:effectLst/>
                  <a:latin typeface="华文宋体" panose="02010600040101010101" pitchFamily="2" charset="-122"/>
                  <a:ea typeface="华文宋体" panose="02010600040101010101" pitchFamily="2" charset="-122"/>
                </a:rPr>
                <a:t>进入ICPC世界总决赛</a:t>
              </a:r>
              <a:endParaRPr lang="en-US" altLang="zh-CN" sz="1500" b="0" i="0" u="none" strike="noStrike" dirty="0">
                <a:solidFill>
                  <a:srgbClr val="000000"/>
                </a:solidFill>
                <a:effectLst/>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本科期间以第一作者或共同一作身份在 </a:t>
              </a:r>
              <a:r>
                <a:rPr lang="en-US" altLang="zh-CN" sz="1500" dirty="0">
                  <a:solidFill>
                    <a:schemeClr val="tx1"/>
                  </a:solidFill>
                  <a:latin typeface="华文宋体" panose="02010600040101010101" pitchFamily="2" charset="-122"/>
                  <a:ea typeface="华文宋体" panose="02010600040101010101" pitchFamily="2" charset="-122"/>
                </a:rPr>
                <a:t>SIGMOD</a:t>
              </a:r>
              <a:r>
                <a:rPr lang="zh-CN" altLang="en-US" sz="1500" dirty="0">
                  <a:solidFill>
                    <a:schemeClr val="tx1"/>
                  </a:solidFill>
                  <a:latin typeface="华文宋体" panose="02010600040101010101" pitchFamily="2" charset="-122"/>
                  <a:ea typeface="华文宋体" panose="02010600040101010101" pitchFamily="2" charset="-122"/>
                </a:rPr>
                <a:t>、</a:t>
              </a:r>
              <a:r>
                <a:rPr lang="en-US" altLang="zh-CN" sz="1500" dirty="0">
                  <a:solidFill>
                    <a:schemeClr val="tx1"/>
                  </a:solidFill>
                  <a:latin typeface="华文宋体" panose="02010600040101010101" pitchFamily="2" charset="-122"/>
                  <a:ea typeface="华文宋体" panose="02010600040101010101" pitchFamily="2" charset="-122"/>
                </a:rPr>
                <a:t>VLDB</a:t>
              </a:r>
              <a:r>
                <a:rPr lang="zh-CN" altLang="en-US" sz="1500" dirty="0">
                  <a:solidFill>
                    <a:schemeClr val="tx1"/>
                  </a:solidFill>
                  <a:latin typeface="华文宋体" panose="02010600040101010101" pitchFamily="2" charset="-122"/>
                  <a:ea typeface="华文宋体" panose="02010600040101010101" pitchFamily="2" charset="-122"/>
                </a:rPr>
                <a:t>、</a:t>
              </a:r>
              <a:r>
                <a:rPr lang="en-US" altLang="zh-CN" sz="1500" dirty="0">
                  <a:solidFill>
                    <a:schemeClr val="tx1"/>
                  </a:solidFill>
                  <a:latin typeface="华文宋体" panose="02010600040101010101" pitchFamily="2" charset="-122"/>
                  <a:ea typeface="华文宋体" panose="02010600040101010101" pitchFamily="2" charset="-122"/>
                </a:rPr>
                <a:t>ICSE</a:t>
              </a:r>
              <a:r>
                <a:rPr lang="zh-CN" altLang="en-US" sz="1500" dirty="0">
                  <a:solidFill>
                    <a:schemeClr val="tx1"/>
                  </a:solidFill>
                  <a:latin typeface="华文宋体" panose="02010600040101010101" pitchFamily="2" charset="-122"/>
                  <a:ea typeface="华文宋体" panose="02010600040101010101" pitchFamily="2" charset="-122"/>
                </a:rPr>
                <a:t>、</a:t>
              </a:r>
              <a:r>
                <a:rPr lang="en-US" altLang="zh-CN" sz="1500" dirty="0">
                  <a:solidFill>
                    <a:schemeClr val="tx1"/>
                  </a:solidFill>
                  <a:latin typeface="华文宋体" panose="02010600040101010101" pitchFamily="2" charset="-122"/>
                  <a:ea typeface="华文宋体" panose="02010600040101010101" pitchFamily="2" charset="-122"/>
                </a:rPr>
                <a:t>KDD </a:t>
              </a:r>
              <a:r>
                <a:rPr lang="zh-CN" altLang="en-US" sz="1500" dirty="0">
                  <a:solidFill>
                    <a:schemeClr val="tx1"/>
                  </a:solidFill>
                  <a:latin typeface="华文宋体" panose="02010600040101010101" pitchFamily="2" charset="-122"/>
                  <a:ea typeface="华文宋体" panose="02010600040101010101" pitchFamily="2" charset="-122"/>
                </a:rPr>
                <a:t>等顶级会议发表四篇论文</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毕业去向：加州大学伯克利分校计算机科学直博</a:t>
              </a:r>
              <a:endParaRPr sz="1500" dirty="0">
                <a:solidFill>
                  <a:schemeClr val="tx1"/>
                </a:solidFill>
                <a:latin typeface="华文宋体" panose="02010600040101010101" pitchFamily="2" charset="-122"/>
                <a:ea typeface="华文宋体" panose="02010600040101010101" pitchFamily="2" charset="-122"/>
              </a:endParaRPr>
            </a:p>
          </p:txBody>
        </p:sp>
        <p:cxnSp>
          <p:nvCxnSpPr>
            <p:cNvPr id="17" name="图形">
              <a:extLst>
                <a:ext uri="{FF2B5EF4-FFF2-40B4-BE49-F238E27FC236}">
                  <a16:creationId xmlns:a16="http://schemas.microsoft.com/office/drawing/2014/main" id="{0AC62FD4-F224-8853-F5DF-B829F5A7A996}"/>
                </a:ext>
              </a:extLst>
            </p:cNvPr>
            <p:cNvCxnSpPr>
              <a:cxnSpLocks/>
            </p:cNvCxnSpPr>
            <p:nvPr/>
          </p:nvCxnSpPr>
          <p:spPr>
            <a:xfrm>
              <a:off x="519738" y="4102744"/>
              <a:ext cx="612000"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24" name="组合 23">
            <a:extLst>
              <a:ext uri="{FF2B5EF4-FFF2-40B4-BE49-F238E27FC236}">
                <a16:creationId xmlns:a16="http://schemas.microsoft.com/office/drawing/2014/main" id="{5FC46137-6EAA-C43B-26F7-C33ABE6676B8}"/>
              </a:ext>
            </a:extLst>
          </p:cNvPr>
          <p:cNvGrpSpPr/>
          <p:nvPr/>
        </p:nvGrpSpPr>
        <p:grpSpPr>
          <a:xfrm>
            <a:off x="465951" y="5689829"/>
            <a:ext cx="6865998" cy="1399037"/>
            <a:chOff x="478056" y="5712689"/>
            <a:chExt cx="6865998" cy="1399037"/>
          </a:xfrm>
        </p:grpSpPr>
        <p:sp>
          <p:nvSpPr>
            <p:cNvPr id="10" name="矩形 18">
              <a:extLst>
                <a:ext uri="{FF2B5EF4-FFF2-40B4-BE49-F238E27FC236}">
                  <a16:creationId xmlns:a16="http://schemas.microsoft.com/office/drawing/2014/main" id="{90F842BA-5509-95CE-3BAF-11702A353154}"/>
                </a:ext>
              </a:extLst>
            </p:cNvPr>
            <p:cNvSpPr/>
            <p:nvPr/>
          </p:nvSpPr>
          <p:spPr>
            <a:xfrm rot="5400000" flipH="1">
              <a:off x="3218947" y="2986618"/>
              <a:ext cx="1384216" cy="6865998"/>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11"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a:extLst>
                <a:ext uri="{FF2B5EF4-FFF2-40B4-BE49-F238E27FC236}">
                  <a16:creationId xmlns:a16="http://schemas.microsoft.com/office/drawing/2014/main" id="{AC0F1CCF-8B81-E6CD-F072-BA2AF734062B}"/>
                </a:ext>
              </a:extLst>
            </p:cNvPr>
            <p:cNvSpPr txBox="1"/>
            <p:nvPr/>
          </p:nvSpPr>
          <p:spPr>
            <a:xfrm>
              <a:off x="505646" y="5712689"/>
              <a:ext cx="6838408" cy="1399037"/>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l">
                <a:lnSpc>
                  <a:spcPct val="125000"/>
                </a:lnSpc>
              </a:pPr>
              <a:r>
                <a:rPr lang="zh-CN" altLang="en-US" sz="1500" b="1" dirty="0">
                  <a:solidFill>
                    <a:schemeClr val="tx1"/>
                  </a:solidFill>
                  <a:latin typeface="微软雅黑" panose="020B0503020204020204" pitchFamily="34" charset="-122"/>
                  <a:ea typeface="微软雅黑" panose="020B0503020204020204" pitchFamily="34" charset="-122"/>
                </a:rPr>
                <a:t>郭青硕</a:t>
              </a:r>
              <a:endParaRPr lang="en-US" altLang="zh-CN" sz="1500" b="1" dirty="0">
                <a:solidFill>
                  <a:schemeClr val="tx1"/>
                </a:solidFill>
                <a:latin typeface="微软雅黑" panose="020B0503020204020204" pitchFamily="34" charset="-122"/>
                <a:ea typeface="微软雅黑" panose="020B0503020204020204" pitchFamily="34"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数据科学学院</a:t>
              </a:r>
              <a:r>
                <a:rPr lang="en-US" altLang="zh-CN" sz="1500" dirty="0">
                  <a:solidFill>
                    <a:schemeClr val="tx1"/>
                  </a:solidFill>
                  <a:latin typeface="华文宋体" panose="02010600040101010101" pitchFamily="2" charset="-122"/>
                  <a:ea typeface="华文宋体" panose="02010600040101010101" pitchFamily="2" charset="-122"/>
                </a:rPr>
                <a:t>| 2021</a:t>
              </a:r>
              <a:r>
                <a:rPr lang="zh-CN" altLang="en-US" sz="1500" dirty="0">
                  <a:solidFill>
                    <a:schemeClr val="tx1"/>
                  </a:solidFill>
                  <a:latin typeface="华文宋体" panose="02010600040101010101" pitchFamily="2" charset="-122"/>
                  <a:ea typeface="华文宋体" panose="02010600040101010101" pitchFamily="2" charset="-122"/>
                </a:rPr>
                <a:t>级 </a:t>
              </a:r>
              <a:r>
                <a:rPr lang="en-US" altLang="zh-CN" sz="1500" dirty="0">
                  <a:solidFill>
                    <a:schemeClr val="tx1"/>
                  </a:solidFill>
                  <a:latin typeface="华文宋体" panose="02010600040101010101" pitchFamily="2" charset="-122"/>
                  <a:ea typeface="华文宋体" panose="02010600040101010101" pitchFamily="2" charset="-122"/>
                </a:rPr>
                <a:t>|</a:t>
              </a:r>
              <a:r>
                <a:rPr lang="zh-CN" altLang="en-US" sz="1500" dirty="0">
                  <a:solidFill>
                    <a:schemeClr val="tx1"/>
                  </a:solidFill>
                  <a:latin typeface="华文宋体" panose="02010600040101010101" pitchFamily="2" charset="-122"/>
                  <a:ea typeface="华文宋体" panose="02010600040101010101" pitchFamily="2" charset="-122"/>
                </a:rPr>
                <a:t> </a:t>
              </a:r>
              <a:r>
                <a:rPr lang="en-US" altLang="zh-CN" sz="1500" u="none" strike="noStrike" dirty="0">
                  <a:effectLst/>
                  <a:latin typeface="华文宋体" panose="02010600040101010101" pitchFamily="2" charset="-122"/>
                  <a:ea typeface="华文宋体" panose="02010600040101010101" pitchFamily="2" charset="-122"/>
                </a:rPr>
                <a:t>CCPC</a:t>
              </a:r>
              <a:r>
                <a:rPr lang="zh-CN" altLang="en-US" sz="1500" u="none" strike="noStrike" dirty="0">
                  <a:effectLst/>
                  <a:latin typeface="华文宋体" panose="02010600040101010101" pitchFamily="2" charset="-122"/>
                  <a:ea typeface="华文宋体" panose="02010600040101010101" pitchFamily="2" charset="-122"/>
                </a:rPr>
                <a:t>季军</a:t>
              </a:r>
              <a:r>
                <a:rPr lang="en-US" altLang="zh-CN" sz="1500" u="none" strike="noStrike" dirty="0">
                  <a:effectLst/>
                  <a:latin typeface="华文宋体" panose="02010600040101010101" pitchFamily="2" charset="-122"/>
                  <a:ea typeface="华文宋体" panose="02010600040101010101" pitchFamily="2" charset="-122"/>
                </a:rPr>
                <a:t>、ICPC</a:t>
              </a:r>
              <a:r>
                <a:rPr lang="zh-CN" altLang="en-US" sz="1500" u="none" strike="noStrike" dirty="0">
                  <a:effectLst/>
                  <a:latin typeface="华文宋体" panose="02010600040101010101" pitchFamily="2" charset="-122"/>
                  <a:ea typeface="华文宋体" panose="02010600040101010101" pitchFamily="2" charset="-122"/>
                </a:rPr>
                <a:t>金</a:t>
              </a:r>
              <a:r>
                <a:rPr lang="en-US" altLang="zh-CN" sz="1500" u="none" strike="noStrike" dirty="0">
                  <a:effectLst/>
                  <a:latin typeface="华文宋体" panose="02010600040101010101" pitchFamily="2" charset="-122"/>
                  <a:ea typeface="华文宋体" panose="02010600040101010101" pitchFamily="2" charset="-122"/>
                </a:rPr>
                <a:t>牌</a:t>
              </a:r>
              <a:endParaRPr lang="en-US" altLang="zh-CN" sz="1500" b="0" i="0" u="none" strike="noStrike" dirty="0">
                <a:solidFill>
                  <a:srgbClr val="000000"/>
                </a:solidFill>
                <a:effectLst/>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本科期间在 </a:t>
              </a:r>
              <a:r>
                <a:rPr lang="en-US" altLang="zh-CN" sz="1500" dirty="0">
                  <a:solidFill>
                    <a:schemeClr val="tx1"/>
                  </a:solidFill>
                  <a:latin typeface="华文宋体" panose="02010600040101010101" pitchFamily="2" charset="-122"/>
                  <a:ea typeface="华文宋体" panose="02010600040101010101" pitchFamily="2" charset="-122"/>
                </a:rPr>
                <a:t>SIGMOD</a:t>
              </a:r>
              <a:r>
                <a:rPr lang="zh-CN" altLang="en-US" sz="1500" dirty="0">
                  <a:solidFill>
                    <a:schemeClr val="tx1"/>
                  </a:solidFill>
                  <a:latin typeface="华文宋体" panose="02010600040101010101" pitchFamily="2" charset="-122"/>
                  <a:ea typeface="华文宋体" panose="02010600040101010101" pitchFamily="2" charset="-122"/>
                </a:rPr>
                <a:t>、</a:t>
              </a:r>
              <a:r>
                <a:rPr lang="en-US" altLang="zh-CN" sz="1500" dirty="0">
                  <a:solidFill>
                    <a:schemeClr val="tx1"/>
                  </a:solidFill>
                  <a:latin typeface="华文宋体" panose="02010600040101010101" pitchFamily="2" charset="-122"/>
                  <a:ea typeface="华文宋体" panose="02010600040101010101" pitchFamily="2" charset="-122"/>
                </a:rPr>
                <a:t>VLDB </a:t>
              </a:r>
              <a:r>
                <a:rPr lang="zh-CN" altLang="en-US" sz="1500" dirty="0">
                  <a:solidFill>
                    <a:schemeClr val="tx1"/>
                  </a:solidFill>
                  <a:latin typeface="华文宋体" panose="02010600040101010101" pitchFamily="2" charset="-122"/>
                  <a:ea typeface="华文宋体" panose="02010600040101010101" pitchFamily="2" charset="-122"/>
                </a:rPr>
                <a:t>等顶级会议发表多篇论文</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毕业去向：滑铁卢大学计算机科学直博</a:t>
              </a:r>
              <a:endParaRPr sz="1500" dirty="0">
                <a:solidFill>
                  <a:schemeClr val="tx1"/>
                </a:solidFill>
                <a:latin typeface="华文宋体" panose="02010600040101010101" pitchFamily="2" charset="-122"/>
                <a:ea typeface="华文宋体" panose="02010600040101010101" pitchFamily="2" charset="-122"/>
              </a:endParaRPr>
            </a:p>
          </p:txBody>
        </p:sp>
        <p:cxnSp>
          <p:nvCxnSpPr>
            <p:cNvPr id="18" name="图形">
              <a:extLst>
                <a:ext uri="{FF2B5EF4-FFF2-40B4-BE49-F238E27FC236}">
                  <a16:creationId xmlns:a16="http://schemas.microsoft.com/office/drawing/2014/main" id="{05B065A3-1FA1-08C6-ABD1-201D0756BD3A}"/>
                </a:ext>
              </a:extLst>
            </p:cNvPr>
            <p:cNvCxnSpPr>
              <a:cxnSpLocks/>
            </p:cNvCxnSpPr>
            <p:nvPr/>
          </p:nvCxnSpPr>
          <p:spPr>
            <a:xfrm>
              <a:off x="546878" y="6064546"/>
              <a:ext cx="612000"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25" name="组合 24">
            <a:extLst>
              <a:ext uri="{FF2B5EF4-FFF2-40B4-BE49-F238E27FC236}">
                <a16:creationId xmlns:a16="http://schemas.microsoft.com/office/drawing/2014/main" id="{05D9992D-B60C-CB2E-DBC0-048C42CD2EF7}"/>
              </a:ext>
            </a:extLst>
          </p:cNvPr>
          <p:cNvGrpSpPr/>
          <p:nvPr/>
        </p:nvGrpSpPr>
        <p:grpSpPr>
          <a:xfrm>
            <a:off x="465951" y="7290674"/>
            <a:ext cx="6878524" cy="1751698"/>
            <a:chOff x="478056" y="7290674"/>
            <a:chExt cx="6878524" cy="1751698"/>
          </a:xfrm>
        </p:grpSpPr>
        <p:sp>
          <p:nvSpPr>
            <p:cNvPr id="12" name="矩形 21">
              <a:extLst>
                <a:ext uri="{FF2B5EF4-FFF2-40B4-BE49-F238E27FC236}">
                  <a16:creationId xmlns:a16="http://schemas.microsoft.com/office/drawing/2014/main" id="{08F3D260-142F-ED3E-47B3-357B272F3C49}"/>
                </a:ext>
              </a:extLst>
            </p:cNvPr>
            <p:cNvSpPr/>
            <p:nvPr/>
          </p:nvSpPr>
          <p:spPr>
            <a:xfrm rot="5400000" flipH="1">
              <a:off x="3294895" y="4491371"/>
              <a:ext cx="1232326" cy="6866003"/>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13"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a:extLst>
                <a:ext uri="{FF2B5EF4-FFF2-40B4-BE49-F238E27FC236}">
                  <a16:creationId xmlns:a16="http://schemas.microsoft.com/office/drawing/2014/main" id="{49550C2E-D906-A576-8CDE-7D5027E021D4}"/>
                </a:ext>
              </a:extLst>
            </p:cNvPr>
            <p:cNvSpPr txBox="1"/>
            <p:nvPr/>
          </p:nvSpPr>
          <p:spPr>
            <a:xfrm>
              <a:off x="518172" y="7290674"/>
              <a:ext cx="6838408" cy="1751698"/>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l">
                <a:lnSpc>
                  <a:spcPct val="125000"/>
                </a:lnSpc>
              </a:pPr>
              <a:r>
                <a:rPr lang="zh-CN" altLang="en-US" sz="1500" b="1" dirty="0">
                  <a:solidFill>
                    <a:schemeClr val="tx1"/>
                  </a:solidFill>
                  <a:latin typeface="微软雅黑" panose="020B0503020204020204" pitchFamily="34" charset="-122"/>
                  <a:ea typeface="微软雅黑" panose="020B0503020204020204" pitchFamily="34" charset="-122"/>
                </a:rPr>
                <a:t>夏禹扬</a:t>
              </a:r>
              <a:endParaRPr lang="en-US" altLang="zh-CN" sz="1500" b="1" dirty="0">
                <a:solidFill>
                  <a:schemeClr val="tx1"/>
                </a:solidFill>
                <a:latin typeface="微软雅黑" panose="020B0503020204020204" pitchFamily="34" charset="-122"/>
                <a:ea typeface="微软雅黑" panose="020B0503020204020204" pitchFamily="34"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数据科学学院 </a:t>
              </a:r>
              <a:r>
                <a:rPr lang="en-US" altLang="zh-CN" sz="1500" dirty="0">
                  <a:solidFill>
                    <a:schemeClr val="tx1"/>
                  </a:solidFill>
                  <a:latin typeface="华文宋体" panose="02010600040101010101" pitchFamily="2" charset="-122"/>
                  <a:ea typeface="华文宋体" panose="02010600040101010101" pitchFamily="2" charset="-122"/>
                </a:rPr>
                <a:t>|</a:t>
              </a:r>
              <a:r>
                <a:rPr lang="zh-CN" altLang="en-US" sz="1500" dirty="0">
                  <a:solidFill>
                    <a:schemeClr val="tx1"/>
                  </a:solidFill>
                  <a:latin typeface="华文宋体" panose="02010600040101010101" pitchFamily="2" charset="-122"/>
                  <a:ea typeface="华文宋体" panose="02010600040101010101" pitchFamily="2" charset="-122"/>
                </a:rPr>
                <a:t> </a:t>
              </a:r>
              <a:r>
                <a:rPr lang="en-US" altLang="zh-CN" sz="1500" dirty="0">
                  <a:solidFill>
                    <a:schemeClr val="tx1"/>
                  </a:solidFill>
                  <a:latin typeface="华文宋体" panose="02010600040101010101" pitchFamily="2" charset="-122"/>
                  <a:ea typeface="华文宋体" panose="02010600040101010101" pitchFamily="2" charset="-122"/>
                </a:rPr>
                <a:t>2021</a:t>
              </a:r>
              <a:r>
                <a:rPr lang="zh-CN" altLang="en-US" sz="1500" dirty="0">
                  <a:solidFill>
                    <a:schemeClr val="tx1"/>
                  </a:solidFill>
                  <a:latin typeface="华文宋体" panose="02010600040101010101" pitchFamily="2" charset="-122"/>
                  <a:ea typeface="华文宋体" panose="02010600040101010101" pitchFamily="2" charset="-122"/>
                </a:rPr>
                <a:t>级 </a:t>
              </a:r>
              <a:r>
                <a:rPr lang="en-US" altLang="zh-CN" sz="1500" dirty="0">
                  <a:solidFill>
                    <a:schemeClr val="tx1"/>
                  </a:solidFill>
                  <a:latin typeface="华文宋体" panose="02010600040101010101" pitchFamily="2" charset="-122"/>
                  <a:ea typeface="华文宋体" panose="02010600040101010101" pitchFamily="2" charset="-122"/>
                </a:rPr>
                <a:t>|</a:t>
              </a:r>
              <a:r>
                <a:rPr lang="zh-CN" altLang="en-US" sz="1500" dirty="0">
                  <a:solidFill>
                    <a:schemeClr val="tx1"/>
                  </a:solidFill>
                  <a:latin typeface="华文宋体" panose="02010600040101010101" pitchFamily="2" charset="-122"/>
                  <a:ea typeface="华文宋体" panose="02010600040101010101" pitchFamily="2" charset="-122"/>
                </a:rPr>
                <a:t> </a:t>
              </a:r>
              <a:r>
                <a:rPr lang="en-US" altLang="zh-CN" sz="1500" u="none" strike="noStrike" dirty="0">
                  <a:effectLst/>
                  <a:latin typeface="华文宋体" panose="02010600040101010101" pitchFamily="2" charset="-122"/>
                  <a:ea typeface="华文宋体" panose="02010600040101010101" pitchFamily="2" charset="-122"/>
                </a:rPr>
                <a:t>CCPC</a:t>
              </a:r>
              <a:r>
                <a:rPr lang="zh-CN" altLang="en-US" sz="1500" u="none" strike="noStrike" dirty="0">
                  <a:effectLst/>
                  <a:latin typeface="华文宋体" panose="02010600040101010101" pitchFamily="2" charset="-122"/>
                  <a:ea typeface="华文宋体" panose="02010600040101010101" pitchFamily="2" charset="-122"/>
                </a:rPr>
                <a:t>金</a:t>
              </a:r>
              <a:r>
                <a:rPr lang="en-US" altLang="zh-CN" sz="1500" u="none" strike="noStrike" dirty="0" err="1">
                  <a:effectLst/>
                  <a:latin typeface="华文宋体" panose="02010600040101010101" pitchFamily="2" charset="-122"/>
                  <a:ea typeface="华文宋体" panose="02010600040101010101" pitchFamily="2" charset="-122"/>
                </a:rPr>
                <a:t>牌、ICPC银牌</a:t>
              </a:r>
              <a:endParaRPr lang="en-US" altLang="zh-CN" sz="1500" b="0" i="0" u="none" strike="noStrike" dirty="0">
                <a:solidFill>
                  <a:srgbClr val="000000"/>
                </a:solidFill>
                <a:effectLst/>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本科期间以第一作者身份在 </a:t>
              </a:r>
              <a:r>
                <a:rPr lang="en-US" altLang="zh-CN" sz="1500" dirty="0">
                  <a:solidFill>
                    <a:schemeClr val="tx1"/>
                  </a:solidFill>
                  <a:latin typeface="华文宋体" panose="02010600040101010101" pitchFamily="2" charset="-122"/>
                  <a:ea typeface="华文宋体" panose="02010600040101010101" pitchFamily="2" charset="-122"/>
                </a:rPr>
                <a:t>SIGMOD 2025 </a:t>
              </a:r>
              <a:r>
                <a:rPr lang="zh-CN" altLang="en-US" sz="1500" dirty="0">
                  <a:solidFill>
                    <a:schemeClr val="tx1"/>
                  </a:solidFill>
                  <a:latin typeface="华文宋体" panose="02010600040101010101" pitchFamily="2" charset="-122"/>
                  <a:ea typeface="华文宋体" panose="02010600040101010101" pitchFamily="2" charset="-122"/>
                </a:rPr>
                <a:t>发表一篇论文，获得</a:t>
              </a:r>
              <a:r>
                <a:rPr lang="en-US" altLang="zh-CN" sz="1500" dirty="0">
                  <a:solidFill>
                    <a:schemeClr val="tx1"/>
                  </a:solidFill>
                  <a:latin typeface="华文宋体" panose="02010600040101010101" pitchFamily="2" charset="-122"/>
                  <a:ea typeface="华文宋体" panose="02010600040101010101" pitchFamily="2" charset="-122"/>
                </a:rPr>
                <a:t> 2024</a:t>
              </a:r>
              <a:r>
                <a:rPr lang="zh-CN" altLang="en-US" sz="1500" dirty="0">
                  <a:solidFill>
                    <a:schemeClr val="tx1"/>
                  </a:solidFill>
                  <a:latin typeface="华文宋体" panose="02010600040101010101" pitchFamily="2" charset="-122"/>
                  <a:ea typeface="华文宋体" panose="02010600040101010101" pitchFamily="2" charset="-122"/>
                </a:rPr>
                <a:t> 年本科生国家奖学金</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毕业去向：埃默里大学计算机科学硕士（硕博连读）</a:t>
              </a:r>
              <a:endParaRPr sz="1500" dirty="0">
                <a:solidFill>
                  <a:schemeClr val="tx1"/>
                </a:solidFill>
                <a:latin typeface="华文宋体" panose="02010600040101010101" pitchFamily="2" charset="-122"/>
                <a:ea typeface="华文宋体" panose="02010600040101010101" pitchFamily="2" charset="-122"/>
              </a:endParaRPr>
            </a:p>
          </p:txBody>
        </p:sp>
        <p:cxnSp>
          <p:nvCxnSpPr>
            <p:cNvPr id="19" name="图形">
              <a:extLst>
                <a:ext uri="{FF2B5EF4-FFF2-40B4-BE49-F238E27FC236}">
                  <a16:creationId xmlns:a16="http://schemas.microsoft.com/office/drawing/2014/main" id="{085A7C99-2141-A766-C5D4-98A0AF5F0F0E}"/>
                </a:ext>
              </a:extLst>
            </p:cNvPr>
            <p:cNvCxnSpPr>
              <a:cxnSpLocks/>
            </p:cNvCxnSpPr>
            <p:nvPr/>
          </p:nvCxnSpPr>
          <p:spPr>
            <a:xfrm>
              <a:off x="559404" y="7664174"/>
              <a:ext cx="612000"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sp>
        <p:nvSpPr>
          <p:cNvPr id="21" name="文本框 11">
            <a:extLst>
              <a:ext uri="{FF2B5EF4-FFF2-40B4-BE49-F238E27FC236}">
                <a16:creationId xmlns:a16="http://schemas.microsoft.com/office/drawing/2014/main" id="{BD431643-5F73-5A62-1469-F92780031583}"/>
              </a:ext>
            </a:extLst>
          </p:cNvPr>
          <p:cNvSpPr txBox="1"/>
          <p:nvPr/>
        </p:nvSpPr>
        <p:spPr>
          <a:xfrm>
            <a:off x="-1817145" y="9557605"/>
            <a:ext cx="4633521" cy="323165"/>
          </a:xfrm>
          <a:prstGeom prst="rect">
            <a:avLst/>
          </a:prstGeom>
          <a:noFill/>
        </p:spPr>
        <p:txBody>
          <a:bodyPr wrap="square">
            <a:spAutoFit/>
          </a:bodyPr>
          <a:lstStyle/>
          <a:p>
            <a:r>
              <a:rPr lang="en-US" altLang="zh-CN" sz="1500" dirty="0">
                <a:solidFill>
                  <a:schemeClr val="tx1">
                    <a:lumMod val="85000"/>
                    <a:lumOff val="15000"/>
                  </a:schemeClr>
                </a:solidFill>
                <a:latin typeface="华文宋体" panose="02010600040101010101" pitchFamily="2" charset="-122"/>
                <a:ea typeface="华文宋体" panose="02010600040101010101" pitchFamily="2" charset="-122"/>
                <a:cs typeface="+mn-ea"/>
              </a:rPr>
              <a:t>21</a:t>
            </a:r>
          </a:p>
        </p:txBody>
      </p:sp>
    </p:spTree>
    <p:extLst>
      <p:ext uri="{BB962C8B-B14F-4D97-AF65-F5344CB8AC3E}">
        <p14:creationId xmlns:p14="http://schemas.microsoft.com/office/powerpoint/2010/main" val="11032939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9" name="组合 6"/>
          <p:cNvGrpSpPr/>
          <p:nvPr/>
        </p:nvGrpSpPr>
        <p:grpSpPr>
          <a:xfrm>
            <a:off x="9752" y="255633"/>
            <a:ext cx="7549923" cy="9999797"/>
            <a:chOff x="9752" y="255633"/>
            <a:chExt cx="7549923" cy="9999797"/>
          </a:xfrm>
        </p:grpSpPr>
        <p:pic>
          <p:nvPicPr>
            <p:cNvPr id="210" name="图片 7"/>
            <p:cNvPicPr>
              <a:picLocks noChangeAspect="1"/>
            </p:cNvPicPr>
            <p:nvPr/>
          </p:nvPicPr>
          <p:blipFill>
            <a:blip r:embed="rId3"/>
            <a:srcRect r="1505"/>
            <a:stretch/>
          </p:blipFill>
          <p:spPr>
            <a:xfrm>
              <a:off x="9752" y="255633"/>
              <a:ext cx="7549923" cy="9999797"/>
            </a:xfrm>
            <a:prstGeom prst="rect">
              <a:avLst/>
            </a:prstGeom>
          </p:spPr>
        </p:pic>
        <p:pic>
          <p:nvPicPr>
            <p:cNvPr id="211" name="图片 8"/>
            <p:cNvPicPr>
              <a:picLocks noChangeAspect="1"/>
            </p:cNvPicPr>
            <p:nvPr/>
          </p:nvPicPr>
          <p:blipFill>
            <a:blip r:embed="rId4"/>
            <a:stretch>
              <a:fillRect/>
            </a:stretch>
          </p:blipFill>
          <p:spPr>
            <a:xfrm>
              <a:off x="2733503" y="958361"/>
              <a:ext cx="4803852" cy="183897"/>
            </a:xfrm>
            <a:prstGeom prst="rect">
              <a:avLst/>
            </a:prstGeom>
          </p:spPr>
        </p:pic>
        <p:pic>
          <p:nvPicPr>
            <p:cNvPr id="212" name="图片 9"/>
            <p:cNvPicPr>
              <a:picLocks noChangeAspect="1"/>
            </p:cNvPicPr>
            <p:nvPr/>
          </p:nvPicPr>
          <p:blipFill>
            <a:blip r:embed="rId5"/>
            <a:stretch>
              <a:fillRect/>
            </a:stretch>
          </p:blipFill>
          <p:spPr>
            <a:xfrm>
              <a:off x="2955317" y="489607"/>
              <a:ext cx="4480144" cy="476842"/>
            </a:xfrm>
            <a:prstGeom prst="rect">
              <a:avLst/>
            </a:prstGeom>
          </p:spPr>
        </p:pic>
      </p:grpSp>
      <p:grpSp>
        <p:nvGrpSpPr>
          <p:cNvPr id="14" name="组合 13">
            <a:extLst>
              <a:ext uri="{FF2B5EF4-FFF2-40B4-BE49-F238E27FC236}">
                <a16:creationId xmlns:a16="http://schemas.microsoft.com/office/drawing/2014/main" id="{39228886-16EA-216D-B107-003C3D6B85DC}"/>
              </a:ext>
            </a:extLst>
          </p:cNvPr>
          <p:cNvGrpSpPr/>
          <p:nvPr/>
        </p:nvGrpSpPr>
        <p:grpSpPr>
          <a:xfrm>
            <a:off x="451177" y="4229762"/>
            <a:ext cx="6891461" cy="1751698"/>
            <a:chOff x="494719" y="4241192"/>
            <a:chExt cx="6891461" cy="1751698"/>
          </a:xfrm>
        </p:grpSpPr>
        <p:sp>
          <p:nvSpPr>
            <p:cNvPr id="219" name="矩形 5"/>
            <p:cNvSpPr/>
            <p:nvPr/>
          </p:nvSpPr>
          <p:spPr>
            <a:xfrm rot="5400000" flipH="1">
              <a:off x="3157360" y="1586086"/>
              <a:ext cx="1566179" cy="6891461"/>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221"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p:cNvSpPr txBox="1"/>
            <p:nvPr/>
          </p:nvSpPr>
          <p:spPr>
            <a:xfrm>
              <a:off x="524329" y="4241192"/>
              <a:ext cx="6740829" cy="1751698"/>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l">
                <a:lnSpc>
                  <a:spcPct val="125000"/>
                </a:lnSpc>
              </a:pPr>
              <a:r>
                <a:rPr lang="zh-CN" altLang="en-US" sz="1500" b="1" dirty="0">
                  <a:solidFill>
                    <a:schemeClr val="tx1"/>
                  </a:solidFill>
                  <a:latin typeface="微软雅黑" panose="020B0503020204020204" pitchFamily="34" charset="-122"/>
                  <a:ea typeface="微软雅黑" panose="020B0503020204020204" pitchFamily="34" charset="-122"/>
                </a:rPr>
                <a:t>侯天赐</a:t>
              </a:r>
              <a:endParaRPr lang="en-US" altLang="zh-CN" sz="1500" b="1" dirty="0">
                <a:solidFill>
                  <a:schemeClr val="tx1"/>
                </a:solidFill>
                <a:latin typeface="微软雅黑" panose="020B0503020204020204" pitchFamily="34" charset="-122"/>
                <a:ea typeface="微软雅黑" panose="020B0503020204020204" pitchFamily="34"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数据科学学院 </a:t>
              </a:r>
              <a:r>
                <a:rPr lang="en-US" altLang="zh-CN" sz="1500" dirty="0">
                  <a:solidFill>
                    <a:schemeClr val="tx1"/>
                  </a:solidFill>
                  <a:latin typeface="华文宋体" panose="02010600040101010101" pitchFamily="2" charset="-122"/>
                  <a:ea typeface="华文宋体" panose="02010600040101010101" pitchFamily="2" charset="-122"/>
                </a:rPr>
                <a:t>| 2021</a:t>
              </a:r>
              <a:r>
                <a:rPr lang="zh-CN" altLang="en-US" sz="1500" dirty="0">
                  <a:solidFill>
                    <a:schemeClr val="tx1"/>
                  </a:solidFill>
                  <a:latin typeface="华文宋体" panose="02010600040101010101" pitchFamily="2" charset="-122"/>
                  <a:ea typeface="华文宋体" panose="02010600040101010101" pitchFamily="2" charset="-122"/>
                </a:rPr>
                <a:t>级 </a:t>
              </a:r>
              <a:r>
                <a:rPr lang="en-US" altLang="zh-CN" sz="1500" dirty="0">
                  <a:solidFill>
                    <a:schemeClr val="tx1"/>
                  </a:solidFill>
                  <a:latin typeface="华文宋体" panose="02010600040101010101" pitchFamily="2" charset="-122"/>
                  <a:ea typeface="华文宋体" panose="02010600040101010101" pitchFamily="2" charset="-122"/>
                </a:rPr>
                <a:t>| </a:t>
              </a:r>
              <a:r>
                <a:rPr lang="en-US" altLang="zh-CN" sz="1500" u="none" strike="noStrike" dirty="0" err="1">
                  <a:effectLst/>
                  <a:latin typeface="华文宋体" panose="02010600040101010101" pitchFamily="2" charset="-122"/>
                  <a:ea typeface="华文宋体" panose="02010600040101010101" pitchFamily="2" charset="-122"/>
                </a:rPr>
                <a:t>CCPC金牌、ICPC银牌</a:t>
              </a:r>
              <a:endParaRPr lang="en-US" altLang="zh-CN" sz="1500" b="0" i="0" u="none" strike="noStrike" dirty="0">
                <a:solidFill>
                  <a:schemeClr val="tx1"/>
                </a:solidFill>
                <a:effectLst/>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本科期间在 </a:t>
              </a:r>
              <a:r>
                <a:rPr lang="en-US" altLang="zh-CN" sz="1500" dirty="0">
                  <a:solidFill>
                    <a:schemeClr val="tx1"/>
                  </a:solidFill>
                  <a:latin typeface="华文宋体" panose="02010600040101010101" pitchFamily="2" charset="-122"/>
                  <a:ea typeface="华文宋体" panose="02010600040101010101" pitchFamily="2" charset="-122"/>
                </a:rPr>
                <a:t>VLDB</a:t>
              </a:r>
              <a:r>
                <a:rPr lang="zh-CN" altLang="en-US" sz="1500" dirty="0">
                  <a:solidFill>
                    <a:schemeClr val="tx1"/>
                  </a:solidFill>
                  <a:latin typeface="华文宋体" panose="02010600040101010101" pitchFamily="2" charset="-122"/>
                  <a:ea typeface="华文宋体" panose="02010600040101010101" pitchFamily="2" charset="-122"/>
                </a:rPr>
                <a:t>顶级会议发表一篇论文</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en-US" altLang="zh-CN" sz="1500" dirty="0">
                  <a:solidFill>
                    <a:schemeClr val="tx1"/>
                  </a:solidFill>
                  <a:latin typeface="华文宋体" panose="02010600040101010101" pitchFamily="2" charset="-122"/>
                  <a:ea typeface="华文宋体" panose="02010600040101010101" pitchFamily="2" charset="-122"/>
                </a:rPr>
                <a:t>NVIDIA</a:t>
              </a:r>
              <a:r>
                <a:rPr lang="zh-CN" altLang="en-US" sz="1500" dirty="0">
                  <a:solidFill>
                    <a:schemeClr val="tx1"/>
                  </a:solidFill>
                  <a:latin typeface="华文宋体" panose="02010600040101010101" pitchFamily="2" charset="-122"/>
                  <a:ea typeface="华文宋体" panose="02010600040101010101" pitchFamily="2" charset="-122"/>
                </a:rPr>
                <a:t>（上海）实习</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毕业去向：加利福尼亚大学圣迭戈分校计算机科学硕士</a:t>
              </a:r>
              <a:endParaRPr sz="1500" dirty="0">
                <a:solidFill>
                  <a:schemeClr val="tx1"/>
                </a:solidFill>
                <a:latin typeface="华文宋体" panose="02010600040101010101" pitchFamily="2" charset="-122"/>
                <a:ea typeface="华文宋体" panose="02010600040101010101" pitchFamily="2" charset="-122"/>
              </a:endParaRPr>
            </a:p>
          </p:txBody>
        </p:sp>
        <p:cxnSp>
          <p:nvCxnSpPr>
            <p:cNvPr id="2" name="图形"/>
            <p:cNvCxnSpPr>
              <a:cxnSpLocks/>
            </p:cNvCxnSpPr>
            <p:nvPr/>
          </p:nvCxnSpPr>
          <p:spPr>
            <a:xfrm>
              <a:off x="568180" y="4595989"/>
              <a:ext cx="612000"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sp>
        <p:nvSpPr>
          <p:cNvPr id="4" name="Title Placeholder 1">
            <a:extLst>
              <a:ext uri="{FF2B5EF4-FFF2-40B4-BE49-F238E27FC236}">
                <a16:creationId xmlns:a16="http://schemas.microsoft.com/office/drawing/2014/main" id="{EC0E6D59-72B1-E396-89E3-DBF88E1AC050}"/>
              </a:ext>
            </a:extLst>
          </p:cNvPr>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优秀队员去向</a:t>
            </a:r>
            <a:endParaRPr lang="en-CN" altLang="zh-CN" sz="3200" dirty="0"/>
          </a:p>
        </p:txBody>
      </p:sp>
      <p:cxnSp>
        <p:nvCxnSpPr>
          <p:cNvPr id="5" name="图形">
            <a:extLst>
              <a:ext uri="{FF2B5EF4-FFF2-40B4-BE49-F238E27FC236}">
                <a16:creationId xmlns:a16="http://schemas.microsoft.com/office/drawing/2014/main" id="{558CA0CF-CD2F-EC55-1FFB-4666027B32C0}"/>
              </a:ext>
            </a:extLst>
          </p:cNvPr>
          <p:cNvCxnSpPr>
            <a:cxnSpLocks/>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nvGrpSpPr>
          <p:cNvPr id="13" name="组合 12">
            <a:extLst>
              <a:ext uri="{FF2B5EF4-FFF2-40B4-BE49-F238E27FC236}">
                <a16:creationId xmlns:a16="http://schemas.microsoft.com/office/drawing/2014/main" id="{B9419AB2-6D8A-A531-8CC4-7C783F647A37}"/>
              </a:ext>
            </a:extLst>
          </p:cNvPr>
          <p:cNvGrpSpPr/>
          <p:nvPr/>
        </p:nvGrpSpPr>
        <p:grpSpPr>
          <a:xfrm>
            <a:off x="451177" y="6282996"/>
            <a:ext cx="6891460" cy="1782196"/>
            <a:chOff x="463833" y="6093258"/>
            <a:chExt cx="6891460" cy="1782196"/>
          </a:xfrm>
        </p:grpSpPr>
        <p:sp>
          <p:nvSpPr>
            <p:cNvPr id="203" name="矩形 27"/>
            <p:cNvSpPr/>
            <p:nvPr/>
          </p:nvSpPr>
          <p:spPr>
            <a:xfrm rot="5400000" flipH="1">
              <a:off x="3293400" y="3263691"/>
              <a:ext cx="1232326" cy="689146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205"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p:cNvSpPr txBox="1"/>
            <p:nvPr/>
          </p:nvSpPr>
          <p:spPr>
            <a:xfrm>
              <a:off x="486364" y="6102468"/>
              <a:ext cx="6740829" cy="1772986"/>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l">
                <a:lnSpc>
                  <a:spcPct val="125000"/>
                </a:lnSpc>
              </a:pPr>
              <a:r>
                <a:rPr lang="zh-CN" altLang="en-US" sz="1500" b="1" dirty="0">
                  <a:solidFill>
                    <a:schemeClr val="tx1"/>
                  </a:solidFill>
                  <a:latin typeface="微软雅黑" panose="020B0503020204020204" pitchFamily="34" charset="-122"/>
                  <a:ea typeface="微软雅黑" panose="020B0503020204020204" pitchFamily="34" charset="-122"/>
                </a:rPr>
                <a:t>赵子逸</a:t>
              </a:r>
              <a:endParaRPr lang="en-US" altLang="zh-CN" sz="1500" b="1" dirty="0">
                <a:solidFill>
                  <a:schemeClr val="tx1"/>
                </a:solidFill>
                <a:latin typeface="微软雅黑" panose="020B0503020204020204" pitchFamily="34" charset="-122"/>
                <a:ea typeface="微软雅黑" panose="020B0503020204020204" pitchFamily="34"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数据科学学院 </a:t>
              </a:r>
              <a:r>
                <a:rPr lang="en-US" altLang="zh-CN" sz="1500" dirty="0">
                  <a:solidFill>
                    <a:schemeClr val="tx1"/>
                  </a:solidFill>
                  <a:latin typeface="华文宋体" panose="02010600040101010101" pitchFamily="2" charset="-122"/>
                  <a:ea typeface="华文宋体" panose="02010600040101010101" pitchFamily="2" charset="-122"/>
                </a:rPr>
                <a:t>|</a:t>
              </a:r>
              <a:r>
                <a:rPr lang="zh-CN" altLang="en-US" sz="1500" dirty="0">
                  <a:solidFill>
                    <a:schemeClr val="tx1"/>
                  </a:solidFill>
                  <a:latin typeface="华文宋体" panose="02010600040101010101" pitchFamily="2" charset="-122"/>
                  <a:ea typeface="华文宋体" panose="02010600040101010101" pitchFamily="2" charset="-122"/>
                </a:rPr>
                <a:t> </a:t>
              </a:r>
              <a:r>
                <a:rPr lang="en-US" altLang="zh-CN" sz="1500" dirty="0">
                  <a:solidFill>
                    <a:schemeClr val="tx1"/>
                  </a:solidFill>
                  <a:latin typeface="华文宋体" panose="02010600040101010101" pitchFamily="2" charset="-122"/>
                  <a:ea typeface="华文宋体" panose="02010600040101010101" pitchFamily="2" charset="-122"/>
                </a:rPr>
                <a:t>2021</a:t>
              </a:r>
              <a:r>
                <a:rPr lang="zh-CN" altLang="en-US" sz="1500" dirty="0">
                  <a:solidFill>
                    <a:schemeClr val="tx1"/>
                  </a:solidFill>
                  <a:latin typeface="华文宋体" panose="02010600040101010101" pitchFamily="2" charset="-122"/>
                  <a:ea typeface="华文宋体" panose="02010600040101010101" pitchFamily="2" charset="-122"/>
                </a:rPr>
                <a:t>级 </a:t>
              </a:r>
              <a:r>
                <a:rPr lang="en-US" altLang="zh-CN" sz="1500" dirty="0">
                  <a:solidFill>
                    <a:schemeClr val="tx1"/>
                  </a:solidFill>
                  <a:latin typeface="华文宋体" panose="02010600040101010101" pitchFamily="2" charset="-122"/>
                  <a:ea typeface="华文宋体" panose="02010600040101010101" pitchFamily="2" charset="-122"/>
                </a:rPr>
                <a:t>|</a:t>
              </a:r>
              <a:r>
                <a:rPr lang="zh-CN" altLang="en-US" sz="1500" dirty="0">
                  <a:solidFill>
                    <a:schemeClr val="tx1"/>
                  </a:solidFill>
                  <a:latin typeface="华文宋体" panose="02010600040101010101" pitchFamily="2" charset="-122"/>
                  <a:ea typeface="华文宋体" panose="02010600040101010101" pitchFamily="2" charset="-122"/>
                </a:rPr>
                <a:t> </a:t>
              </a:r>
              <a:r>
                <a:rPr lang="en-US" altLang="zh-CN" sz="1500" u="none" strike="noStrike" dirty="0">
                  <a:effectLst/>
                  <a:latin typeface="华文宋体" panose="02010600040101010101" pitchFamily="2" charset="-122"/>
                  <a:ea typeface="华文宋体" panose="02010600040101010101" pitchFamily="2" charset="-122"/>
                </a:rPr>
                <a:t>CCPC</a:t>
              </a:r>
              <a:r>
                <a:rPr lang="zh-CN" altLang="en-US" sz="1500" u="none" strike="noStrike" dirty="0">
                  <a:effectLst/>
                  <a:latin typeface="华文宋体" panose="02010600040101010101" pitchFamily="2" charset="-122"/>
                  <a:ea typeface="华文宋体" panose="02010600040101010101" pitchFamily="2" charset="-122"/>
                </a:rPr>
                <a:t>金</a:t>
              </a:r>
              <a:r>
                <a:rPr lang="en-US" altLang="zh-CN" sz="1500" u="none" strike="noStrike" dirty="0" err="1">
                  <a:effectLst/>
                  <a:latin typeface="华文宋体" panose="02010600040101010101" pitchFamily="2" charset="-122"/>
                  <a:ea typeface="华文宋体" panose="02010600040101010101" pitchFamily="2" charset="-122"/>
                </a:rPr>
                <a:t>牌、ICPC银牌</a:t>
              </a:r>
              <a:endParaRPr lang="en-US" altLang="zh-CN" sz="1500" b="0" i="0" u="none" strike="noStrike" dirty="0">
                <a:solidFill>
                  <a:srgbClr val="000000"/>
                </a:solidFill>
                <a:effectLst/>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本科期间完成一篇第一作者论文（论文在投）</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华为云（深圳）实习</a:t>
              </a:r>
              <a:endParaRPr sz="1500" dirty="0"/>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毕业去向：伊利诺伊大学厄巴纳</a:t>
              </a:r>
              <a:r>
                <a:rPr lang="en-US" altLang="zh-CN" sz="1500" dirty="0">
                  <a:solidFill>
                    <a:schemeClr val="tx1"/>
                  </a:solidFill>
                  <a:latin typeface="华文宋体" panose="02010600040101010101" pitchFamily="2" charset="-122"/>
                  <a:ea typeface="华文宋体" panose="02010600040101010101" pitchFamily="2" charset="-122"/>
                </a:rPr>
                <a:t>-</a:t>
              </a:r>
              <a:r>
                <a:rPr lang="zh-CN" altLang="en-US" sz="1500" dirty="0">
                  <a:solidFill>
                    <a:schemeClr val="tx1"/>
                  </a:solidFill>
                  <a:latin typeface="华文宋体" panose="02010600040101010101" pitchFamily="2" charset="-122"/>
                  <a:ea typeface="华文宋体" panose="02010600040101010101" pitchFamily="2" charset="-122"/>
                </a:rPr>
                <a:t>香槟分校科研助理</a:t>
              </a:r>
              <a:endParaRPr sz="1500" dirty="0">
                <a:solidFill>
                  <a:schemeClr val="tx1"/>
                </a:solidFill>
                <a:latin typeface="华文宋体" panose="02010600040101010101" pitchFamily="2" charset="-122"/>
                <a:ea typeface="华文宋体" panose="02010600040101010101" pitchFamily="2" charset="-122"/>
              </a:endParaRPr>
            </a:p>
          </p:txBody>
        </p:sp>
        <p:cxnSp>
          <p:nvCxnSpPr>
            <p:cNvPr id="8" name="图形">
              <a:extLst>
                <a:ext uri="{FF2B5EF4-FFF2-40B4-BE49-F238E27FC236}">
                  <a16:creationId xmlns:a16="http://schemas.microsoft.com/office/drawing/2014/main" id="{1D288739-505B-2F9A-BC58-2960E8E119FC}"/>
                </a:ext>
              </a:extLst>
            </p:cNvPr>
            <p:cNvCxnSpPr>
              <a:cxnSpLocks/>
            </p:cNvCxnSpPr>
            <p:nvPr/>
          </p:nvCxnSpPr>
          <p:spPr>
            <a:xfrm>
              <a:off x="529000" y="6466348"/>
              <a:ext cx="612000"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sp>
        <p:nvSpPr>
          <p:cNvPr id="6" name="文本框 1">
            <a:extLst>
              <a:ext uri="{FF2B5EF4-FFF2-40B4-BE49-F238E27FC236}">
                <a16:creationId xmlns:a16="http://schemas.microsoft.com/office/drawing/2014/main" id="{35A0C5DE-96DF-191D-5931-0037AEF4BFC3}"/>
              </a:ext>
            </a:extLst>
          </p:cNvPr>
          <p:cNvSpPr txBox="1"/>
          <p:nvPr/>
        </p:nvSpPr>
        <p:spPr>
          <a:xfrm>
            <a:off x="4778527" y="9557605"/>
            <a:ext cx="4633521" cy="323165"/>
          </a:xfrm>
          <a:prstGeom prst="rect">
            <a:avLst/>
          </a:prstGeom>
          <a:noFill/>
        </p:spPr>
        <p:txBody>
          <a:bodyPr wrap="square">
            <a:spAutoFit/>
          </a:bodyPr>
          <a:lstStyle/>
          <a:p>
            <a:r>
              <a:rPr lang="en-US" altLang="zh-CN" sz="1500" dirty="0">
                <a:solidFill>
                  <a:schemeClr val="tx1">
                    <a:lumMod val="85000"/>
                    <a:lumOff val="15000"/>
                  </a:schemeClr>
                </a:solidFill>
                <a:latin typeface="华文宋体" panose="02010600040101010101" pitchFamily="2" charset="-122"/>
                <a:ea typeface="华文宋体" panose="02010600040101010101" pitchFamily="2" charset="-122"/>
                <a:cs typeface="+mn-ea"/>
              </a:rPr>
              <a:t>22</a:t>
            </a:r>
            <a:endParaRPr lang="zh-CN" altLang="en-US" sz="1500" dirty="0">
              <a:solidFill>
                <a:schemeClr val="tx1">
                  <a:lumMod val="85000"/>
                  <a:lumOff val="15000"/>
                </a:schemeClr>
              </a:solidFill>
              <a:latin typeface="华文宋体" panose="02010600040101010101" pitchFamily="2" charset="-122"/>
              <a:ea typeface="华文宋体" panose="02010600040101010101" pitchFamily="2" charset="-122"/>
              <a:cs typeface="+mn-ea"/>
            </a:endParaRPr>
          </a:p>
        </p:txBody>
      </p:sp>
      <p:pic>
        <p:nvPicPr>
          <p:cNvPr id="7" name="图片 29">
            <a:extLst>
              <a:ext uri="{FF2B5EF4-FFF2-40B4-BE49-F238E27FC236}">
                <a16:creationId xmlns:a16="http://schemas.microsoft.com/office/drawing/2014/main" id="{2EC250B3-A9E8-8926-088F-0228222EE92F}"/>
              </a:ext>
            </a:extLst>
          </p:cNvPr>
          <p:cNvPicPr>
            <a:picLocks noChangeAspect="1"/>
          </p:cNvPicPr>
          <p:nvPr/>
        </p:nvPicPr>
        <p:blipFill>
          <a:blip r:embed="rId6" cstate="print"/>
          <a:stretch>
            <a:fillRect/>
          </a:stretch>
        </p:blipFill>
        <p:spPr>
          <a:xfrm>
            <a:off x="1336928" y="196268"/>
            <a:ext cx="6637825" cy="925594"/>
          </a:xfrm>
          <a:prstGeom prst="rect">
            <a:avLst/>
          </a:prstGeom>
        </p:spPr>
      </p:pic>
      <p:grpSp>
        <p:nvGrpSpPr>
          <p:cNvPr id="11" name="组合 10">
            <a:extLst>
              <a:ext uri="{FF2B5EF4-FFF2-40B4-BE49-F238E27FC236}">
                <a16:creationId xmlns:a16="http://schemas.microsoft.com/office/drawing/2014/main" id="{13CCE653-8813-1E9A-A775-AD40EAD84B07}"/>
              </a:ext>
            </a:extLst>
          </p:cNvPr>
          <p:cNvGrpSpPr/>
          <p:nvPr/>
        </p:nvGrpSpPr>
        <p:grpSpPr>
          <a:xfrm>
            <a:off x="451177" y="2161411"/>
            <a:ext cx="7106063" cy="1772986"/>
            <a:chOff x="478056" y="2161411"/>
            <a:chExt cx="7106063" cy="1772986"/>
          </a:xfrm>
        </p:grpSpPr>
        <p:sp>
          <p:nvSpPr>
            <p:cNvPr id="3" name="矩形 24">
              <a:extLst>
                <a:ext uri="{FF2B5EF4-FFF2-40B4-BE49-F238E27FC236}">
                  <a16:creationId xmlns:a16="http://schemas.microsoft.com/office/drawing/2014/main" id="{98F67D88-669E-DB19-C62C-2F413D57A0A3}"/>
                </a:ext>
              </a:extLst>
            </p:cNvPr>
            <p:cNvSpPr/>
            <p:nvPr/>
          </p:nvSpPr>
          <p:spPr>
            <a:xfrm rot="5400000" flipH="1">
              <a:off x="3252136" y="-610375"/>
              <a:ext cx="1296303" cy="6844464"/>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9"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a:extLst>
                <a:ext uri="{FF2B5EF4-FFF2-40B4-BE49-F238E27FC236}">
                  <a16:creationId xmlns:a16="http://schemas.microsoft.com/office/drawing/2014/main" id="{95ADD07B-5019-3DDA-D587-37BBA959E7BE}"/>
                </a:ext>
              </a:extLst>
            </p:cNvPr>
            <p:cNvSpPr txBox="1"/>
            <p:nvPr/>
          </p:nvSpPr>
          <p:spPr>
            <a:xfrm>
              <a:off x="543223" y="2161411"/>
              <a:ext cx="7040896" cy="1772986"/>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l">
                <a:lnSpc>
                  <a:spcPct val="125000"/>
                </a:lnSpc>
              </a:pPr>
              <a:r>
                <a:rPr lang="zh-CN" altLang="en-US" sz="1500" b="1" dirty="0">
                  <a:solidFill>
                    <a:schemeClr val="tx1"/>
                  </a:solidFill>
                  <a:latin typeface="微软雅黑" panose="020B0503020204020204" pitchFamily="34" charset="-122"/>
                  <a:ea typeface="微软雅黑" panose="020B0503020204020204" pitchFamily="34" charset="-122"/>
                </a:rPr>
                <a:t>蒋一歌</a:t>
              </a:r>
              <a:endParaRPr lang="en-US" altLang="zh-CN" sz="1500" b="1" dirty="0">
                <a:solidFill>
                  <a:schemeClr val="tx1"/>
                </a:solidFill>
                <a:latin typeface="微软雅黑" panose="020B0503020204020204" pitchFamily="34" charset="-122"/>
                <a:ea typeface="微软雅黑" panose="020B0503020204020204" pitchFamily="34"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数据科学学院 </a:t>
              </a:r>
              <a:r>
                <a:rPr lang="en-US" altLang="zh-CN" sz="1500" dirty="0">
                  <a:solidFill>
                    <a:schemeClr val="tx1"/>
                  </a:solidFill>
                  <a:latin typeface="华文宋体" panose="02010600040101010101" pitchFamily="2" charset="-122"/>
                  <a:ea typeface="华文宋体" panose="02010600040101010101" pitchFamily="2" charset="-122"/>
                </a:rPr>
                <a:t>|</a:t>
              </a:r>
              <a:r>
                <a:rPr lang="zh-CN" altLang="en-US" sz="1500" dirty="0">
                  <a:solidFill>
                    <a:schemeClr val="tx1"/>
                  </a:solidFill>
                  <a:latin typeface="华文宋体" panose="02010600040101010101" pitchFamily="2" charset="-122"/>
                  <a:ea typeface="华文宋体" panose="02010600040101010101" pitchFamily="2" charset="-122"/>
                </a:rPr>
                <a:t> </a:t>
              </a:r>
              <a:r>
                <a:rPr lang="en-US" altLang="zh-CN" sz="1500" dirty="0">
                  <a:solidFill>
                    <a:schemeClr val="tx1"/>
                  </a:solidFill>
                  <a:latin typeface="华文宋体" panose="02010600040101010101" pitchFamily="2" charset="-122"/>
                  <a:ea typeface="华文宋体" panose="02010600040101010101" pitchFamily="2" charset="-122"/>
                </a:rPr>
                <a:t>2021</a:t>
              </a:r>
              <a:r>
                <a:rPr lang="zh-CN" altLang="en-US" sz="1500" dirty="0">
                  <a:solidFill>
                    <a:schemeClr val="tx1"/>
                  </a:solidFill>
                  <a:latin typeface="华文宋体" panose="02010600040101010101" pitchFamily="2" charset="-122"/>
                  <a:ea typeface="华文宋体" panose="02010600040101010101" pitchFamily="2" charset="-122"/>
                </a:rPr>
                <a:t>级 </a:t>
              </a:r>
              <a:r>
                <a:rPr lang="en-US" altLang="zh-CN" sz="1500" dirty="0">
                  <a:solidFill>
                    <a:schemeClr val="tx1"/>
                  </a:solidFill>
                  <a:latin typeface="华文宋体" panose="02010600040101010101" pitchFamily="2" charset="-122"/>
                  <a:ea typeface="华文宋体" panose="02010600040101010101" pitchFamily="2" charset="-122"/>
                </a:rPr>
                <a:t>|</a:t>
              </a:r>
              <a:r>
                <a:rPr lang="zh-CN" altLang="en-US" sz="1500" dirty="0">
                  <a:solidFill>
                    <a:schemeClr val="tx1"/>
                  </a:solidFill>
                  <a:latin typeface="华文宋体" panose="02010600040101010101" pitchFamily="2" charset="-122"/>
                  <a:ea typeface="华文宋体" panose="02010600040101010101" pitchFamily="2" charset="-122"/>
                </a:rPr>
                <a:t> </a:t>
              </a:r>
              <a:r>
                <a:rPr lang="en-US" altLang="zh-CN" sz="1500" u="none" strike="noStrike" dirty="0" err="1">
                  <a:solidFill>
                    <a:schemeClr val="tx1"/>
                  </a:solidFill>
                  <a:effectLst/>
                  <a:latin typeface="华文宋体" panose="02010600040101010101" pitchFamily="2" charset="-122"/>
                  <a:ea typeface="华文宋体" panose="02010600040101010101" pitchFamily="2" charset="-122"/>
                </a:rPr>
                <a:t>ICPC金牌、ICPC</a:t>
              </a:r>
              <a:r>
                <a:rPr lang="en-US" altLang="zh-CN" sz="1500" u="none" strike="noStrike" dirty="0">
                  <a:solidFill>
                    <a:schemeClr val="tx1"/>
                  </a:solidFill>
                  <a:effectLst/>
                  <a:latin typeface="华文宋体" panose="02010600040101010101" pitchFamily="2" charset="-122"/>
                  <a:ea typeface="华文宋体" panose="02010600040101010101" pitchFamily="2" charset="-122"/>
                </a:rPr>
                <a:t> </a:t>
              </a:r>
              <a:r>
                <a:rPr lang="en-US" altLang="zh-CN" sz="1500" dirty="0">
                  <a:solidFill>
                    <a:schemeClr val="tx1"/>
                  </a:solidFill>
                  <a:latin typeface="华文宋体" panose="02010600040101010101" pitchFamily="2" charset="-122"/>
                  <a:ea typeface="华文宋体" panose="02010600040101010101" pitchFamily="2" charset="-122"/>
                </a:rPr>
                <a:t>EC F</a:t>
              </a:r>
              <a:r>
                <a:rPr lang="en-US" altLang="zh-CN" sz="1500" u="none" strike="noStrike" dirty="0">
                  <a:solidFill>
                    <a:schemeClr val="tx1"/>
                  </a:solidFill>
                  <a:effectLst/>
                  <a:latin typeface="华文宋体" panose="02010600040101010101" pitchFamily="2" charset="-122"/>
                  <a:ea typeface="华文宋体" panose="02010600040101010101" pitchFamily="2" charset="-122"/>
                </a:rPr>
                <a:t>inal</a:t>
              </a:r>
              <a:r>
                <a:rPr lang="zh-CN" altLang="en-US" sz="1500" u="none" strike="noStrike" dirty="0">
                  <a:solidFill>
                    <a:schemeClr val="tx1"/>
                  </a:solidFill>
                  <a:effectLst/>
                  <a:latin typeface="华文宋体" panose="02010600040101010101" pitchFamily="2" charset="-122"/>
                  <a:ea typeface="华文宋体" panose="02010600040101010101" pitchFamily="2" charset="-122"/>
                </a:rPr>
                <a:t>银牌</a:t>
              </a:r>
              <a:endParaRPr lang="en-US" altLang="zh-CN" sz="1500" b="0" i="0" u="none" strike="noStrike" dirty="0">
                <a:solidFill>
                  <a:srgbClr val="000000"/>
                </a:solidFill>
                <a:effectLst/>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本科期间完成一篇共同第一作者论文（论文在投）</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华为云（深圳）实习</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毕业去向：南洋理工大学计算机科学直博</a:t>
              </a:r>
              <a:endParaRPr sz="1500" dirty="0">
                <a:solidFill>
                  <a:schemeClr val="tx1"/>
                </a:solidFill>
                <a:latin typeface="华文宋体" panose="02010600040101010101" pitchFamily="2" charset="-122"/>
                <a:ea typeface="华文宋体" panose="02010600040101010101" pitchFamily="2" charset="-122"/>
              </a:endParaRPr>
            </a:p>
          </p:txBody>
        </p:sp>
        <p:cxnSp>
          <p:nvCxnSpPr>
            <p:cNvPr id="10" name="图形">
              <a:extLst>
                <a:ext uri="{FF2B5EF4-FFF2-40B4-BE49-F238E27FC236}">
                  <a16:creationId xmlns:a16="http://schemas.microsoft.com/office/drawing/2014/main" id="{C73C875A-ED1C-9EC4-A0F8-156B18AC7651}"/>
                </a:ext>
              </a:extLst>
            </p:cNvPr>
            <p:cNvCxnSpPr>
              <a:cxnSpLocks/>
            </p:cNvCxnSpPr>
            <p:nvPr/>
          </p:nvCxnSpPr>
          <p:spPr>
            <a:xfrm>
              <a:off x="566449" y="2523872"/>
              <a:ext cx="612000"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12053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83" name="图片 1"/>
          <p:cNvPicPr>
            <a:picLocks noChangeAspect="1"/>
          </p:cNvPicPr>
          <p:nvPr/>
        </p:nvPicPr>
        <p:blipFill rotWithShape="1">
          <a:blip r:embed="rId3"/>
          <a:srcRect l="9124" r="19006"/>
          <a:stretch/>
        </p:blipFill>
        <p:spPr>
          <a:xfrm>
            <a:off x="3799" y="251714"/>
            <a:ext cx="7559675" cy="10000821"/>
          </a:xfrm>
          <a:prstGeom prst="rect">
            <a:avLst/>
          </a:prstGeom>
        </p:spPr>
      </p:pic>
      <p:pic>
        <p:nvPicPr>
          <p:cNvPr id="484" name="图片 8"/>
          <p:cNvPicPr>
            <a:picLocks noChangeAspect="1"/>
          </p:cNvPicPr>
          <p:nvPr/>
        </p:nvPicPr>
        <p:blipFill>
          <a:blip r:embed="rId4" cstate="print"/>
          <a:srcRect/>
          <a:stretch/>
        </p:blipFill>
        <p:spPr>
          <a:xfrm>
            <a:off x="-11331" y="4451"/>
            <a:ext cx="7574805" cy="4946637"/>
          </a:xfrm>
          <a:prstGeom prst="rect">
            <a:avLst/>
          </a:prstGeom>
        </p:spPr>
      </p:pic>
      <p:sp>
        <p:nvSpPr>
          <p:cNvPr id="485" name="矩形: 单圆角 23"/>
          <p:cNvSpPr/>
          <p:nvPr/>
        </p:nvSpPr>
        <p:spPr>
          <a:xfrm>
            <a:off x="-277368" y="4618607"/>
            <a:ext cx="7267476" cy="3005628"/>
          </a:xfrm>
          <a:prstGeom prst="round1Rect">
            <a:avLst>
              <a:gd name="adj" fmla="val 9298"/>
            </a:avLst>
          </a:prstGeom>
          <a:gradFill>
            <a:gsLst>
              <a:gs pos="20000">
                <a:srgbClr val="FFFFFF"/>
              </a:gs>
              <a:gs pos="44000">
                <a:srgbClr val="FFFFFF"/>
              </a:gs>
              <a:gs pos="0">
                <a:schemeClr val="bg1"/>
              </a:gs>
              <a:gs pos="100000">
                <a:schemeClr val="bg1">
                  <a:alpha val="0"/>
                </a:schemeClr>
              </a:gs>
            </a:gsLst>
            <a:lin ang="10800000" scaled="0"/>
          </a:gradFill>
          <a:ln>
            <a:noFill/>
          </a:ln>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567066" hangingPunct="1">
              <a:defRPr/>
            </a:pPr>
            <a:endParaRPr lang="zh-CN" altLang="en-US" sz="1117" kern="1200">
              <a:solidFill>
                <a:prstClr val="white"/>
              </a:solidFill>
              <a:latin typeface="Times New Roman" panose="02020603050405020304" pitchFamily="18" charset="0"/>
              <a:ea typeface="微软雅黑"/>
              <a:cs typeface="Times New Roman" panose="02020603050405020304" pitchFamily="18" charset="0"/>
            </a:endParaRPr>
          </a:p>
        </p:txBody>
      </p:sp>
      <p:sp>
        <p:nvSpPr>
          <p:cNvPr id="486" name="矩形 25"/>
          <p:cNvSpPr/>
          <p:nvPr/>
        </p:nvSpPr>
        <p:spPr>
          <a:xfrm>
            <a:off x="413981" y="4976402"/>
            <a:ext cx="5250679" cy="25915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endParaRPr lang="zh-CN" altLang="en-US" sz="311">
              <a:solidFill>
                <a:prstClr val="white"/>
              </a:solidFill>
              <a:latin typeface="Times New Roman" panose="02020603050405020304" pitchFamily="18" charset="0"/>
              <a:ea typeface="等线" panose="02010600030101010101" pitchFamily="2" charset="-122"/>
              <a:cs typeface="Times New Roman" panose="02020603050405020304" pitchFamily="18" charset="0"/>
            </a:endParaRPr>
          </a:p>
        </p:txBody>
      </p:sp>
      <p:sp>
        <p:nvSpPr>
          <p:cNvPr id="487" name="TextBox 72"/>
          <p:cNvSpPr txBox="1"/>
          <p:nvPr/>
        </p:nvSpPr>
        <p:spPr>
          <a:xfrm>
            <a:off x="560355" y="6905857"/>
            <a:ext cx="2178908" cy="269369"/>
          </a:xfrm>
          <a:prstGeom prst="rect">
            <a:avLst/>
          </a:prstGeom>
          <a:noFill/>
        </p:spPr>
        <p:txBody>
          <a:bodyPr wrap="square">
            <a:spAutoFit/>
          </a:bodyPr>
          <a:lstStyle/>
          <a:p>
            <a:pPr defTabSz="283534" hangingPunct="1">
              <a:lnSpc>
                <a:spcPct val="150000"/>
              </a:lnSpc>
              <a:defRPr/>
            </a:pPr>
            <a:endParaRPr lang="zh-CN" altLang="zh-CN" sz="869" b="1" kern="1200">
              <a:solidFill>
                <a:srgbClr val="441D85"/>
              </a:solidFill>
              <a:latin typeface="Times New Roman" panose="02020603050405020304" pitchFamily="18" charset="0"/>
              <a:ea typeface="微软雅黑" panose="020B0503020204020204" pitchFamily="34" charset="-122"/>
              <a:cs typeface="Times New Roman" panose="02020603050405020304" pitchFamily="18" charset="0"/>
              <a:sym typeface="字魂105号-简雅黑" panose="00000500000000000000" pitchFamily="2" charset="-122"/>
            </a:endParaRPr>
          </a:p>
        </p:txBody>
      </p:sp>
      <p:sp>
        <p:nvSpPr>
          <p:cNvPr id="488" name="TextBox 72"/>
          <p:cNvSpPr txBox="1"/>
          <p:nvPr/>
        </p:nvSpPr>
        <p:spPr>
          <a:xfrm>
            <a:off x="4533131" y="6557557"/>
            <a:ext cx="2853095" cy="426463"/>
          </a:xfrm>
          <a:prstGeom prst="rect">
            <a:avLst/>
          </a:prstGeom>
          <a:noFill/>
        </p:spPr>
        <p:txBody>
          <a:bodyPr wrap="square">
            <a:spAutoFit/>
          </a:bodyPr>
          <a:lstStyle/>
          <a:p>
            <a:pPr defTabSz="283534" hangingPunct="1">
              <a:lnSpc>
                <a:spcPct val="150000"/>
              </a:lnSpc>
              <a:defRPr/>
            </a:pPr>
            <a:r>
              <a:rPr lang="zh-CN" altLang="en-US" sz="1600">
                <a:solidFill>
                  <a:srgbClr val="441D85"/>
                </a:solidFill>
                <a:latin typeface="Times New Roman" panose="02020603050405020304" pitchFamily="18" charset="0"/>
                <a:ea typeface="华文宋体" panose="02010600040101010101" pitchFamily="2" charset="-122"/>
                <a:cs typeface="Times New Roman" panose="02020603050405020304" pitchFamily="18" charset="0"/>
              </a:rPr>
              <a:t>学院招生交流</a:t>
            </a:r>
            <a:r>
              <a:rPr lang="en-US" altLang="zh-CN" sz="1600">
                <a:solidFill>
                  <a:srgbClr val="441D85"/>
                </a:solidFill>
                <a:latin typeface="Times New Roman" panose="02020603050405020304" pitchFamily="18" charset="0"/>
                <a:ea typeface="华文宋体" panose="02010600040101010101" pitchFamily="2" charset="-122"/>
                <a:cs typeface="Times New Roman" panose="02020603050405020304" pitchFamily="18" charset="0"/>
              </a:rPr>
              <a:t>QQ</a:t>
            </a:r>
            <a:r>
              <a:rPr lang="zh-CN" altLang="en-US" sz="1600">
                <a:solidFill>
                  <a:srgbClr val="441D85"/>
                </a:solidFill>
                <a:latin typeface="Times New Roman" panose="02020603050405020304" pitchFamily="18" charset="0"/>
                <a:ea typeface="华文宋体" panose="02010600040101010101" pitchFamily="2" charset="-122"/>
                <a:cs typeface="Times New Roman" panose="02020603050405020304" pitchFamily="18" charset="0"/>
              </a:rPr>
              <a:t>群</a:t>
            </a:r>
            <a:endParaRPr lang="en-US" altLang="zh-CN" sz="1600">
              <a:solidFill>
                <a:srgbClr val="441D85"/>
              </a:solidFill>
              <a:latin typeface="Times New Roman" panose="02020603050405020304" pitchFamily="18" charset="0"/>
              <a:ea typeface="华文宋体" panose="02010600040101010101" pitchFamily="2" charset="-122"/>
              <a:cs typeface="Times New Roman" panose="02020603050405020304" pitchFamily="18" charset="0"/>
            </a:endParaRPr>
          </a:p>
        </p:txBody>
      </p:sp>
      <p:sp>
        <p:nvSpPr>
          <p:cNvPr id="489" name="TextBox 72"/>
          <p:cNvSpPr txBox="1"/>
          <p:nvPr/>
        </p:nvSpPr>
        <p:spPr>
          <a:xfrm>
            <a:off x="400878" y="6568017"/>
            <a:ext cx="2178908" cy="426463"/>
          </a:xfrm>
          <a:prstGeom prst="rect">
            <a:avLst/>
          </a:prstGeom>
          <a:noFill/>
        </p:spPr>
        <p:txBody>
          <a:bodyPr wrap="square">
            <a:spAutoFit/>
          </a:bodyPr>
          <a:lstStyle/>
          <a:p>
            <a:pPr defTabSz="283534" hangingPunct="1">
              <a:lnSpc>
                <a:spcPct val="150000"/>
              </a:lnSpc>
              <a:defRPr/>
            </a:pPr>
            <a:r>
              <a:rPr lang="zh-CN" altLang="en-US" sz="1600">
                <a:solidFill>
                  <a:srgbClr val="441D85"/>
                </a:solidFill>
                <a:latin typeface="Times New Roman" panose="02020603050405020304" pitchFamily="18" charset="0"/>
                <a:ea typeface="华文宋体" panose="02010600040101010101" pitchFamily="2" charset="-122"/>
                <a:cs typeface="Times New Roman" panose="02020603050405020304" pitchFamily="18" charset="0"/>
              </a:rPr>
              <a:t>学院微信公众号 </a:t>
            </a:r>
            <a:endParaRPr>
              <a:latin typeface="Times New Roman" panose="02020603050405020304" pitchFamily="18" charset="0"/>
              <a:cs typeface="Times New Roman" panose="02020603050405020304" pitchFamily="18" charset="0"/>
            </a:endParaRPr>
          </a:p>
        </p:txBody>
      </p:sp>
      <p:sp>
        <p:nvSpPr>
          <p:cNvPr id="490" name="TextBox 72"/>
          <p:cNvSpPr txBox="1"/>
          <p:nvPr/>
        </p:nvSpPr>
        <p:spPr>
          <a:xfrm>
            <a:off x="1915415" y="6563599"/>
            <a:ext cx="2178908" cy="426463"/>
          </a:xfrm>
          <a:prstGeom prst="rect">
            <a:avLst/>
          </a:prstGeom>
          <a:noFill/>
        </p:spPr>
        <p:txBody>
          <a:bodyPr wrap="square">
            <a:spAutoFit/>
          </a:bodyPr>
          <a:lstStyle/>
          <a:p>
            <a:pPr defTabSz="283534" hangingPunct="1">
              <a:lnSpc>
                <a:spcPct val="150000"/>
              </a:lnSpc>
              <a:defRPr/>
            </a:pPr>
            <a:r>
              <a:rPr lang="zh-CN" altLang="en-US" sz="1600">
                <a:solidFill>
                  <a:srgbClr val="441D85"/>
                </a:solidFill>
                <a:latin typeface="Times New Roman" panose="02020603050405020304" pitchFamily="18" charset="0"/>
                <a:ea typeface="华文宋体" panose="02010600040101010101" pitchFamily="2" charset="-122"/>
                <a:cs typeface="Times New Roman" panose="02020603050405020304" pitchFamily="18" charset="0"/>
              </a:rPr>
              <a:t>学院刊物</a:t>
            </a:r>
            <a:endParaRPr>
              <a:latin typeface="Times New Roman" panose="02020603050405020304" pitchFamily="18" charset="0"/>
              <a:cs typeface="Times New Roman" panose="02020603050405020304" pitchFamily="18" charset="0"/>
            </a:endParaRPr>
          </a:p>
        </p:txBody>
      </p:sp>
      <p:sp>
        <p:nvSpPr>
          <p:cNvPr id="491" name="TextBox 72"/>
          <p:cNvSpPr txBox="1"/>
          <p:nvPr/>
        </p:nvSpPr>
        <p:spPr>
          <a:xfrm>
            <a:off x="3348891" y="6559119"/>
            <a:ext cx="2178908" cy="426463"/>
          </a:xfrm>
          <a:prstGeom prst="rect">
            <a:avLst/>
          </a:prstGeom>
          <a:noFill/>
        </p:spPr>
        <p:txBody>
          <a:bodyPr wrap="square">
            <a:spAutoFit/>
          </a:bodyPr>
          <a:lstStyle/>
          <a:p>
            <a:pPr defTabSz="283534" hangingPunct="1">
              <a:lnSpc>
                <a:spcPct val="150000"/>
              </a:lnSpc>
              <a:defRPr/>
            </a:pPr>
            <a:r>
              <a:rPr lang="zh-CN" altLang="en-US" sz="1600">
                <a:solidFill>
                  <a:srgbClr val="441D85"/>
                </a:solidFill>
                <a:latin typeface="Times New Roman" panose="02020603050405020304" pitchFamily="18" charset="0"/>
                <a:ea typeface="华文宋体" panose="02010600040101010101" pitchFamily="2" charset="-122"/>
                <a:cs typeface="Times New Roman" panose="02020603050405020304" pitchFamily="18" charset="0"/>
              </a:rPr>
              <a:t>学院官网</a:t>
            </a:r>
            <a:endParaRPr>
              <a:latin typeface="Times New Roman" panose="02020603050405020304" pitchFamily="18" charset="0"/>
              <a:cs typeface="Times New Roman" panose="02020603050405020304" pitchFamily="18" charset="0"/>
            </a:endParaRPr>
          </a:p>
        </p:txBody>
      </p:sp>
      <p:sp>
        <p:nvSpPr>
          <p:cNvPr id="492" name="文本框 17"/>
          <p:cNvSpPr txBox="1"/>
          <p:nvPr/>
        </p:nvSpPr>
        <p:spPr>
          <a:xfrm>
            <a:off x="4331552" y="6947756"/>
            <a:ext cx="3122192" cy="418191"/>
          </a:xfrm>
          <a:prstGeom prst="rect">
            <a:avLst/>
          </a:prstGeom>
          <a:noFill/>
        </p:spPr>
        <p:txBody>
          <a:bodyPr wrap="square">
            <a:spAutoFit/>
          </a:bodyPr>
          <a:lstStyle/>
          <a:p>
            <a:pPr defTabSz="283534" hangingPunct="1">
              <a:lnSpc>
                <a:spcPct val="150000"/>
              </a:lnSpc>
              <a:defRPr/>
            </a:pPr>
            <a:r>
              <a:rPr lang="en-US" altLang="zh-CN" sz="1600" b="1">
                <a:solidFill>
                  <a:srgbClr val="441D85"/>
                </a:solidFill>
                <a:latin typeface="Times New Roman" panose="02020603050405020304" pitchFamily="18" charset="0"/>
                <a:ea typeface="微软雅黑" panose="020B0503020204020204" pitchFamily="34" charset="-122"/>
                <a:cs typeface="Times New Roman" panose="02020603050405020304" pitchFamily="18" charset="0"/>
              </a:rPr>
              <a:t>QQ</a:t>
            </a:r>
            <a:r>
              <a:rPr lang="zh-CN" altLang="en-US" sz="1600" b="1" kern="1200">
                <a:solidFill>
                  <a:srgbClr val="441D85"/>
                </a:solidFill>
                <a:latin typeface="Times New Roman" panose="02020603050405020304" pitchFamily="18" charset="0"/>
                <a:ea typeface="微软雅黑" panose="020B0503020204020204" pitchFamily="34" charset="-122"/>
                <a:cs typeface="Times New Roman" panose="02020603050405020304" pitchFamily="18" charset="0"/>
              </a:rPr>
              <a:t>群号：</a:t>
            </a:r>
            <a:r>
              <a:rPr lang="en-US" altLang="zh-CN" sz="1600" b="1" kern="1200">
                <a:solidFill>
                  <a:srgbClr val="441D85"/>
                </a:solidFill>
                <a:latin typeface="Times New Roman" panose="02020603050405020304" pitchFamily="18" charset="0"/>
                <a:ea typeface="微软雅黑" panose="020B0503020204020204" pitchFamily="34" charset="-122"/>
                <a:cs typeface="Times New Roman" panose="02020603050405020304" pitchFamily="18" charset="0"/>
              </a:rPr>
              <a:t>293037862</a:t>
            </a:r>
            <a:endParaRPr lang="zh-CN" altLang="zh-CN" sz="1600" b="1" kern="1200">
              <a:solidFill>
                <a:srgbClr val="441D85"/>
              </a:solidFill>
              <a:latin typeface="Times New Roman" panose="02020603050405020304" pitchFamily="18" charset="0"/>
              <a:ea typeface="微软雅黑" panose="020B0503020204020204" pitchFamily="34" charset="-122"/>
              <a:cs typeface="Times New Roman" panose="02020603050405020304" pitchFamily="18" charset="0"/>
              <a:sym typeface="字魂105号-简雅黑" panose="00000500000000000000" pitchFamily="2" charset="-122"/>
            </a:endParaRPr>
          </a:p>
        </p:txBody>
      </p:sp>
      <p:sp>
        <p:nvSpPr>
          <p:cNvPr id="493" name="文本框 47"/>
          <p:cNvSpPr txBox="1"/>
          <p:nvPr/>
        </p:nvSpPr>
        <p:spPr>
          <a:xfrm>
            <a:off x="2706568" y="9439621"/>
            <a:ext cx="4766020" cy="368755"/>
          </a:xfrm>
          <a:prstGeom prst="rect">
            <a:avLst/>
          </a:prstGeom>
          <a:noFill/>
        </p:spPr>
        <p:txBody>
          <a:bodyPr wrap="square" rtlCol="0">
            <a:spAutoFit/>
          </a:bodyPr>
          <a:lstStyle/>
          <a:p>
            <a:pPr algn="l">
              <a:lnSpc>
                <a:spcPct val="125000"/>
              </a:lnSpc>
              <a:defRPr/>
            </a:pPr>
            <a:r>
              <a:rPr lang="zh-CN" altLang="en-US" sz="1600" spc="-15" dirty="0">
                <a:solidFill>
                  <a:srgbClr val="441D85"/>
                </a:solidFill>
                <a:latin typeface="Times New Roman" panose="02020603050405020304" pitchFamily="18" charset="0"/>
                <a:ea typeface="华文宋体" panose="02010600040101010101" pitchFamily="2" charset="-122"/>
                <a:cs typeface="Times New Roman" panose="02020603050405020304" pitchFamily="18" charset="0"/>
              </a:rPr>
              <a:t>中国广东省深圳市龙岗区龙翔大道</a:t>
            </a:r>
            <a:r>
              <a:rPr lang="en-US" altLang="zh-CN" sz="1600" spc="-15" dirty="0">
                <a:solidFill>
                  <a:srgbClr val="441D85"/>
                </a:solidFill>
                <a:latin typeface="Times New Roman" panose="02020603050405020304" pitchFamily="18" charset="0"/>
                <a:ea typeface="华文宋体" panose="02010600040101010101" pitchFamily="2" charset="-122"/>
                <a:cs typeface="Times New Roman" panose="02020603050405020304" pitchFamily="18" charset="0"/>
              </a:rPr>
              <a:t>2001</a:t>
            </a:r>
            <a:r>
              <a:rPr lang="zh-CN" altLang="en-US" sz="1600" spc="-15" dirty="0">
                <a:solidFill>
                  <a:srgbClr val="441D85"/>
                </a:solidFill>
                <a:latin typeface="Times New Roman" panose="02020603050405020304" pitchFamily="18" charset="0"/>
                <a:ea typeface="华文宋体" panose="02010600040101010101" pitchFamily="2" charset="-122"/>
                <a:cs typeface="Times New Roman" panose="02020603050405020304" pitchFamily="18" charset="0"/>
              </a:rPr>
              <a:t>号道远楼</a:t>
            </a:r>
            <a:endParaRPr lang="en-US" altLang="zh-CN" sz="1600" spc="-15" dirty="0">
              <a:solidFill>
                <a:srgbClr val="441D85"/>
              </a:solidFill>
              <a:latin typeface="Times New Roman" panose="02020603050405020304" pitchFamily="18" charset="0"/>
              <a:ea typeface="华文宋体" panose="02010600040101010101" pitchFamily="2" charset="-122"/>
              <a:cs typeface="Times New Roman" panose="02020603050405020304" pitchFamily="18" charset="0"/>
            </a:endParaRPr>
          </a:p>
        </p:txBody>
      </p:sp>
      <p:sp>
        <p:nvSpPr>
          <p:cNvPr id="494" name="文本框 49"/>
          <p:cNvSpPr txBox="1"/>
          <p:nvPr/>
        </p:nvSpPr>
        <p:spPr>
          <a:xfrm>
            <a:off x="2706568" y="9044933"/>
            <a:ext cx="2428880" cy="534442"/>
          </a:xfrm>
          <a:prstGeom prst="rect">
            <a:avLst/>
          </a:prstGeom>
          <a:noFill/>
        </p:spPr>
        <p:txBody>
          <a:bodyPr wrap="square">
            <a:spAutoFit/>
          </a:bodyPr>
          <a:lstStyle/>
          <a:p>
            <a:pPr algn="l">
              <a:lnSpc>
                <a:spcPts val="1240"/>
              </a:lnSpc>
              <a:defRPr/>
            </a:pPr>
            <a:endParaRPr lang="en-US" altLang="zh-CN" sz="1984" spc="-15" dirty="0">
              <a:solidFill>
                <a:srgbClr val="441D85"/>
              </a:solidFill>
              <a:latin typeface="Times New Roman" panose="02020603050405020304" pitchFamily="18" charset="0"/>
              <a:ea typeface="微软雅黑" panose="020B0503020204020204" pitchFamily="34" charset="-122"/>
              <a:cs typeface="Times New Roman" panose="02020603050405020304" pitchFamily="18" charset="0"/>
            </a:endParaRPr>
          </a:p>
          <a:p>
            <a:pPr algn="l">
              <a:lnSpc>
                <a:spcPts val="1240"/>
              </a:lnSpc>
              <a:defRPr/>
            </a:pPr>
            <a:r>
              <a:rPr lang="en-US" altLang="zh-CN" sz="1600" b="1" dirty="0">
                <a:solidFill>
                  <a:srgbClr val="441D85"/>
                </a:solidFill>
                <a:latin typeface="Times New Roman" panose="02020603050405020304" pitchFamily="18" charset="0"/>
                <a:ea typeface="华文宋体" panose="02010600040101010101" pitchFamily="2" charset="-122"/>
                <a:cs typeface="Times New Roman" panose="02020603050405020304" pitchFamily="18" charset="0"/>
              </a:rPr>
              <a:t>http://sds.cuhk.edu.cn</a:t>
            </a:r>
            <a:endParaRPr dirty="0">
              <a:latin typeface="Times New Roman" panose="02020603050405020304" pitchFamily="18" charset="0"/>
              <a:cs typeface="Times New Roman" panose="02020603050405020304" pitchFamily="18" charset="0"/>
            </a:endParaRPr>
          </a:p>
          <a:p>
            <a:pPr algn="l">
              <a:lnSpc>
                <a:spcPts val="1240"/>
              </a:lnSpc>
              <a:defRPr/>
            </a:pPr>
            <a:endParaRPr lang="zh-CN" altLang="en-US" sz="558" dirty="0">
              <a:solidFill>
                <a:srgbClr val="441D85"/>
              </a:solidFill>
              <a:latin typeface="Times New Roman" panose="02020603050405020304" pitchFamily="18" charset="0"/>
              <a:ea typeface="等线" panose="02010600030101010101" pitchFamily="2" charset="-122"/>
              <a:cs typeface="Times New Roman" panose="02020603050405020304" pitchFamily="18" charset="0"/>
            </a:endParaRPr>
          </a:p>
        </p:txBody>
      </p:sp>
      <p:sp>
        <p:nvSpPr>
          <p:cNvPr id="495" name="文本框 52"/>
          <p:cNvSpPr txBox="1"/>
          <p:nvPr/>
        </p:nvSpPr>
        <p:spPr>
          <a:xfrm>
            <a:off x="957578" y="9021393"/>
            <a:ext cx="1890850" cy="795795"/>
          </a:xfrm>
          <a:prstGeom prst="rect">
            <a:avLst/>
          </a:prstGeom>
          <a:noFill/>
        </p:spPr>
        <p:txBody>
          <a:bodyPr wrap="square" rtlCol="0">
            <a:spAutoFit/>
          </a:bodyPr>
          <a:lstStyle/>
          <a:p>
            <a:pPr algn="r">
              <a:lnSpc>
                <a:spcPct val="150000"/>
              </a:lnSpc>
              <a:defRPr/>
            </a:pPr>
            <a:r>
              <a:rPr lang="zh-CN" altLang="en-US" sz="1600" b="1" spc="-15" dirty="0">
                <a:solidFill>
                  <a:srgbClr val="441D85"/>
                </a:solidFill>
                <a:latin typeface="Times New Roman" panose="02020603050405020304" pitchFamily="18" charset="0"/>
                <a:ea typeface="华文宋体" panose="02010600040101010101" pitchFamily="2" charset="-122"/>
                <a:cs typeface="Times New Roman" panose="02020603050405020304" pitchFamily="18" charset="0"/>
              </a:rPr>
              <a:t>学院官网：</a:t>
            </a:r>
            <a:endParaRPr b="1" dirty="0">
              <a:latin typeface="Times New Roman" panose="02020603050405020304" pitchFamily="18" charset="0"/>
              <a:cs typeface="Times New Roman" panose="02020603050405020304" pitchFamily="18" charset="0"/>
            </a:endParaRPr>
          </a:p>
          <a:p>
            <a:pPr algn="r">
              <a:lnSpc>
                <a:spcPct val="150000"/>
              </a:lnSpc>
              <a:defRPr/>
            </a:pPr>
            <a:r>
              <a:rPr lang="zh-CN" altLang="en-US" sz="1600" b="1" spc="-15" dirty="0">
                <a:solidFill>
                  <a:srgbClr val="441D85"/>
                </a:solidFill>
                <a:latin typeface="Times New Roman" panose="02020603050405020304" pitchFamily="18" charset="0"/>
                <a:ea typeface="华文宋体" panose="02010600040101010101" pitchFamily="2" charset="-122"/>
                <a:cs typeface="Times New Roman" panose="02020603050405020304" pitchFamily="18" charset="0"/>
              </a:rPr>
              <a:t>地址：</a:t>
            </a:r>
            <a:endParaRPr b="1" dirty="0">
              <a:latin typeface="Times New Roman" panose="02020603050405020304" pitchFamily="18" charset="0"/>
              <a:cs typeface="Times New Roman" panose="02020603050405020304" pitchFamily="18" charset="0"/>
            </a:endParaRPr>
          </a:p>
        </p:txBody>
      </p:sp>
      <p:sp>
        <p:nvSpPr>
          <p:cNvPr id="496" name="文本框 98"/>
          <p:cNvSpPr txBox="1"/>
          <p:nvPr/>
        </p:nvSpPr>
        <p:spPr>
          <a:xfrm>
            <a:off x="1528234" y="4702398"/>
            <a:ext cx="4941729" cy="338554"/>
          </a:xfrm>
          <a:prstGeom prst="rect">
            <a:avLst/>
          </a:prstGeom>
          <a:noFill/>
        </p:spPr>
        <p:txBody>
          <a:bodyPr wrap="square" rtlCol="0">
            <a:spAutoFit/>
          </a:bodyPr>
          <a:lstStyle/>
          <a:p>
            <a:pPr>
              <a:defRPr/>
            </a:pPr>
            <a:r>
              <a:rPr lang="zh-CN" altLang="en-US" sz="1600" b="1" kern="1200" dirty="0">
                <a:solidFill>
                  <a:srgbClr val="441D85"/>
                </a:solidFill>
                <a:latin typeface="Times New Roman" panose="02020603050405020304" pitchFamily="18" charset="0"/>
                <a:ea typeface="微软雅黑" panose="020B0503020204020204" pitchFamily="34" charset="-122"/>
                <a:cs typeface="Times New Roman" panose="02020603050405020304" pitchFamily="18" charset="0"/>
              </a:rPr>
              <a:t>招生咨询邮箱 </a:t>
            </a:r>
            <a:r>
              <a:rPr lang="en-US" altLang="zh-CN" sz="1600" b="1" kern="1200" dirty="0">
                <a:solidFill>
                  <a:srgbClr val="441D85"/>
                </a:solidFill>
                <a:latin typeface="Times New Roman" panose="02020603050405020304" pitchFamily="18" charset="0"/>
                <a:ea typeface="微软雅黑" panose="020B0503020204020204" pitchFamily="34" charset="-122"/>
                <a:cs typeface="Times New Roman" panose="02020603050405020304" pitchFamily="18" charset="0"/>
              </a:rPr>
              <a:t>Email : </a:t>
            </a:r>
            <a:r>
              <a:rPr lang="en-US" altLang="zh-CN" sz="1600" b="1" kern="1200" dirty="0" err="1">
                <a:solidFill>
                  <a:srgbClr val="441D85"/>
                </a:solidFill>
                <a:latin typeface="Times New Roman" panose="02020603050405020304" pitchFamily="18" charset="0"/>
                <a:ea typeface="微软雅黑" panose="020B0503020204020204" pitchFamily="34" charset="-122"/>
                <a:cs typeface="Times New Roman" panose="02020603050405020304" pitchFamily="18" charset="0"/>
              </a:rPr>
              <a:t>admissions@cuhk.edu.cn</a:t>
            </a:r>
            <a:endParaRPr dirty="0">
              <a:latin typeface="Times New Roman" panose="02020603050405020304" pitchFamily="18" charset="0"/>
              <a:cs typeface="Times New Roman" panose="02020603050405020304" pitchFamily="18" charset="0"/>
            </a:endParaRPr>
          </a:p>
        </p:txBody>
      </p:sp>
      <p:cxnSp>
        <p:nvCxnSpPr>
          <p:cNvPr id="497" name="直接连接符 32"/>
          <p:cNvCxnSpPr/>
          <p:nvPr/>
        </p:nvCxnSpPr>
        <p:spPr>
          <a:xfrm>
            <a:off x="2773864" y="5242388"/>
            <a:ext cx="4112181" cy="7421"/>
          </a:xfrm>
          <a:prstGeom prst="line">
            <a:avLst/>
          </a:prstGeom>
          <a:ln>
            <a:solidFill>
              <a:srgbClr val="A99DDF"/>
            </a:solidFill>
          </a:ln>
        </p:spPr>
        <p:style>
          <a:lnRef idx="1">
            <a:schemeClr val="accent1"/>
          </a:lnRef>
          <a:fillRef idx="0">
            <a:schemeClr val="accent1"/>
          </a:fillRef>
          <a:effectRef idx="0">
            <a:schemeClr val="accent1"/>
          </a:effectRef>
          <a:fontRef idx="minor">
            <a:schemeClr val="tx1"/>
          </a:fontRef>
        </p:style>
      </p:cxnSp>
      <p:pic>
        <p:nvPicPr>
          <p:cNvPr id="498" name="图片 3"/>
          <p:cNvPicPr>
            <a:picLocks noChangeAspect="1"/>
          </p:cNvPicPr>
          <p:nvPr/>
        </p:nvPicPr>
        <p:blipFill>
          <a:blip r:embed="rId5" cstate="print"/>
          <a:stretch>
            <a:fillRect/>
          </a:stretch>
        </p:blipFill>
        <p:spPr>
          <a:xfrm>
            <a:off x="879938" y="5443427"/>
            <a:ext cx="1204107" cy="1202325"/>
          </a:xfrm>
          <a:prstGeom prst="rect">
            <a:avLst/>
          </a:prstGeom>
        </p:spPr>
      </p:pic>
      <p:pic>
        <p:nvPicPr>
          <p:cNvPr id="499" name="图片 2"/>
          <p:cNvPicPr>
            <a:picLocks noChangeAspect="1"/>
          </p:cNvPicPr>
          <p:nvPr/>
        </p:nvPicPr>
        <p:blipFill rotWithShape="1">
          <a:blip r:embed="rId6" cstate="print"/>
          <a:srcRect l="10689" t="37540" r="9342" b="22100"/>
          <a:stretch/>
        </p:blipFill>
        <p:spPr>
          <a:xfrm>
            <a:off x="5270981" y="5434352"/>
            <a:ext cx="1339816" cy="1202325"/>
          </a:xfrm>
          <a:prstGeom prst="rect">
            <a:avLst/>
          </a:prstGeom>
        </p:spPr>
      </p:pic>
      <p:pic>
        <p:nvPicPr>
          <p:cNvPr id="500" name="图片 6"/>
          <p:cNvPicPr>
            <a:picLocks noChangeAspect="1"/>
          </p:cNvPicPr>
          <p:nvPr/>
        </p:nvPicPr>
        <p:blipFill>
          <a:blip r:embed="rId7" cstate="print"/>
          <a:stretch>
            <a:fillRect/>
          </a:stretch>
        </p:blipFill>
        <p:spPr>
          <a:xfrm>
            <a:off x="2291728" y="5391973"/>
            <a:ext cx="1333627" cy="1333627"/>
          </a:xfrm>
          <a:prstGeom prst="rect">
            <a:avLst/>
          </a:prstGeom>
        </p:spPr>
      </p:pic>
      <p:pic>
        <p:nvPicPr>
          <p:cNvPr id="501" name="图片 12"/>
          <p:cNvPicPr>
            <a:picLocks noChangeAspect="1"/>
          </p:cNvPicPr>
          <p:nvPr/>
        </p:nvPicPr>
        <p:blipFill>
          <a:blip r:embed="rId8"/>
          <a:stretch>
            <a:fillRect/>
          </a:stretch>
        </p:blipFill>
        <p:spPr>
          <a:xfrm>
            <a:off x="3783139" y="5381367"/>
            <a:ext cx="1355619" cy="1355619"/>
          </a:xfrm>
          <a:prstGeom prst="rect">
            <a:avLst/>
          </a:prstGeom>
        </p:spPr>
      </p:pic>
      <p:sp>
        <p:nvSpPr>
          <p:cNvPr id="502" name="矩形: 圆角 9"/>
          <p:cNvSpPr/>
          <p:nvPr/>
        </p:nvSpPr>
        <p:spPr>
          <a:xfrm rot="16200000">
            <a:off x="2209205" y="-2249608"/>
            <a:ext cx="1138781" cy="5617152"/>
          </a:xfrm>
          <a:prstGeom prst="roundRect">
            <a:avLst>
              <a:gd name="adj" fmla="val 0"/>
            </a:avLst>
          </a:prstGeom>
          <a:gradFill>
            <a:gsLst>
              <a:gs pos="16000">
                <a:schemeClr val="bg1"/>
              </a:gs>
              <a:gs pos="100000">
                <a:schemeClr val="bg1">
                  <a:alpha val="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567066" hangingPunct="1">
              <a:defRPr/>
            </a:pPr>
            <a:endParaRPr lang="zh-CN" altLang="en-US" sz="1117" kern="1200">
              <a:solidFill>
                <a:prstClr val="white"/>
              </a:solidFill>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503" name="图片 20"/>
          <p:cNvPicPr>
            <a:picLocks noChangeAspect="1"/>
          </p:cNvPicPr>
          <p:nvPr/>
        </p:nvPicPr>
        <p:blipFill rotWithShape="1">
          <a:blip r:embed="rId9" cstate="print"/>
          <a:srcRect l="12216" r="8695"/>
          <a:stretch/>
        </p:blipFill>
        <p:spPr>
          <a:xfrm>
            <a:off x="403601" y="214431"/>
            <a:ext cx="5183569" cy="913929"/>
          </a:xfrm>
          <a:prstGeom prst="rect">
            <a:avLst/>
          </a:prstGeom>
          <a:effectLst/>
        </p:spPr>
      </p:pic>
      <p:sp>
        <p:nvSpPr>
          <p:cNvPr id="504" name="主标题「XX项目」报告…"/>
          <p:cNvSpPr txBox="1"/>
          <p:nvPr/>
        </p:nvSpPr>
        <p:spPr>
          <a:xfrm>
            <a:off x="413982" y="4639537"/>
            <a:ext cx="1670064" cy="467824"/>
          </a:xfrm>
          <a:prstGeom prst="rect">
            <a:avLst/>
          </a:prstGeom>
          <a:noFill/>
          <a:ln w="12700">
            <a:noFill/>
            <a:miter lim="400000"/>
          </a:ln>
        </p:spPr>
        <p:txBody>
          <a:bodyPr wrap="square" lIns="15750" tIns="15750" rIns="15750" bIns="15750" anchor="ctr">
            <a:spAutoFit/>
          </a:bodyPr>
          <a:lstStyle/>
          <a:p>
            <a:pPr algn="l" defTabSz="141767">
              <a:lnSpc>
                <a:spcPts val="3368"/>
              </a:lnSpc>
              <a:defRPr sz="10665">
                <a:solidFill>
                  <a:srgbClr val="5F1B1B"/>
                </a:solidFill>
                <a:latin typeface="Source Han Sans CN Bold Bold"/>
                <a:ea typeface="Source Han Sans CN Bold Bold"/>
                <a:cs typeface="Source Han Sans CN Bold Bold"/>
                <a:sym typeface="Source Han Sans CN Bold Bold"/>
              </a:defRPr>
            </a:pPr>
            <a:r>
              <a:rPr lang="en-US" altLang="zh-CN" sz="3000" b="1" dirty="0">
                <a:solidFill>
                  <a:srgbClr val="F29624"/>
                </a:solidFill>
                <a:latin typeface="Times New Roman" panose="02020603050405020304" pitchFamily="18" charset="0"/>
                <a:ea typeface="Microsoft YaHei" panose="020B0503020204020204" pitchFamily="34" charset="-122"/>
                <a:cs typeface="Times New Roman" panose="02020603050405020304" pitchFamily="18" charset="0"/>
                <a:sym typeface="Source Han Sans CN Bold Bold"/>
              </a:rPr>
              <a:t>Q&amp;A</a:t>
            </a:r>
            <a:endParaRPr sz="3000" dirty="0">
              <a:latin typeface="Times New Roman" panose="02020603050405020304" pitchFamily="18" charset="0"/>
              <a:cs typeface="Times New Roman" panose="02020603050405020304" pitchFamily="18" charset="0"/>
            </a:endParaRPr>
          </a:p>
        </p:txBody>
      </p:sp>
      <p:sp>
        <p:nvSpPr>
          <p:cNvPr id="505" name="文本框 35"/>
          <p:cNvSpPr txBox="1"/>
          <p:nvPr/>
        </p:nvSpPr>
        <p:spPr>
          <a:xfrm>
            <a:off x="850197" y="2618233"/>
            <a:ext cx="5851749" cy="1201611"/>
          </a:xfrm>
          <a:prstGeom prst="rect">
            <a:avLst/>
          </a:prstGeom>
          <a:noFill/>
        </p:spPr>
        <p:txBody>
          <a:bodyPr wrap="square">
            <a:spAutoFit/>
          </a:bodyPr>
          <a:lstStyle/>
          <a:p>
            <a:pPr defTabSz="1007943" hangingPunct="1">
              <a:lnSpc>
                <a:spcPct val="125000"/>
              </a:lnSpc>
              <a:spcBef>
                <a:spcPct val="1"/>
              </a:spcBef>
              <a:defRPr sz="1715" b="1"/>
            </a:pPr>
            <a:r>
              <a:rPr lang="zh-CN" altLang="en-US" sz="3000" b="1" kern="1200" dirty="0">
                <a:solidFill>
                  <a:srgbClr val="F29624"/>
                </a:solidFill>
                <a:latin typeface="Times New Roman" panose="02020603050405020304" pitchFamily="18" charset="0"/>
                <a:ea typeface="Microsoft YaHei" panose="020B0503020204020204" pitchFamily="34" charset="-122"/>
                <a:cs typeface="Times New Roman" panose="02020603050405020304" pitchFamily="18" charset="0"/>
              </a:rPr>
              <a:t>欢迎加入香港中文大学（深圳）程序设计竞赛队！</a:t>
            </a:r>
            <a:endParaRPr sz="3000" dirty="0">
              <a:latin typeface="Times New Roman" panose="02020603050405020304" pitchFamily="18" charset="0"/>
              <a:cs typeface="Times New Roman" panose="02020603050405020304" pitchFamily="18" charset="0"/>
            </a:endParaRPr>
          </a:p>
        </p:txBody>
      </p:sp>
      <p:sp>
        <p:nvSpPr>
          <p:cNvPr id="506" name="文本框 7"/>
          <p:cNvSpPr txBox="1"/>
          <p:nvPr/>
        </p:nvSpPr>
        <p:spPr>
          <a:xfrm>
            <a:off x="1299477" y="8452458"/>
            <a:ext cx="1548951" cy="351506"/>
          </a:xfrm>
          <a:prstGeom prst="rect">
            <a:avLst/>
          </a:prstGeom>
          <a:noFill/>
        </p:spPr>
        <p:txBody>
          <a:bodyPr wrap="square">
            <a:spAutoFit/>
          </a:bodyPr>
          <a:lstStyle/>
          <a:p>
            <a:pPr algn="l">
              <a:lnSpc>
                <a:spcPct val="125000"/>
              </a:lnSpc>
              <a:defRPr sz="1149" b="0" i="0" u="none" strike="noStrike" spc="0" baseline="0">
                <a:ln>
                  <a:noFill/>
                </a:ln>
                <a:solidFill>
                  <a:srgbClr val="5E5E5E">
                    <a:alpha val="100000"/>
                  </a:srgbClr>
                </a:solidFill>
                <a:effectLst/>
                <a:latin typeface="Calibri"/>
                <a:ea typeface="等线"/>
                <a:cs typeface="+mn-cs"/>
                <a:sym typeface="Helvetica Neue"/>
              </a:defRPr>
            </a:pPr>
            <a:r>
              <a:rPr lang="zh-CN" sz="1500" b="1" dirty="0">
                <a:solidFill>
                  <a:srgbClr val="441D85">
                    <a:alpha val="100000"/>
                  </a:srgbClr>
                </a:solidFill>
                <a:latin typeface="Times New Roman" panose="02020603050405020304" pitchFamily="18" charset="0"/>
                <a:ea typeface="SimSun" panose="02010600030101010101" pitchFamily="2" charset="-122"/>
                <a:cs typeface="Times New Roman" panose="02020603050405020304" pitchFamily="18" charset="0"/>
                <a:sym typeface="Helvetica Neue"/>
              </a:rPr>
              <a:t>学生队长微信：</a:t>
            </a:r>
            <a:endParaRPr lang="en" sz="1500"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2" name="文本框 35">
            <a:extLst>
              <a:ext uri="{FF2B5EF4-FFF2-40B4-BE49-F238E27FC236}">
                <a16:creationId xmlns:a16="http://schemas.microsoft.com/office/drawing/2014/main" id="{5F79454E-3385-0F73-8829-464C2732265B}"/>
              </a:ext>
            </a:extLst>
          </p:cNvPr>
          <p:cNvSpPr txBox="1"/>
          <p:nvPr/>
        </p:nvSpPr>
        <p:spPr>
          <a:xfrm>
            <a:off x="2369202" y="8057327"/>
            <a:ext cx="2828868" cy="369332"/>
          </a:xfrm>
          <a:prstGeom prst="rect">
            <a:avLst/>
          </a:prstGeom>
          <a:noFill/>
        </p:spPr>
        <p:txBody>
          <a:bodyPr wrap="square">
            <a:spAutoFit/>
          </a:bodyPr>
          <a:lstStyle/>
          <a:p>
            <a:pPr defTabSz="1007943" hangingPunct="1">
              <a:lnSpc>
                <a:spcPct val="90000"/>
              </a:lnSpc>
              <a:spcBef>
                <a:spcPct val="1"/>
              </a:spcBef>
              <a:defRPr sz="1715" b="1"/>
            </a:pPr>
            <a:r>
              <a:rPr lang="zh-CN" altLang="en-US" sz="2000" b="1" kern="1200" dirty="0">
                <a:solidFill>
                  <a:srgbClr val="F29624"/>
                </a:solidFill>
                <a:latin typeface="Times New Roman" panose="02020603050405020304" pitchFamily="18" charset="0"/>
                <a:ea typeface="Microsoft YaHei" panose="020B0503020204020204" pitchFamily="34" charset="-122"/>
                <a:cs typeface="Times New Roman" panose="02020603050405020304" pitchFamily="18" charset="0"/>
              </a:rPr>
              <a:t>联系我们</a:t>
            </a:r>
            <a:endParaRPr sz="2000" dirty="0">
              <a:latin typeface="Times New Roman" panose="02020603050405020304" pitchFamily="18" charset="0"/>
              <a:cs typeface="Times New Roman" panose="02020603050405020304" pitchFamily="18" charset="0"/>
            </a:endParaRPr>
          </a:p>
        </p:txBody>
      </p:sp>
      <p:sp>
        <p:nvSpPr>
          <p:cNvPr id="3" name="文本框 7">
            <a:extLst>
              <a:ext uri="{FF2B5EF4-FFF2-40B4-BE49-F238E27FC236}">
                <a16:creationId xmlns:a16="http://schemas.microsoft.com/office/drawing/2014/main" id="{D0056087-5A03-C1D3-5C5A-AE2EFF202987}"/>
              </a:ext>
            </a:extLst>
          </p:cNvPr>
          <p:cNvSpPr txBox="1"/>
          <p:nvPr/>
        </p:nvSpPr>
        <p:spPr>
          <a:xfrm>
            <a:off x="2706568" y="8462777"/>
            <a:ext cx="2491866" cy="646972"/>
          </a:xfrm>
          <a:prstGeom prst="rect">
            <a:avLst/>
          </a:prstGeom>
          <a:noFill/>
        </p:spPr>
        <p:txBody>
          <a:bodyPr wrap="square">
            <a:spAutoFit/>
          </a:bodyPr>
          <a:lstStyle/>
          <a:p>
            <a:pPr algn="l">
              <a:lnSpc>
                <a:spcPct val="125000"/>
              </a:lnSpc>
              <a:defRPr sz="1149" b="0" i="0" u="none" strike="noStrike" spc="0" baseline="0">
                <a:ln>
                  <a:noFill/>
                </a:ln>
                <a:solidFill>
                  <a:srgbClr val="5E5E5E">
                    <a:alpha val="100000"/>
                  </a:srgbClr>
                </a:solidFill>
                <a:effectLst/>
                <a:latin typeface="Calibri"/>
                <a:ea typeface="等线"/>
                <a:cs typeface="+mn-cs"/>
                <a:sym typeface="Helvetica Neue"/>
              </a:defRPr>
            </a:pPr>
            <a:r>
              <a:rPr lang="zh-CN" sz="1500" b="1" dirty="0">
                <a:solidFill>
                  <a:srgbClr val="441D85">
                    <a:alpha val="100000"/>
                  </a:srgbClr>
                </a:solidFill>
                <a:latin typeface="Times New Roman" panose="02020603050405020304" pitchFamily="18" charset="0"/>
                <a:ea typeface="SimSun" panose="02010600030101010101" pitchFamily="2" charset="-122"/>
                <a:cs typeface="Times New Roman" panose="02020603050405020304" pitchFamily="18" charset="0"/>
                <a:sym typeface="Helvetica Neue"/>
              </a:rPr>
              <a:t>孙悠然 </a:t>
            </a:r>
            <a:r>
              <a:rPr lang="zh-CN" altLang="en-US" sz="1500" b="1" dirty="0">
                <a:solidFill>
                  <a:srgbClr val="441D85">
                    <a:alpha val="100000"/>
                  </a:srgbClr>
                </a:solidFill>
                <a:latin typeface="Times New Roman" panose="02020603050405020304" pitchFamily="18" charset="0"/>
                <a:ea typeface="SimSun" panose="02010600030101010101" pitchFamily="2" charset="-122"/>
                <a:cs typeface="Times New Roman" panose="02020603050405020304" pitchFamily="18" charset="0"/>
                <a:sym typeface="Helvetica Neue"/>
              </a:rPr>
              <a:t> </a:t>
            </a:r>
            <a:r>
              <a:rPr lang="en-US" altLang="zh-CN" sz="1500" b="1" dirty="0">
                <a:solidFill>
                  <a:srgbClr val="441D85">
                    <a:alpha val="100000"/>
                  </a:srgbClr>
                </a:solidFill>
                <a:latin typeface="Times New Roman" panose="02020603050405020304" pitchFamily="18" charset="0"/>
                <a:ea typeface="SimSun" panose="02010600030101010101" pitchFamily="2" charset="-122"/>
                <a:cs typeface="Times New Roman" panose="02020603050405020304" pitchFamily="18" charset="0"/>
                <a:sym typeface="Helvetica Neue"/>
              </a:rPr>
              <a:t> </a:t>
            </a:r>
            <a:r>
              <a:rPr lang="en-HK" sz="1500" b="1" dirty="0">
                <a:solidFill>
                  <a:srgbClr val="441D85">
                    <a:alpha val="100000"/>
                  </a:srgbClr>
                </a:solidFill>
                <a:latin typeface="Times New Roman" panose="02020603050405020304" pitchFamily="18" charset="0"/>
                <a:ea typeface="SimSun" panose="02010600030101010101" pitchFamily="2" charset="-122"/>
                <a:cs typeface="Times New Roman" panose="02020603050405020304" pitchFamily="18" charset="0"/>
              </a:rPr>
              <a:t>Mackerel_Pike_04</a:t>
            </a:r>
            <a:endParaRPr lang="zh-CN" altLang="en-US" sz="1500" dirty="0">
              <a:latin typeface="Times New Roman" panose="02020603050405020304" pitchFamily="18" charset="0"/>
              <a:ea typeface="SimSun" panose="02010600030101010101" pitchFamily="2" charset="-122"/>
              <a:cs typeface="Times New Roman" panose="02020603050405020304" pitchFamily="18" charset="0"/>
            </a:endParaRPr>
          </a:p>
          <a:p>
            <a:pPr algn="l">
              <a:lnSpc>
                <a:spcPct val="125000"/>
              </a:lnSpc>
              <a:buClrTx/>
              <a:buSzTx/>
              <a:buFontTx/>
              <a:buNone/>
              <a:defRPr sz="1149" b="0" i="0" u="none" strike="noStrike" spc="0" baseline="0">
                <a:ln>
                  <a:noFill/>
                </a:ln>
                <a:solidFill>
                  <a:srgbClr val="5E5E5E">
                    <a:alpha val="100000"/>
                  </a:srgbClr>
                </a:solidFill>
                <a:effectLst/>
                <a:latin typeface="Calibri"/>
                <a:ea typeface="等线"/>
                <a:cs typeface="+mn-cs"/>
                <a:sym typeface="Helvetica Neue"/>
              </a:defRPr>
            </a:pPr>
            <a:r>
              <a:rPr lang="zh-CN" altLang="en-US" sz="1500" b="1" dirty="0">
                <a:solidFill>
                  <a:srgbClr val="441D85">
                    <a:alpha val="100000"/>
                  </a:srgbClr>
                </a:solidFill>
                <a:latin typeface="Times New Roman" panose="02020603050405020304" pitchFamily="18" charset="0"/>
                <a:ea typeface="SimSun" panose="02010600030101010101" pitchFamily="2" charset="-122"/>
                <a:cs typeface="Times New Roman" panose="02020603050405020304" pitchFamily="18" charset="0"/>
                <a:sym typeface="Helvetica Neue"/>
              </a:rPr>
              <a:t>何润元   </a:t>
            </a:r>
            <a:r>
              <a:rPr lang="en" sz="1500" b="1" dirty="0">
                <a:solidFill>
                  <a:srgbClr val="441D85">
                    <a:alpha val="100000"/>
                  </a:srgbClr>
                </a:solidFill>
                <a:latin typeface="Times New Roman" panose="02020603050405020304" pitchFamily="18" charset="0"/>
                <a:ea typeface="SimSun" panose="02010600030101010101" pitchFamily="2" charset="-122"/>
                <a:cs typeface="Times New Roman" panose="02020603050405020304" pitchFamily="18" charset="0"/>
                <a:sym typeface="Helvetica Neue"/>
              </a:rPr>
              <a:t>Momoway2004</a:t>
            </a:r>
            <a:endParaRPr lang="en" sz="1500" dirty="0">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transition spd="med"/>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751</TotalTime>
  <Words>5267</Words>
  <Application>Microsoft Office PowerPoint</Application>
  <PresentationFormat>Custom</PresentationFormat>
  <Paragraphs>541</Paragraphs>
  <Slides>28</Slides>
  <Notes>22</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28</vt:i4>
      </vt:variant>
    </vt:vector>
  </HeadingPairs>
  <TitlesOfParts>
    <vt:vector size="42" baseType="lpstr">
      <vt:lpstr>Kaiti SC</vt:lpstr>
      <vt:lpstr>Microsoft YaHei</vt:lpstr>
      <vt:lpstr>Microsoft YaHei</vt:lpstr>
      <vt:lpstr>SimSun</vt:lpstr>
      <vt:lpstr>华文宋体</vt:lpstr>
      <vt:lpstr>阿里巴巴普惠体 Heavy</vt:lpstr>
      <vt:lpstr>思源宋体 CN</vt:lpstr>
      <vt:lpstr>Arial</vt:lpstr>
      <vt:lpstr>Calibri</vt:lpstr>
      <vt:lpstr>Calibri Light</vt:lpstr>
      <vt:lpstr>Segoe UI Black</vt:lpstr>
      <vt:lpstr>Times New Roman</vt:lpstr>
      <vt:lpstr>Wingdings</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Jingbang Chen</cp:lastModifiedBy>
  <cp:revision>439</cp:revision>
  <cp:lastPrinted>2025-06-13T15:00:08Z</cp:lastPrinted>
  <dcterms:created xsi:type="dcterms:W3CDTF">2025-06-04T14:37:20Z</dcterms:created>
  <dcterms:modified xsi:type="dcterms:W3CDTF">2026-04-16T16:06:29Z</dcterms:modified>
</cp:coreProperties>
</file>